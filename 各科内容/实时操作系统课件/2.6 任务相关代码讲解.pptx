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71" r:id="rId2"/>
    <p:sldId id="264" r:id="rId3"/>
    <p:sldId id="257" r:id="rId4"/>
    <p:sldId id="265" r:id="rId5"/>
    <p:sldId id="258" r:id="rId6"/>
    <p:sldId id="272" r:id="rId7"/>
    <p:sldId id="259" r:id="rId8"/>
    <p:sldId id="260" r:id="rId9"/>
    <p:sldId id="261" r:id="rId10"/>
    <p:sldId id="262" r:id="rId11"/>
    <p:sldId id="263" r:id="rId12"/>
    <p:sldId id="273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黑体" panose="02010609060101010101" pitchFamily="49" charset="-122"/>
              </a:rPr>
              <a:t>2021/1/28</a:t>
            </a:fld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黑体" panose="02010609060101010101" pitchFamily="49" charset="-122"/>
              </a:rPr>
              <a:t>‹#›</a:t>
            </a:fld>
            <a:endParaRPr lang="zh-CN" altLang="en-US">
              <a:cs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2021/1/28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黑体" panose="02010609060101010101" pitchFamily="49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黑体" panose="02010609060101010101" pitchFamily="49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黑体" panose="02010609060101010101" pitchFamily="49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黑体" panose="02010609060101010101" pitchFamily="49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黑体" panose="02010609060101010101" pitchFamily="49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32799-D673-49A5-8F47-6FEA5519251F}" type="datetimeFigureOut">
              <a:rPr lang="zh-CN" altLang="en-US" smtClean="0"/>
              <a:t>2021/1/28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FAEA5-F5DA-4B56-9D73-605CE263B3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32799-D673-49A5-8F47-6FEA5519251F}" type="datetimeFigureOut">
              <a:rPr lang="zh-CN" altLang="en-US" smtClean="0"/>
              <a:t>2021/1/28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FAEA5-F5DA-4B56-9D73-605CE263B3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32799-D673-49A5-8F47-6FEA5519251F}" type="datetimeFigureOut">
              <a:rPr lang="zh-CN" altLang="en-US" smtClean="0"/>
              <a:t>2021/1/28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FAEA5-F5DA-4B56-9D73-605CE263B3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32799-D673-49A5-8F47-6FEA5519251F}" type="datetimeFigureOut">
              <a:rPr lang="zh-CN" altLang="en-US" smtClean="0"/>
              <a:t>2021/1/28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FAEA5-F5DA-4B56-9D73-605CE263B3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32799-D673-49A5-8F47-6FEA5519251F}" type="datetimeFigureOut">
              <a:rPr lang="zh-CN" altLang="en-US" smtClean="0"/>
              <a:t>2021/1/28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FAEA5-F5DA-4B56-9D73-605CE263B3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32799-D673-49A5-8F47-6FEA5519251F}" type="datetimeFigureOut">
              <a:rPr lang="zh-CN" altLang="en-US" smtClean="0"/>
              <a:t>2021/1/28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FAEA5-F5DA-4B56-9D73-605CE263B3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32799-D673-49A5-8F47-6FEA5519251F}" type="datetimeFigureOut">
              <a:rPr lang="zh-CN" altLang="en-US" smtClean="0"/>
              <a:t>2021/1/28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FAEA5-F5DA-4B56-9D73-605CE263B3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32799-D673-49A5-8F47-6FEA5519251F}" type="datetimeFigureOut">
              <a:rPr lang="zh-CN" altLang="en-US" smtClean="0"/>
              <a:t>2021/1/28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FAEA5-F5DA-4B56-9D73-605CE263B3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32799-D673-49A5-8F47-6FEA5519251F}" type="datetimeFigureOut">
              <a:rPr lang="zh-CN" altLang="en-US" smtClean="0"/>
              <a:t>2021/1/28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FAEA5-F5DA-4B56-9D73-605CE263B3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32799-D673-49A5-8F47-6FEA5519251F}" type="datetimeFigureOut">
              <a:rPr lang="zh-CN" altLang="en-US" smtClean="0"/>
              <a:t>2021/1/28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FAEA5-F5DA-4B56-9D73-605CE263B3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32799-D673-49A5-8F47-6FEA5519251F}" type="datetimeFigureOut">
              <a:rPr lang="zh-CN" altLang="en-US" smtClean="0"/>
              <a:t>2021/1/28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FAEA5-F5DA-4B56-9D73-605CE263B3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</a:lstStyle>
          <a:p>
            <a:fld id="{5DB32799-D673-49A5-8F47-6FEA5519251F}" type="datetimeFigureOut">
              <a:rPr lang="zh-CN" altLang="en-US" smtClean="0"/>
              <a:t>2021/1/28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</a:lstStyle>
          <a:p>
            <a:fld id="{4CEFAEA5-F5DA-4B56-9D73-605CE263B3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90204" pitchFamily="34" charset="0"/>
        <a:buChar char="•"/>
        <a:defRPr sz="2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任务相关函数代码讲解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8320" y="2730500"/>
            <a:ext cx="4117340" cy="66294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空闲任务流程图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8950" y="558800"/>
            <a:ext cx="1940560" cy="5739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41285" y="467995"/>
            <a:ext cx="3262630" cy="59372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空闲任务代码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0185" y="572135"/>
            <a:ext cx="11646535" cy="60471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200" b="1" dirty="0"/>
              <a:t>void  </a:t>
            </a:r>
            <a:r>
              <a:rPr lang="en-US" altLang="zh-CN" sz="2200" b="1" dirty="0" err="1"/>
              <a:t>OS_TaskIdle</a:t>
            </a:r>
            <a:r>
              <a:rPr lang="en-US" altLang="zh-CN" sz="2200" b="1" dirty="0"/>
              <a:t> (void *</a:t>
            </a:r>
            <a:r>
              <a:rPr lang="en-US" altLang="zh-CN" sz="2200" b="1" dirty="0" err="1"/>
              <a:t>pdata</a:t>
            </a:r>
            <a:r>
              <a:rPr lang="en-US" altLang="zh-CN" sz="2200" b="1" dirty="0"/>
              <a:t>)</a:t>
            </a:r>
          </a:p>
          <a:p>
            <a:pPr marL="0" indent="0">
              <a:buNone/>
            </a:pPr>
            <a:r>
              <a:rPr lang="en-US" altLang="zh-CN" sz="2200" b="1" dirty="0"/>
              <a:t>{</a:t>
            </a:r>
          </a:p>
          <a:p>
            <a:pPr marL="0" indent="0">
              <a:buNone/>
            </a:pPr>
            <a:r>
              <a:rPr lang="en-US" altLang="zh-CN" sz="2200" b="1" dirty="0"/>
              <a:t>#if OS_CRITICAL_METHOD == 3           /* Allocate storage for CPU status register           */</a:t>
            </a:r>
          </a:p>
          <a:p>
            <a:pPr marL="0" indent="0">
              <a:buNone/>
            </a:pPr>
            <a:r>
              <a:rPr lang="en-US" altLang="zh-CN" sz="2200" b="1" dirty="0"/>
              <a:t>    OS_CPU_SR  </a:t>
            </a:r>
            <a:r>
              <a:rPr lang="en-US" altLang="zh-CN" sz="2200" b="1" dirty="0" err="1"/>
              <a:t>cpu_sr</a:t>
            </a:r>
            <a:r>
              <a:rPr lang="en-US" altLang="zh-CN" sz="2200" b="1" dirty="0"/>
              <a:t>;</a:t>
            </a:r>
          </a:p>
          <a:p>
            <a:pPr marL="0" indent="0">
              <a:buNone/>
            </a:pPr>
            <a:r>
              <a:rPr lang="en-US" altLang="zh-CN" sz="2200" b="1" dirty="0"/>
              <a:t>#</a:t>
            </a:r>
            <a:r>
              <a:rPr lang="en-US" altLang="zh-CN" sz="2200" b="1" dirty="0" err="1"/>
              <a:t>endif</a:t>
            </a:r>
            <a:r>
              <a:rPr lang="en-US" altLang="zh-CN" sz="2200" b="1" dirty="0"/>
              <a:t>    </a:t>
            </a:r>
          </a:p>
          <a:p>
            <a:pPr marL="0" indent="0">
              <a:buNone/>
            </a:pPr>
            <a:r>
              <a:rPr lang="en-US" altLang="zh-CN" sz="2200" b="1" dirty="0"/>
              <a:t>     </a:t>
            </a:r>
          </a:p>
          <a:p>
            <a:pPr marL="0" indent="0">
              <a:buNone/>
            </a:pPr>
            <a:r>
              <a:rPr lang="en-US" altLang="zh-CN" sz="2200" b="1" dirty="0"/>
              <a:t>    </a:t>
            </a:r>
            <a:r>
              <a:rPr lang="en-US" altLang="zh-CN" sz="2200" b="1" dirty="0" err="1"/>
              <a:t>pdata</a:t>
            </a:r>
            <a:r>
              <a:rPr lang="en-US" altLang="zh-CN" sz="2200" b="1" dirty="0"/>
              <a:t> = </a:t>
            </a:r>
            <a:r>
              <a:rPr lang="en-US" altLang="zh-CN" sz="2200" b="1" dirty="0" err="1"/>
              <a:t>pdata</a:t>
            </a:r>
            <a:r>
              <a:rPr lang="en-US" altLang="zh-CN" sz="2200" b="1" dirty="0"/>
              <a:t>;                            /* Prevent compiler warning for not using '</a:t>
            </a:r>
            <a:r>
              <a:rPr lang="en-US" altLang="zh-CN" sz="2200" b="1" dirty="0" err="1"/>
              <a:t>pdata</a:t>
            </a:r>
            <a:r>
              <a:rPr lang="en-US" altLang="zh-CN" sz="2200" b="1" dirty="0"/>
              <a:t>'     */</a:t>
            </a:r>
          </a:p>
          <a:p>
            <a:pPr marL="0" indent="0">
              <a:buNone/>
            </a:pPr>
            <a:r>
              <a:rPr lang="en-US" altLang="zh-CN" sz="2200" b="1" dirty="0"/>
              <a:t>    for (;;) {</a:t>
            </a:r>
          </a:p>
          <a:p>
            <a:pPr marL="0" indent="0">
              <a:buNone/>
            </a:pPr>
            <a:r>
              <a:rPr lang="en-US" altLang="zh-CN" sz="2200" b="1" dirty="0"/>
              <a:t>        OS_ENTER_CRITICAL();</a:t>
            </a:r>
          </a:p>
          <a:p>
            <a:pPr marL="0" indent="0">
              <a:buNone/>
            </a:pPr>
            <a:r>
              <a:rPr lang="en-US" altLang="zh-CN" sz="2200" b="1" dirty="0"/>
              <a:t>        </a:t>
            </a:r>
            <a:r>
              <a:rPr lang="en-US" altLang="zh-CN" sz="2200" b="1" dirty="0" err="1"/>
              <a:t>OSIdleCtr</a:t>
            </a:r>
            <a:r>
              <a:rPr lang="en-US" altLang="zh-CN" sz="2200" b="1" dirty="0"/>
              <a:t>++;</a:t>
            </a:r>
          </a:p>
          <a:p>
            <a:pPr marL="0" indent="0">
              <a:buNone/>
            </a:pPr>
            <a:r>
              <a:rPr lang="en-US" altLang="zh-CN" sz="2200" b="1" dirty="0"/>
              <a:t>        OS_EXIT_CRITICAL();</a:t>
            </a:r>
          </a:p>
          <a:p>
            <a:pPr marL="0" indent="0">
              <a:buNone/>
            </a:pPr>
            <a:r>
              <a:rPr lang="en-US" altLang="zh-CN" sz="2200" b="1" dirty="0"/>
              <a:t>        </a:t>
            </a:r>
            <a:r>
              <a:rPr lang="en-US" altLang="zh-CN" sz="2200" b="1" dirty="0" err="1"/>
              <a:t>OSTaskIdleHook</a:t>
            </a:r>
            <a:r>
              <a:rPr lang="en-US" altLang="zh-CN" sz="2200" b="1" dirty="0"/>
              <a:t>();                        /* Call user definable HOOK                           */</a:t>
            </a:r>
          </a:p>
          <a:p>
            <a:pPr marL="0" indent="0">
              <a:buNone/>
            </a:pPr>
            <a:r>
              <a:rPr lang="en-US" altLang="zh-CN" sz="2200" b="1" dirty="0"/>
              <a:t>    }</a:t>
            </a:r>
            <a:endParaRPr lang="zh-CN" altLang="en-US" sz="2200" b="1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1388172" y="4596216"/>
            <a:ext cx="31788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494704" y="4969078"/>
            <a:ext cx="171577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494704" y="5377451"/>
            <a:ext cx="256794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388172" y="5750313"/>
            <a:ext cx="258508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15265" y="1345565"/>
            <a:ext cx="4763770" cy="152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pitchFamily="49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791845" y="3502660"/>
            <a:ext cx="2260600" cy="2349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49780" y="2421890"/>
            <a:ext cx="3935095" cy="100965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调度函数流程图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9385" y="156210"/>
            <a:ext cx="3916045" cy="65462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6080" y="428625"/>
            <a:ext cx="2306320" cy="5149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调度函数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0350" y="523875"/>
            <a:ext cx="12155805" cy="71507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b="1" dirty="0"/>
              <a:t>void  </a:t>
            </a:r>
            <a:r>
              <a:rPr lang="en-US" altLang="zh-CN" sz="1600" b="1" dirty="0" err="1"/>
              <a:t>OS_Sched</a:t>
            </a:r>
            <a:r>
              <a:rPr lang="en-US" altLang="zh-CN" sz="1600" b="1" dirty="0"/>
              <a:t> (void)</a:t>
            </a:r>
          </a:p>
          <a:p>
            <a:pPr marL="0" indent="0">
              <a:buNone/>
            </a:pPr>
            <a:r>
              <a:rPr lang="en-US" altLang="zh-CN" sz="1600" b="1" dirty="0"/>
              <a:t>{</a:t>
            </a:r>
          </a:p>
          <a:p>
            <a:pPr marL="0" indent="0">
              <a:buNone/>
            </a:pPr>
            <a:r>
              <a:rPr lang="en-US" altLang="zh-CN" sz="1600" b="1" dirty="0"/>
              <a:t>#if OS_CRITICAL_METHOD == 3                            /* Allocate storage for CPU status register     */</a:t>
            </a:r>
          </a:p>
          <a:p>
            <a:pPr marL="0" indent="0">
              <a:buNone/>
            </a:pPr>
            <a:r>
              <a:rPr lang="en-US" altLang="zh-CN" sz="1600" b="1" dirty="0"/>
              <a:t>    OS_CPU_SR  </a:t>
            </a:r>
            <a:r>
              <a:rPr lang="en-US" altLang="zh-CN" sz="1600" b="1" dirty="0" err="1"/>
              <a:t>cpu_sr</a:t>
            </a:r>
            <a:r>
              <a:rPr lang="en-US" altLang="zh-CN" sz="1600" b="1" dirty="0"/>
              <a:t>;</a:t>
            </a:r>
          </a:p>
          <a:p>
            <a:pPr marL="0" indent="0">
              <a:buNone/>
            </a:pPr>
            <a:r>
              <a:rPr lang="en-US" altLang="zh-CN" sz="1600" b="1" dirty="0"/>
              <a:t>#</a:t>
            </a:r>
            <a:r>
              <a:rPr lang="en-US" altLang="zh-CN" sz="1600" b="1" dirty="0" err="1"/>
              <a:t>endif</a:t>
            </a:r>
            <a:r>
              <a:rPr lang="en-US" altLang="zh-CN" sz="1600" b="1" dirty="0"/>
              <a:t>    </a:t>
            </a:r>
          </a:p>
          <a:p>
            <a:pPr marL="0" indent="0">
              <a:buNone/>
            </a:pPr>
            <a:r>
              <a:rPr lang="en-US" altLang="zh-CN" sz="1600" b="1" dirty="0"/>
              <a:t>    INT8U      y;</a:t>
            </a:r>
          </a:p>
          <a:p>
            <a:pPr marL="0" indent="0">
              <a:buNone/>
            </a:pPr>
            <a:r>
              <a:rPr lang="en-US" altLang="zh-CN" sz="1600" b="1" dirty="0"/>
              <a:t>    OS_ENTER_CRITICAL();</a:t>
            </a:r>
          </a:p>
          <a:p>
            <a:pPr marL="0" indent="0">
              <a:buNone/>
            </a:pPr>
            <a:r>
              <a:rPr lang="en-US" altLang="zh-CN" sz="1600" b="1" dirty="0"/>
              <a:t>    if ((</a:t>
            </a:r>
            <a:r>
              <a:rPr lang="en-US" altLang="zh-CN" sz="1600" b="1" dirty="0" err="1"/>
              <a:t>OSIntNesting</a:t>
            </a:r>
            <a:r>
              <a:rPr lang="en-US" altLang="zh-CN" sz="1600" b="1" dirty="0"/>
              <a:t> == 0) &amp;&amp; (</a:t>
            </a:r>
            <a:r>
              <a:rPr lang="en-US" altLang="zh-CN" sz="1600" b="1" dirty="0" err="1"/>
              <a:t>OSLockNesting</a:t>
            </a:r>
            <a:r>
              <a:rPr lang="en-US" altLang="zh-CN" sz="1600" b="1" dirty="0"/>
              <a:t> == 0)) { /* </a:t>
            </a:r>
            <a:r>
              <a:rPr lang="en-US" altLang="zh-CN" sz="1600" b="1" dirty="0" err="1"/>
              <a:t>Sched</a:t>
            </a:r>
            <a:r>
              <a:rPr lang="en-US" altLang="zh-CN" sz="1600" b="1" dirty="0"/>
              <a:t>. only if all ISRs done &amp; not locked    */</a:t>
            </a:r>
          </a:p>
          <a:p>
            <a:pPr marL="0" indent="0">
              <a:buNone/>
            </a:pPr>
            <a:r>
              <a:rPr lang="en-US" altLang="zh-CN" sz="1600" b="1" dirty="0"/>
              <a:t>        y  = </a:t>
            </a:r>
            <a:r>
              <a:rPr lang="en-US" altLang="zh-CN" sz="1600" b="1" dirty="0" err="1"/>
              <a:t>OSUnMapTbl</a:t>
            </a:r>
            <a:r>
              <a:rPr lang="en-US" altLang="zh-CN" sz="1600" b="1" dirty="0"/>
              <a:t>[</a:t>
            </a:r>
            <a:r>
              <a:rPr lang="en-US" altLang="zh-CN" sz="1600" b="1" dirty="0" err="1"/>
              <a:t>OSRdyGrp</a:t>
            </a:r>
            <a:r>
              <a:rPr lang="en-US" altLang="zh-CN" sz="1600" b="1" dirty="0"/>
              <a:t>];          /* Get pointer to HPT ready to run              */</a:t>
            </a:r>
          </a:p>
          <a:p>
            <a:pPr marL="0" indent="0">
              <a:buNone/>
            </a:pPr>
            <a:r>
              <a:rPr lang="en-US" altLang="zh-CN" sz="1600" b="1" dirty="0"/>
              <a:t>        </a:t>
            </a:r>
            <a:r>
              <a:rPr lang="en-US" altLang="zh-CN" sz="1600" b="1" dirty="0" err="1"/>
              <a:t>OSPrioHighRdy</a:t>
            </a:r>
            <a:r>
              <a:rPr lang="en-US" altLang="zh-CN" sz="1600" b="1" dirty="0"/>
              <a:t> = (INT8U)((y &lt;&lt; 3) + </a:t>
            </a:r>
            <a:r>
              <a:rPr lang="en-US" altLang="zh-CN" sz="1600" b="1" dirty="0" err="1"/>
              <a:t>OSUnMapTbl</a:t>
            </a:r>
            <a:r>
              <a:rPr lang="en-US" altLang="zh-CN" sz="1600" b="1" dirty="0"/>
              <a:t>[</a:t>
            </a:r>
            <a:r>
              <a:rPr lang="en-US" altLang="zh-CN" sz="1600" b="1" dirty="0" err="1"/>
              <a:t>OSRdyTbl</a:t>
            </a:r>
            <a:r>
              <a:rPr lang="en-US" altLang="zh-CN" sz="1600" b="1" dirty="0"/>
              <a:t>[y]]);</a:t>
            </a:r>
          </a:p>
          <a:p>
            <a:pPr marL="0" indent="0">
              <a:buNone/>
            </a:pPr>
            <a:r>
              <a:rPr lang="en-US" altLang="zh-CN" sz="1600" b="1" dirty="0"/>
              <a:t>        if (</a:t>
            </a:r>
            <a:r>
              <a:rPr lang="en-US" altLang="zh-CN" sz="1600" b="1" dirty="0" err="1"/>
              <a:t>OSPrioHighRdy</a:t>
            </a:r>
            <a:r>
              <a:rPr lang="en-US" altLang="zh-CN" sz="1600" b="1" dirty="0"/>
              <a:t> != </a:t>
            </a:r>
            <a:r>
              <a:rPr lang="en-US" altLang="zh-CN" sz="1600" b="1" dirty="0" err="1"/>
              <a:t>OSPrioCur</a:t>
            </a:r>
            <a:r>
              <a:rPr lang="en-US" altLang="zh-CN" sz="1600" b="1" dirty="0"/>
              <a:t>) {              /* No </a:t>
            </a:r>
            <a:r>
              <a:rPr lang="en-US" altLang="zh-CN" sz="1600" b="1" dirty="0" err="1"/>
              <a:t>Ctx</a:t>
            </a:r>
            <a:r>
              <a:rPr lang="en-US" altLang="zh-CN" sz="1600" b="1" dirty="0"/>
              <a:t> </a:t>
            </a:r>
            <a:r>
              <a:rPr lang="en-US" altLang="zh-CN" sz="1600" b="1" dirty="0" err="1"/>
              <a:t>Sw</a:t>
            </a:r>
            <a:r>
              <a:rPr lang="en-US" altLang="zh-CN" sz="1600" b="1" dirty="0"/>
              <a:t> if current task is highest </a:t>
            </a:r>
            <a:r>
              <a:rPr lang="en-US" altLang="zh-CN" sz="1600" b="1" dirty="0" err="1"/>
              <a:t>rdy</a:t>
            </a:r>
            <a:r>
              <a:rPr lang="en-US" altLang="zh-CN" sz="1600" b="1" dirty="0"/>
              <a:t>     */</a:t>
            </a:r>
          </a:p>
          <a:p>
            <a:pPr marL="0" indent="0">
              <a:buNone/>
            </a:pPr>
            <a:r>
              <a:rPr lang="en-US" altLang="zh-CN" sz="1600" b="1" dirty="0"/>
              <a:t>            </a:t>
            </a:r>
            <a:r>
              <a:rPr lang="en-US" altLang="zh-CN" sz="1600" b="1" dirty="0" err="1"/>
              <a:t>OSTCBHighRdy</a:t>
            </a:r>
            <a:r>
              <a:rPr lang="en-US" altLang="zh-CN" sz="1600" b="1" dirty="0"/>
              <a:t> = </a:t>
            </a:r>
            <a:r>
              <a:rPr lang="en-US" altLang="zh-CN" sz="1600" b="1" dirty="0" err="1"/>
              <a:t>OSTCBPrioTbl</a:t>
            </a:r>
            <a:r>
              <a:rPr lang="en-US" altLang="zh-CN" sz="1600" b="1" dirty="0"/>
              <a:t>[</a:t>
            </a:r>
            <a:r>
              <a:rPr lang="en-US" altLang="zh-CN" sz="1600" b="1" dirty="0" err="1"/>
              <a:t>OSPrioHighRdy</a:t>
            </a:r>
            <a:r>
              <a:rPr lang="en-US" altLang="zh-CN" sz="1600" b="1" dirty="0"/>
              <a:t>];</a:t>
            </a:r>
          </a:p>
          <a:p>
            <a:pPr marL="0" indent="0">
              <a:buNone/>
            </a:pPr>
            <a:r>
              <a:rPr lang="en-US" altLang="zh-CN" sz="1600" b="1" dirty="0"/>
              <a:t>            </a:t>
            </a:r>
            <a:r>
              <a:rPr lang="en-US" altLang="zh-CN" sz="1600" b="1" dirty="0" err="1"/>
              <a:t>OSCtxSwCtr</a:t>
            </a:r>
            <a:r>
              <a:rPr lang="en-US" altLang="zh-CN" sz="1600" b="1" dirty="0"/>
              <a:t>++;                              /* Increment context switch counter             */</a:t>
            </a:r>
          </a:p>
          <a:p>
            <a:pPr marL="0" indent="0">
              <a:buNone/>
            </a:pPr>
            <a:r>
              <a:rPr lang="en-US" altLang="zh-CN" sz="1600" b="1" dirty="0"/>
              <a:t>            OS_TASK_SW();                              /* Perform a context switch                     */</a:t>
            </a:r>
          </a:p>
          <a:p>
            <a:pPr marL="0" indent="0">
              <a:buNone/>
            </a:pPr>
            <a:r>
              <a:rPr lang="en-US" altLang="zh-CN" sz="1600" b="1" dirty="0"/>
              <a:t>        }</a:t>
            </a:r>
          </a:p>
          <a:p>
            <a:pPr marL="0" indent="0">
              <a:buNone/>
            </a:pPr>
            <a:r>
              <a:rPr lang="en-US" altLang="zh-CN" sz="1600" b="1" dirty="0"/>
              <a:t>    }</a:t>
            </a:r>
          </a:p>
          <a:p>
            <a:pPr marL="0" indent="0">
              <a:buNone/>
            </a:pPr>
            <a:r>
              <a:rPr lang="en-US" altLang="zh-CN" sz="1600" b="1" dirty="0"/>
              <a:t>    OS_EXIT_CRITICAL();</a:t>
            </a:r>
          </a:p>
          <a:p>
            <a:pPr marL="0" indent="0">
              <a:buNone/>
            </a:pPr>
            <a:r>
              <a:rPr lang="en-US" altLang="zh-CN" sz="1600" b="1" dirty="0"/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1034581" y="3203643"/>
            <a:ext cx="473202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132236" y="3638649"/>
            <a:ext cx="325310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363055" y="3940489"/>
            <a:ext cx="623633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363055" y="4277841"/>
            <a:ext cx="33845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647141" y="4641825"/>
            <a:ext cx="45593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656018" y="4970299"/>
            <a:ext cx="196913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656018" y="5325406"/>
            <a:ext cx="159766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024" y="440690"/>
            <a:ext cx="5299969" cy="726828"/>
          </a:xfrm>
        </p:spPr>
        <p:txBody>
          <a:bodyPr>
            <a:normAutofit/>
          </a:bodyPr>
          <a:lstStyle/>
          <a:p>
            <a:r>
              <a:rPr lang="zh-CN" altLang="en-US" dirty="0"/>
              <a:t>任务创建函数流程图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9696"/>
            <a:ext cx="4008453" cy="64451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67880" y="273685"/>
            <a:ext cx="4265930" cy="49339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任务创建函数（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0210" y="493518"/>
            <a:ext cx="11353800" cy="63644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b="1" dirty="0"/>
              <a:t>#if OS_TASK_CREATE_EN &gt; 0</a:t>
            </a:r>
          </a:p>
          <a:p>
            <a:pPr marL="0" indent="0">
              <a:buNone/>
            </a:pPr>
            <a:r>
              <a:rPr lang="en-US" altLang="zh-CN" sz="1600" b="1" dirty="0"/>
              <a:t>INT8U  </a:t>
            </a:r>
            <a:r>
              <a:rPr lang="en-US" altLang="zh-CN" sz="1600" b="1" dirty="0" err="1"/>
              <a:t>OSTaskCreate</a:t>
            </a:r>
            <a:r>
              <a:rPr lang="en-US" altLang="zh-CN" sz="1600" b="1" dirty="0"/>
              <a:t> (void (*task)(void *</a:t>
            </a:r>
            <a:r>
              <a:rPr lang="en-US" altLang="zh-CN" sz="1600" b="1" dirty="0" err="1"/>
              <a:t>pd</a:t>
            </a:r>
            <a:r>
              <a:rPr lang="en-US" altLang="zh-CN" sz="1600" b="1" dirty="0"/>
              <a:t>), void *</a:t>
            </a:r>
            <a:r>
              <a:rPr lang="en-US" altLang="zh-CN" sz="1600" b="1" dirty="0" err="1"/>
              <a:t>pdata</a:t>
            </a:r>
            <a:r>
              <a:rPr lang="en-US" altLang="zh-CN" sz="1600" b="1" dirty="0"/>
              <a:t>, OS_STK *</a:t>
            </a:r>
            <a:r>
              <a:rPr lang="en-US" altLang="zh-CN" sz="1600" b="1" dirty="0" err="1"/>
              <a:t>ptos</a:t>
            </a:r>
            <a:r>
              <a:rPr lang="en-US" altLang="zh-CN" sz="1600" b="1" dirty="0"/>
              <a:t>, INT8U </a:t>
            </a:r>
            <a:r>
              <a:rPr lang="en-US" altLang="zh-CN" sz="1600" b="1" dirty="0" err="1"/>
              <a:t>prio</a:t>
            </a:r>
            <a:r>
              <a:rPr lang="en-US" altLang="zh-CN" sz="1600" b="1" dirty="0"/>
              <a:t>)</a:t>
            </a:r>
          </a:p>
          <a:p>
            <a:pPr marL="0" indent="0">
              <a:buNone/>
            </a:pPr>
            <a:r>
              <a:rPr lang="en-US" altLang="zh-CN" sz="1600" b="1" dirty="0"/>
              <a:t>{</a:t>
            </a:r>
          </a:p>
          <a:p>
            <a:pPr marL="0" indent="0">
              <a:buNone/>
            </a:pPr>
            <a:r>
              <a:rPr lang="en-US" altLang="zh-CN" sz="1600" b="1" dirty="0"/>
              <a:t>#if OS_CRITICAL_METHOD == 3                  /* Allocate storage for CPU status register               */</a:t>
            </a:r>
          </a:p>
          <a:p>
            <a:pPr marL="0" indent="0">
              <a:buNone/>
            </a:pPr>
            <a:r>
              <a:rPr lang="en-US" altLang="zh-CN" sz="1600" b="1" dirty="0"/>
              <a:t>    OS_CPU_SR  </a:t>
            </a:r>
            <a:r>
              <a:rPr lang="en-US" altLang="zh-CN" sz="1600" b="1" dirty="0" err="1"/>
              <a:t>cpu_sr</a:t>
            </a:r>
            <a:r>
              <a:rPr lang="en-US" altLang="zh-CN" sz="1600" b="1" dirty="0"/>
              <a:t>;</a:t>
            </a:r>
          </a:p>
          <a:p>
            <a:pPr marL="0" indent="0">
              <a:buNone/>
            </a:pPr>
            <a:r>
              <a:rPr lang="en-US" altLang="zh-CN" sz="1600" b="1" dirty="0"/>
              <a:t>#</a:t>
            </a:r>
            <a:r>
              <a:rPr lang="en-US" altLang="zh-CN" sz="1600" b="1" dirty="0" err="1"/>
              <a:t>endif</a:t>
            </a:r>
            <a:endParaRPr lang="en-US" altLang="zh-CN" sz="1600" b="1" dirty="0"/>
          </a:p>
          <a:p>
            <a:pPr marL="0" indent="0">
              <a:buNone/>
            </a:pPr>
            <a:r>
              <a:rPr lang="en-US" altLang="zh-CN" sz="1600" b="1" dirty="0"/>
              <a:t>    OS_STK    *</a:t>
            </a:r>
            <a:r>
              <a:rPr lang="en-US" altLang="zh-CN" sz="1600" b="1" dirty="0" err="1"/>
              <a:t>psp</a:t>
            </a:r>
            <a:r>
              <a:rPr lang="en-US" altLang="zh-CN" sz="1600" b="1" dirty="0"/>
              <a:t>;</a:t>
            </a:r>
          </a:p>
          <a:p>
            <a:pPr marL="0" indent="0">
              <a:buNone/>
            </a:pPr>
            <a:r>
              <a:rPr lang="en-US" altLang="zh-CN" sz="1600" b="1" dirty="0"/>
              <a:t>    INT8U      err;</a:t>
            </a:r>
          </a:p>
          <a:p>
            <a:pPr marL="0" indent="0">
              <a:buNone/>
            </a:pPr>
            <a:endParaRPr lang="en-US" altLang="zh-CN" sz="1600" b="1" dirty="0"/>
          </a:p>
          <a:p>
            <a:pPr marL="0" indent="0">
              <a:buNone/>
            </a:pPr>
            <a:r>
              <a:rPr lang="en-US" altLang="zh-CN" sz="1600" b="1" dirty="0"/>
              <a:t>#if OS_ARG_CHK_EN &gt; 0</a:t>
            </a:r>
          </a:p>
          <a:p>
            <a:pPr marL="0" indent="0">
              <a:buNone/>
            </a:pPr>
            <a:r>
              <a:rPr lang="en-US" altLang="zh-CN" sz="1600" b="1" dirty="0"/>
              <a:t>    if (</a:t>
            </a:r>
            <a:r>
              <a:rPr lang="en-US" altLang="zh-CN" sz="1600" b="1" dirty="0" err="1"/>
              <a:t>prio</a:t>
            </a:r>
            <a:r>
              <a:rPr lang="en-US" altLang="zh-CN" sz="1600" b="1" dirty="0"/>
              <a:t> &gt; OS_LOWEST_PRIO) {             /* Make sure priority is within allowable range           */</a:t>
            </a:r>
          </a:p>
          <a:p>
            <a:pPr marL="0" indent="0">
              <a:buNone/>
            </a:pPr>
            <a:r>
              <a:rPr lang="en-US" altLang="zh-CN" sz="1600" b="1" dirty="0"/>
              <a:t>        return (OS_PRIO_INVALID);</a:t>
            </a:r>
          </a:p>
          <a:p>
            <a:pPr marL="0" indent="0">
              <a:buNone/>
            </a:pPr>
            <a:r>
              <a:rPr lang="en-US" altLang="zh-CN" sz="1600" b="1" dirty="0"/>
              <a:t>    }</a:t>
            </a:r>
          </a:p>
          <a:p>
            <a:pPr marL="0" indent="0">
              <a:buNone/>
            </a:pPr>
            <a:r>
              <a:rPr lang="en-US" altLang="zh-CN" sz="1600" b="1" dirty="0"/>
              <a:t>#</a:t>
            </a:r>
            <a:r>
              <a:rPr lang="en-US" altLang="zh-CN" sz="1600" b="1" dirty="0" err="1"/>
              <a:t>endif</a:t>
            </a:r>
            <a:endParaRPr lang="en-US" altLang="zh-CN" sz="1600" b="1" dirty="0"/>
          </a:p>
          <a:p>
            <a:pPr marL="0" indent="0">
              <a:buNone/>
            </a:pPr>
            <a:r>
              <a:rPr lang="en-US" altLang="zh-CN" sz="1600" b="1" dirty="0"/>
              <a:t>    OS_ENTER_CRITICAL();</a:t>
            </a:r>
          </a:p>
          <a:p>
            <a:pPr marL="0" indent="0">
              <a:buNone/>
            </a:pPr>
            <a:r>
              <a:rPr lang="en-US" altLang="zh-CN" sz="1600" b="1" dirty="0"/>
              <a:t>    if (</a:t>
            </a:r>
            <a:r>
              <a:rPr lang="en-US" altLang="zh-CN" sz="1600" b="1" dirty="0" err="1"/>
              <a:t>OSTCBPrioTbl</a:t>
            </a:r>
            <a:r>
              <a:rPr lang="en-US" altLang="zh-CN" sz="1600" b="1" dirty="0"/>
              <a:t>[</a:t>
            </a:r>
            <a:r>
              <a:rPr lang="en-US" altLang="zh-CN" sz="1600" b="1" dirty="0" err="1"/>
              <a:t>prio</a:t>
            </a:r>
            <a:r>
              <a:rPr lang="en-US" altLang="zh-CN" sz="1600" b="1" dirty="0"/>
              <a:t>] == (OS_TCB *)0) { /* Make sure task doesn't already exist at this priority  */</a:t>
            </a:r>
          </a:p>
          <a:p>
            <a:pPr marL="0" indent="0">
              <a:buNone/>
            </a:pPr>
            <a:r>
              <a:rPr lang="en-US" altLang="zh-CN" sz="1600" b="1" dirty="0"/>
              <a:t>        </a:t>
            </a:r>
            <a:r>
              <a:rPr lang="en-US" altLang="zh-CN" sz="1600" b="1" dirty="0" err="1"/>
              <a:t>OSTCBPrioTbl</a:t>
            </a:r>
            <a:r>
              <a:rPr lang="en-US" altLang="zh-CN" sz="1600" b="1" dirty="0"/>
              <a:t>[</a:t>
            </a:r>
            <a:r>
              <a:rPr lang="en-US" altLang="zh-CN" sz="1600" b="1" dirty="0" err="1"/>
              <a:t>prio</a:t>
            </a:r>
            <a:r>
              <a:rPr lang="en-US" altLang="zh-CN" sz="1600" b="1" dirty="0"/>
              <a:t>] = (OS_TCB *)1;    /* Reserve the priority to prevent others from doing ...  */</a:t>
            </a:r>
          </a:p>
          <a:p>
            <a:pPr marL="0" indent="0">
              <a:buNone/>
            </a:pPr>
            <a:r>
              <a:rPr lang="en-US" altLang="zh-CN" sz="1600" b="1" dirty="0"/>
              <a:t>                                             /* ... the same thing until task is created.              */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442176" y="4276620"/>
            <a:ext cx="334688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2176" y="5972255"/>
            <a:ext cx="439444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761772" y="6345117"/>
            <a:ext cx="387954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4805" y="314325"/>
            <a:ext cx="4642485" cy="39306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任务创建函数（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1005" y="707266"/>
            <a:ext cx="11353800" cy="6345044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zh-CN" sz="1600" b="1" dirty="0"/>
              <a:t>        OS_EXIT_CRITICAL();</a:t>
            </a:r>
          </a:p>
          <a:p>
            <a:pPr marL="0" indent="0">
              <a:buNone/>
            </a:pPr>
            <a:r>
              <a:rPr lang="en-US" altLang="zh-CN" sz="1600" b="1" dirty="0"/>
              <a:t>        </a:t>
            </a:r>
            <a:r>
              <a:rPr lang="en-US" altLang="zh-CN" sz="1600" b="1" dirty="0" err="1"/>
              <a:t>psp</a:t>
            </a:r>
            <a:r>
              <a:rPr lang="en-US" altLang="zh-CN" sz="1600" b="1" dirty="0"/>
              <a:t> = (OS_STK *)</a:t>
            </a:r>
            <a:r>
              <a:rPr lang="en-US" altLang="zh-CN" sz="1600" b="1" dirty="0" err="1"/>
              <a:t>OSTaskStkInit</a:t>
            </a:r>
            <a:r>
              <a:rPr lang="en-US" altLang="zh-CN" sz="1600" b="1" dirty="0"/>
              <a:t>(task, </a:t>
            </a:r>
            <a:r>
              <a:rPr lang="en-US" altLang="zh-CN" sz="1600" b="1" dirty="0" err="1"/>
              <a:t>pdata</a:t>
            </a:r>
            <a:r>
              <a:rPr lang="en-US" altLang="zh-CN" sz="1600" b="1" dirty="0"/>
              <a:t>, </a:t>
            </a:r>
            <a:r>
              <a:rPr lang="en-US" altLang="zh-CN" sz="1600" b="1" dirty="0" err="1"/>
              <a:t>ptos</a:t>
            </a:r>
            <a:r>
              <a:rPr lang="en-US" altLang="zh-CN" sz="1600" b="1" dirty="0"/>
              <a:t>, 0);    /* Initialize the task's stack         */</a:t>
            </a:r>
          </a:p>
          <a:p>
            <a:pPr marL="0" indent="0">
              <a:buNone/>
            </a:pPr>
            <a:r>
              <a:rPr lang="en-US" altLang="zh-CN" sz="1600" b="1" dirty="0"/>
              <a:t>        err = </a:t>
            </a:r>
            <a:r>
              <a:rPr lang="en-US" altLang="zh-CN" sz="1600" b="1" dirty="0" err="1"/>
              <a:t>OS_TCBInit</a:t>
            </a:r>
            <a:r>
              <a:rPr lang="en-US" altLang="zh-CN" sz="1600" b="1" dirty="0"/>
              <a:t>(</a:t>
            </a:r>
            <a:r>
              <a:rPr lang="en-US" altLang="zh-CN" sz="1600" b="1" dirty="0" err="1"/>
              <a:t>prio</a:t>
            </a:r>
            <a:r>
              <a:rPr lang="en-US" altLang="zh-CN" sz="1600" b="1" dirty="0"/>
              <a:t>, </a:t>
            </a:r>
            <a:r>
              <a:rPr lang="en-US" altLang="zh-CN" sz="1600" b="1" dirty="0" err="1"/>
              <a:t>psp</a:t>
            </a:r>
            <a:r>
              <a:rPr lang="en-US" altLang="zh-CN" sz="1600" b="1" dirty="0"/>
              <a:t>, (OS_STK *)0, 0, 0, (void *)0, 0);</a:t>
            </a:r>
          </a:p>
          <a:p>
            <a:pPr marL="0" indent="0">
              <a:buNone/>
            </a:pPr>
            <a:r>
              <a:rPr lang="en-US" altLang="zh-CN" sz="1600" b="1" dirty="0"/>
              <a:t>        if (err == OS_NO_ERR) {</a:t>
            </a:r>
          </a:p>
          <a:p>
            <a:pPr marL="0" indent="0">
              <a:buNone/>
            </a:pPr>
            <a:r>
              <a:rPr lang="en-US" altLang="zh-CN" sz="1600" b="1" dirty="0"/>
              <a:t>            OS_ENTER_CRITICAL();</a:t>
            </a:r>
          </a:p>
          <a:p>
            <a:pPr marL="0" indent="0">
              <a:buNone/>
            </a:pPr>
            <a:r>
              <a:rPr lang="en-US" altLang="zh-CN" sz="1600" b="1" dirty="0"/>
              <a:t>            </a:t>
            </a:r>
            <a:r>
              <a:rPr lang="en-US" altLang="zh-CN" sz="1600" b="1" dirty="0" err="1"/>
              <a:t>OSTaskCtr</a:t>
            </a:r>
            <a:r>
              <a:rPr lang="en-US" altLang="zh-CN" sz="1600" b="1" dirty="0"/>
              <a:t>++;                                        /* Increment the #tasks counter        */</a:t>
            </a:r>
          </a:p>
          <a:p>
            <a:pPr marL="0" indent="0">
              <a:buNone/>
            </a:pPr>
            <a:r>
              <a:rPr lang="en-US" altLang="zh-CN" sz="1600" b="1" dirty="0"/>
              <a:t>            OS_EXIT_CRITICAL();</a:t>
            </a:r>
          </a:p>
          <a:p>
            <a:pPr marL="0" indent="0">
              <a:buNone/>
            </a:pPr>
            <a:r>
              <a:rPr lang="en-US" altLang="zh-CN" sz="1600" b="1" dirty="0"/>
              <a:t>            if (</a:t>
            </a:r>
            <a:r>
              <a:rPr lang="en-US" altLang="zh-CN" sz="1600" b="1" dirty="0" err="1"/>
              <a:t>OSRunning</a:t>
            </a:r>
            <a:r>
              <a:rPr lang="en-US" altLang="zh-CN" sz="1600" b="1" dirty="0"/>
              <a:t> == TRUE) {         /* Find highest priority task if multitasking has started */</a:t>
            </a:r>
          </a:p>
          <a:p>
            <a:pPr marL="0" indent="0">
              <a:buNone/>
            </a:pPr>
            <a:r>
              <a:rPr lang="en-US" altLang="zh-CN" sz="1600" b="1" dirty="0"/>
              <a:t>                </a:t>
            </a:r>
            <a:r>
              <a:rPr lang="en-US" altLang="zh-CN" sz="1600" b="1" dirty="0" err="1"/>
              <a:t>OS_Sched</a:t>
            </a:r>
            <a:r>
              <a:rPr lang="en-US" altLang="zh-CN" sz="1600" b="1" dirty="0"/>
              <a:t>();</a:t>
            </a:r>
          </a:p>
          <a:p>
            <a:pPr marL="0" indent="0">
              <a:buNone/>
            </a:pPr>
            <a:r>
              <a:rPr lang="en-US" altLang="zh-CN" sz="1600" b="1" dirty="0"/>
              <a:t>            }</a:t>
            </a:r>
          </a:p>
          <a:p>
            <a:pPr marL="0" indent="0">
              <a:buNone/>
            </a:pPr>
            <a:r>
              <a:rPr lang="en-US" altLang="zh-CN" sz="1600" b="1" dirty="0"/>
              <a:t>        } else {</a:t>
            </a:r>
          </a:p>
          <a:p>
            <a:pPr marL="0" indent="0">
              <a:buNone/>
            </a:pPr>
            <a:r>
              <a:rPr lang="en-US" altLang="zh-CN" sz="1600" b="1" dirty="0"/>
              <a:t>            OS_ENTER_CRITICAL();</a:t>
            </a:r>
          </a:p>
          <a:p>
            <a:pPr marL="0" indent="0">
              <a:buNone/>
            </a:pPr>
            <a:r>
              <a:rPr lang="en-US" altLang="zh-CN" sz="1600" b="1" dirty="0"/>
              <a:t>            </a:t>
            </a:r>
            <a:r>
              <a:rPr lang="en-US" altLang="zh-CN" sz="1600" b="1" dirty="0" err="1"/>
              <a:t>OSTCBPrioTbl</a:t>
            </a:r>
            <a:r>
              <a:rPr lang="en-US" altLang="zh-CN" sz="1600" b="1" dirty="0"/>
              <a:t>[</a:t>
            </a:r>
            <a:r>
              <a:rPr lang="en-US" altLang="zh-CN" sz="1600" b="1" dirty="0" err="1"/>
              <a:t>prio</a:t>
            </a:r>
            <a:r>
              <a:rPr lang="en-US" altLang="zh-CN" sz="1600" b="1" dirty="0"/>
              <a:t>] = (OS_TCB *)0;/* Make this priority available to others                 */</a:t>
            </a:r>
          </a:p>
          <a:p>
            <a:pPr marL="0" indent="0">
              <a:buNone/>
            </a:pPr>
            <a:r>
              <a:rPr lang="en-US" altLang="zh-CN" sz="1600" b="1" dirty="0"/>
              <a:t>            OS_EXIT_CRITICAL();</a:t>
            </a:r>
          </a:p>
          <a:p>
            <a:pPr marL="0" indent="0">
              <a:buNone/>
            </a:pPr>
            <a:r>
              <a:rPr lang="en-US" altLang="zh-CN" sz="1600" b="1" dirty="0"/>
              <a:t>        }</a:t>
            </a:r>
          </a:p>
          <a:p>
            <a:pPr marL="0" indent="0">
              <a:buNone/>
            </a:pPr>
            <a:r>
              <a:rPr lang="en-US" altLang="zh-CN" sz="1600" b="1" dirty="0"/>
              <a:t>        return (err);</a:t>
            </a:r>
          </a:p>
          <a:p>
            <a:pPr marL="0" indent="0">
              <a:buNone/>
            </a:pPr>
            <a:r>
              <a:rPr lang="en-US" altLang="zh-CN" sz="1600" b="1" dirty="0"/>
              <a:t>    }</a:t>
            </a:r>
          </a:p>
          <a:p>
            <a:pPr marL="0" indent="0">
              <a:buNone/>
            </a:pPr>
            <a:r>
              <a:rPr lang="en-US" altLang="zh-CN" sz="1600" b="1" dirty="0"/>
              <a:t>    OS_EXIT_CRITICAL();</a:t>
            </a:r>
          </a:p>
          <a:p>
            <a:pPr marL="0" indent="0">
              <a:buNone/>
            </a:pPr>
            <a:r>
              <a:rPr lang="en-US" altLang="zh-CN" sz="1600" b="1" dirty="0"/>
              <a:t>    return (OS_PRIO_EXIST);</a:t>
            </a:r>
          </a:p>
          <a:p>
            <a:pPr marL="0" indent="0">
              <a:buNone/>
            </a:pPr>
            <a:r>
              <a:rPr lang="en-US" altLang="zh-CN" sz="1600" b="1" dirty="0"/>
              <a:t>}</a:t>
            </a:r>
            <a:endParaRPr lang="zh-CN" altLang="en-US" sz="1600" b="1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1314444" y="1224120"/>
            <a:ext cx="431454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314444" y="1525960"/>
            <a:ext cx="475843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456487" y="2369340"/>
            <a:ext cx="16068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527508" y="2955265"/>
            <a:ext cx="225492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527508" y="3257106"/>
            <a:ext cx="146481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625162" y="4411203"/>
            <a:ext cx="287636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68165" y="326390"/>
            <a:ext cx="7515860" cy="5715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操作系统初始化函数</a:t>
            </a:r>
            <a:r>
              <a:rPr lang="en-US" altLang="zh-CN" dirty="0" err="1"/>
              <a:t>OSInit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544055"/>
            <a:ext cx="11353800" cy="5620215"/>
          </a:xfrm>
        </p:spPr>
        <p:txBody>
          <a:bodyPr>
            <a:normAutofit fontScale="67500" lnSpcReduction="20000"/>
          </a:bodyPr>
          <a:lstStyle/>
          <a:p>
            <a:pPr marL="0" indent="0">
              <a:buNone/>
            </a:pPr>
            <a:r>
              <a:rPr lang="en-US" altLang="zh-CN" b="1" dirty="0"/>
              <a:t>void  </a:t>
            </a:r>
            <a:r>
              <a:rPr lang="en-US" altLang="zh-CN" b="1" dirty="0" err="1"/>
              <a:t>OSInit</a:t>
            </a:r>
            <a:r>
              <a:rPr lang="en-US" altLang="zh-CN" b="1" dirty="0"/>
              <a:t> (void)</a:t>
            </a:r>
          </a:p>
          <a:p>
            <a:pPr marL="0" indent="0">
              <a:buNone/>
            </a:pPr>
            <a:r>
              <a:rPr lang="en-US" altLang="zh-CN" b="1" dirty="0"/>
              <a:t>{</a:t>
            </a:r>
          </a:p>
          <a:p>
            <a:pPr marL="0" indent="0">
              <a:buNone/>
            </a:pPr>
            <a:r>
              <a:rPr lang="en-US" altLang="zh-CN" b="1" dirty="0"/>
              <a:t>#if OS_VERSION &gt;= 204</a:t>
            </a:r>
          </a:p>
          <a:p>
            <a:pPr marL="0" indent="0">
              <a:buNone/>
            </a:pPr>
            <a:r>
              <a:rPr lang="en-US" altLang="zh-CN" b="1" dirty="0"/>
              <a:t>    </a:t>
            </a:r>
            <a:r>
              <a:rPr lang="en-US" altLang="zh-CN" b="1" dirty="0" err="1"/>
              <a:t>OSInitHookBegin</a:t>
            </a:r>
            <a:r>
              <a:rPr lang="en-US" altLang="zh-CN" b="1" dirty="0"/>
              <a:t>();                                           /* Call port specific initialization code   */</a:t>
            </a:r>
          </a:p>
          <a:p>
            <a:pPr marL="0" indent="0">
              <a:buNone/>
            </a:pPr>
            <a:r>
              <a:rPr lang="en-US" altLang="zh-CN" b="1" dirty="0"/>
              <a:t>#</a:t>
            </a:r>
            <a:r>
              <a:rPr lang="en-US" altLang="zh-CN" b="1" dirty="0" err="1"/>
              <a:t>endif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</a:t>
            </a:r>
            <a:r>
              <a:rPr lang="en-US" altLang="zh-CN" b="1" dirty="0" err="1"/>
              <a:t>OS_InitMisc</a:t>
            </a:r>
            <a:r>
              <a:rPr lang="en-US" altLang="zh-CN" b="1" dirty="0"/>
              <a:t>();                                               /* Initialize miscellaneous variables       */</a:t>
            </a:r>
          </a:p>
          <a:p>
            <a:pPr marL="0" indent="0">
              <a:buNone/>
            </a:pPr>
            <a:r>
              <a:rPr lang="en-US" altLang="zh-CN" b="1" dirty="0"/>
              <a:t>    </a:t>
            </a:r>
            <a:r>
              <a:rPr lang="en-US" altLang="zh-CN" b="1" dirty="0" err="1"/>
              <a:t>OS_InitRdyList</a:t>
            </a:r>
            <a:r>
              <a:rPr lang="en-US" altLang="zh-CN" b="1" dirty="0"/>
              <a:t>();                                            /* Initialize the Ready List                */</a:t>
            </a:r>
          </a:p>
          <a:p>
            <a:pPr marL="0" indent="0">
              <a:buNone/>
            </a:pPr>
            <a:r>
              <a:rPr lang="en-US" altLang="zh-CN" b="1" dirty="0"/>
              <a:t>    </a:t>
            </a:r>
            <a:r>
              <a:rPr lang="en-US" altLang="zh-CN" b="1" dirty="0" err="1"/>
              <a:t>OS_InitTCBList</a:t>
            </a:r>
            <a:r>
              <a:rPr lang="en-US" altLang="zh-CN" b="1" dirty="0"/>
              <a:t>();                                            /* Initialize the free list of OS_TCBs      */</a:t>
            </a:r>
          </a:p>
          <a:p>
            <a:pPr marL="0" indent="0">
              <a:buNone/>
            </a:pPr>
            <a:r>
              <a:rPr lang="en-US" altLang="zh-CN" b="1" dirty="0"/>
              <a:t>    </a:t>
            </a:r>
            <a:r>
              <a:rPr lang="en-US" altLang="zh-CN" b="1" dirty="0" err="1"/>
              <a:t>OS_InitEventList</a:t>
            </a:r>
            <a:r>
              <a:rPr lang="en-US" altLang="zh-CN" b="1" dirty="0"/>
              <a:t>();                                          /* Initialize the free list of OS_EVENTs    */</a:t>
            </a:r>
          </a:p>
          <a:p>
            <a:pPr marL="0" indent="0">
              <a:buNone/>
            </a:pPr>
            <a:r>
              <a:rPr lang="en-US" altLang="zh-CN" b="1" dirty="0"/>
              <a:t>#if (OS_VERSION &gt;= 251) &amp;&amp; (OS_FLAG_EN &gt; 0) &amp;&amp; (OS_MAX_FLAGS &gt; 0)</a:t>
            </a:r>
          </a:p>
          <a:p>
            <a:pPr marL="0" indent="0">
              <a:buNone/>
            </a:pPr>
            <a:r>
              <a:rPr lang="en-US" altLang="zh-CN" b="1" dirty="0"/>
              <a:t>    </a:t>
            </a:r>
            <a:r>
              <a:rPr lang="en-US" altLang="zh-CN" b="1" dirty="0" err="1"/>
              <a:t>OS_FlagInit</a:t>
            </a:r>
            <a:r>
              <a:rPr lang="en-US" altLang="zh-CN" b="1" dirty="0"/>
              <a:t>();                                               /* Initialize the event flag structures     */</a:t>
            </a:r>
          </a:p>
          <a:p>
            <a:pPr marL="0" indent="0">
              <a:buNone/>
            </a:pPr>
            <a:r>
              <a:rPr lang="en-US" altLang="zh-CN" b="1" dirty="0"/>
              <a:t>#</a:t>
            </a:r>
            <a:r>
              <a:rPr lang="en-US" altLang="zh-CN" b="1" dirty="0" err="1"/>
              <a:t>endif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#if (OS_MEM_EN &gt; 0) &amp;&amp; (OS_MAX_MEM_PART &gt; 0)</a:t>
            </a:r>
          </a:p>
        </p:txBody>
      </p:sp>
      <p:sp>
        <p:nvSpPr>
          <p:cNvPr id="4" name="矩形 3"/>
          <p:cNvSpPr/>
          <p:nvPr/>
        </p:nvSpPr>
        <p:spPr>
          <a:xfrm>
            <a:off x="367665" y="2640330"/>
            <a:ext cx="3275965" cy="18205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pitchFamily="49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068933" y="4796710"/>
            <a:ext cx="192645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62885" y="248920"/>
            <a:ext cx="7345680" cy="5715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操作系统初始化函数</a:t>
            </a:r>
            <a:r>
              <a:rPr lang="en-US" altLang="zh-CN" dirty="0" err="1"/>
              <a:t>OSInit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895" y="798784"/>
            <a:ext cx="11353800" cy="57763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b="1" dirty="0"/>
              <a:t>    </a:t>
            </a:r>
            <a:r>
              <a:rPr lang="en-US" altLang="zh-CN" sz="1800" b="1" dirty="0" err="1"/>
              <a:t>OS_MemInit</a:t>
            </a:r>
            <a:r>
              <a:rPr lang="en-US" altLang="zh-CN" sz="1800" b="1" dirty="0"/>
              <a:t>();                                                /* Initialize the memory manager            */</a:t>
            </a:r>
          </a:p>
          <a:p>
            <a:pPr marL="0" indent="0">
              <a:buNone/>
            </a:pPr>
            <a:r>
              <a:rPr lang="en-US" altLang="zh-CN" sz="1800" b="1" dirty="0"/>
              <a:t>#</a:t>
            </a:r>
            <a:r>
              <a:rPr lang="en-US" altLang="zh-CN" sz="1800" b="1" dirty="0" err="1"/>
              <a:t>endif</a:t>
            </a:r>
            <a:endParaRPr lang="en-US" altLang="zh-CN" sz="1800" b="1" dirty="0"/>
          </a:p>
          <a:p>
            <a:pPr marL="0" indent="0">
              <a:buNone/>
            </a:pPr>
            <a:r>
              <a:rPr lang="en-US" altLang="zh-CN" sz="1800" b="1" dirty="0"/>
              <a:t>#if (OS_Q_EN &gt; 0) &amp;&amp; (OS_MAX_QS &gt; 0)</a:t>
            </a:r>
          </a:p>
          <a:p>
            <a:pPr marL="0" indent="0">
              <a:buNone/>
            </a:pPr>
            <a:r>
              <a:rPr lang="en-US" altLang="zh-CN" sz="1800" b="1" dirty="0"/>
              <a:t>    </a:t>
            </a:r>
            <a:r>
              <a:rPr lang="en-US" altLang="zh-CN" sz="1800" b="1" dirty="0" err="1"/>
              <a:t>OS_QInit</a:t>
            </a:r>
            <a:r>
              <a:rPr lang="en-US" altLang="zh-CN" sz="1800" b="1" dirty="0"/>
              <a:t>();                                                  /* Initialize the message queue structures  */</a:t>
            </a:r>
          </a:p>
          <a:p>
            <a:pPr marL="0" indent="0">
              <a:buNone/>
            </a:pPr>
            <a:r>
              <a:rPr lang="en-US" altLang="zh-CN" sz="1800" b="1" dirty="0"/>
              <a:t>#</a:t>
            </a:r>
            <a:r>
              <a:rPr lang="en-US" altLang="zh-CN" sz="1800" b="1" dirty="0" err="1"/>
              <a:t>endif</a:t>
            </a:r>
            <a:endParaRPr lang="en-US" altLang="zh-CN" sz="1800" b="1" dirty="0"/>
          </a:p>
          <a:p>
            <a:pPr marL="0" indent="0">
              <a:buNone/>
            </a:pPr>
            <a:r>
              <a:rPr lang="en-US" altLang="zh-CN" sz="1800" b="1" dirty="0"/>
              <a:t>    </a:t>
            </a:r>
            <a:r>
              <a:rPr lang="en-US" altLang="zh-CN" sz="1800" b="1" dirty="0" err="1"/>
              <a:t>OS_InitTaskIdle</a:t>
            </a:r>
            <a:r>
              <a:rPr lang="en-US" altLang="zh-CN" sz="1800" b="1" dirty="0"/>
              <a:t>();                                           /* Create the Idle Task                     */</a:t>
            </a:r>
          </a:p>
          <a:p>
            <a:pPr marL="0" indent="0">
              <a:buNone/>
            </a:pPr>
            <a:r>
              <a:rPr lang="en-US" altLang="zh-CN" sz="1800" b="1" dirty="0"/>
              <a:t>#if OS_TASK_STAT_EN &gt; 0</a:t>
            </a:r>
          </a:p>
          <a:p>
            <a:pPr marL="0" indent="0">
              <a:buNone/>
            </a:pPr>
            <a:r>
              <a:rPr lang="en-US" altLang="zh-CN" sz="1800" b="1" dirty="0"/>
              <a:t>    </a:t>
            </a:r>
            <a:r>
              <a:rPr lang="en-US" altLang="zh-CN" sz="1800" b="1" dirty="0" err="1"/>
              <a:t>OS_InitTaskStat</a:t>
            </a:r>
            <a:r>
              <a:rPr lang="en-US" altLang="zh-CN" sz="1800" b="1" dirty="0"/>
              <a:t>();                                           /* Create the Statistic Task                */</a:t>
            </a:r>
          </a:p>
          <a:p>
            <a:pPr marL="0" indent="0">
              <a:buNone/>
            </a:pPr>
            <a:r>
              <a:rPr lang="en-US" altLang="zh-CN" sz="1800" b="1" dirty="0"/>
              <a:t>#</a:t>
            </a:r>
            <a:r>
              <a:rPr lang="en-US" altLang="zh-CN" sz="1800" b="1" dirty="0" err="1"/>
              <a:t>endif</a:t>
            </a:r>
            <a:endParaRPr lang="en-US" altLang="zh-CN" sz="1800" b="1" dirty="0"/>
          </a:p>
          <a:p>
            <a:pPr marL="0" indent="0">
              <a:buNone/>
            </a:pPr>
            <a:r>
              <a:rPr lang="en-US" altLang="zh-CN" sz="1800" b="1" dirty="0"/>
              <a:t>#if OS_VERSION &gt;= 204</a:t>
            </a:r>
          </a:p>
          <a:p>
            <a:pPr marL="0" indent="0">
              <a:buNone/>
            </a:pPr>
            <a:r>
              <a:rPr lang="en-US" altLang="zh-CN" sz="1800" b="1" dirty="0"/>
              <a:t>    </a:t>
            </a:r>
            <a:r>
              <a:rPr lang="en-US" altLang="zh-CN" sz="1800" b="1" dirty="0" err="1"/>
              <a:t>OSInitHookEnd</a:t>
            </a:r>
            <a:r>
              <a:rPr lang="en-US" altLang="zh-CN" sz="1800" b="1" dirty="0"/>
              <a:t>();                                             /* Call port specific </a:t>
            </a:r>
            <a:r>
              <a:rPr lang="en-US" altLang="zh-CN" sz="1800" b="1" dirty="0" err="1"/>
              <a:t>init.</a:t>
            </a:r>
            <a:r>
              <a:rPr lang="en-US" altLang="zh-CN" sz="1800" b="1" dirty="0"/>
              <a:t> code            */</a:t>
            </a:r>
          </a:p>
          <a:p>
            <a:pPr marL="0" indent="0">
              <a:buNone/>
            </a:pPr>
            <a:r>
              <a:rPr lang="en-US" altLang="zh-CN" sz="1800" b="1" dirty="0"/>
              <a:t>#</a:t>
            </a:r>
            <a:r>
              <a:rPr lang="en-US" altLang="zh-CN" sz="1800" b="1" dirty="0" err="1"/>
              <a:t>endif</a:t>
            </a:r>
            <a:endParaRPr lang="en-US" altLang="zh-CN" sz="1800" b="1" dirty="0"/>
          </a:p>
          <a:p>
            <a:pPr marL="0" indent="0">
              <a:buNone/>
            </a:pPr>
            <a:r>
              <a:rPr lang="en-US" altLang="zh-CN" sz="1800" b="1" dirty="0"/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525780" y="1355090"/>
            <a:ext cx="829945" cy="2222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915035" y="2440305"/>
            <a:ext cx="1274445" cy="190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838964" y="3493887"/>
            <a:ext cx="234370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03734" y="4480936"/>
            <a:ext cx="221054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903734" y="5456771"/>
            <a:ext cx="221054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13200" y="226695"/>
            <a:ext cx="7812405" cy="716280"/>
          </a:xfrm>
        </p:spPr>
        <p:txBody>
          <a:bodyPr>
            <a:normAutofit/>
          </a:bodyPr>
          <a:lstStyle/>
          <a:p>
            <a:r>
              <a:rPr lang="zh-CN" altLang="en-US" dirty="0"/>
              <a:t>操作系统启动函数</a:t>
            </a:r>
            <a:r>
              <a:rPr lang="en-US" altLang="zh-CN" dirty="0" err="1"/>
              <a:t>OSStart</a:t>
            </a:r>
            <a:r>
              <a:rPr lang="zh-CN" altLang="en-US" dirty="0"/>
              <a:t>（）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5440" y="662567"/>
            <a:ext cx="11353800" cy="614145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sz="2200" b="1" dirty="0"/>
              <a:t>void  </a:t>
            </a:r>
            <a:r>
              <a:rPr lang="en-US" altLang="zh-CN" sz="2200" b="1" dirty="0" err="1"/>
              <a:t>OSStart</a:t>
            </a:r>
            <a:r>
              <a:rPr lang="en-US" altLang="zh-CN" sz="2200" b="1" dirty="0"/>
              <a:t> (void)</a:t>
            </a:r>
          </a:p>
          <a:p>
            <a:pPr marL="0" indent="0">
              <a:buNone/>
            </a:pPr>
            <a:r>
              <a:rPr lang="en-US" altLang="zh-CN" sz="2200" b="1" dirty="0"/>
              <a:t>{</a:t>
            </a:r>
          </a:p>
          <a:p>
            <a:pPr marL="0" indent="0">
              <a:buNone/>
            </a:pPr>
            <a:r>
              <a:rPr lang="en-US" altLang="zh-CN" sz="2200" b="1" dirty="0"/>
              <a:t>    INT8U y;</a:t>
            </a:r>
          </a:p>
          <a:p>
            <a:pPr marL="0" indent="0">
              <a:buNone/>
            </a:pPr>
            <a:r>
              <a:rPr lang="en-US" altLang="zh-CN" sz="2200" b="1" dirty="0"/>
              <a:t>    INT8U x;</a:t>
            </a:r>
          </a:p>
          <a:p>
            <a:pPr marL="0" indent="0">
              <a:buNone/>
            </a:pPr>
            <a:r>
              <a:rPr lang="en-US" altLang="zh-CN" sz="2200" b="1" dirty="0"/>
              <a:t>    if (</a:t>
            </a:r>
            <a:r>
              <a:rPr lang="en-US" altLang="zh-CN" sz="2200" b="1" dirty="0" err="1"/>
              <a:t>OSRunning</a:t>
            </a:r>
            <a:r>
              <a:rPr lang="en-US" altLang="zh-CN" sz="2200" b="1" dirty="0"/>
              <a:t> == FALSE) {</a:t>
            </a:r>
          </a:p>
          <a:p>
            <a:pPr marL="0" indent="0">
              <a:buNone/>
            </a:pPr>
            <a:r>
              <a:rPr lang="en-US" altLang="zh-CN" sz="2200" b="1" dirty="0"/>
              <a:t>        y= </a:t>
            </a:r>
            <a:r>
              <a:rPr lang="en-US" altLang="zh-CN" sz="2200" b="1" dirty="0" err="1"/>
              <a:t>OSUnMapTbl</a:t>
            </a:r>
            <a:r>
              <a:rPr lang="en-US" altLang="zh-CN" sz="2200" b="1" dirty="0"/>
              <a:t>[</a:t>
            </a:r>
            <a:r>
              <a:rPr lang="en-US" altLang="zh-CN" sz="2200" b="1" dirty="0" err="1"/>
              <a:t>OSRdyGrp</a:t>
            </a:r>
            <a:r>
              <a:rPr lang="en-US" altLang="zh-CN" sz="2200" b="1"/>
              <a:t>];   /* </a:t>
            </a:r>
            <a:r>
              <a:rPr lang="en-US" altLang="zh-CN" sz="2200" b="1" dirty="0"/>
              <a:t>Find highest priority's task priority number*/</a:t>
            </a:r>
          </a:p>
          <a:p>
            <a:pPr marL="0" indent="0">
              <a:buNone/>
            </a:pPr>
            <a:r>
              <a:rPr lang="en-US" altLang="zh-CN" sz="2200" b="1" dirty="0"/>
              <a:t>        x = </a:t>
            </a:r>
            <a:r>
              <a:rPr lang="en-US" altLang="zh-CN" sz="2200" b="1" dirty="0" err="1"/>
              <a:t>OSUnMapTbl</a:t>
            </a:r>
            <a:r>
              <a:rPr lang="en-US" altLang="zh-CN" sz="2200" b="1" dirty="0"/>
              <a:t>[</a:t>
            </a:r>
            <a:r>
              <a:rPr lang="en-US" altLang="zh-CN" sz="2200" b="1" dirty="0" err="1"/>
              <a:t>OSRdyTbl</a:t>
            </a:r>
            <a:r>
              <a:rPr lang="en-US" altLang="zh-CN" sz="2200" b="1" dirty="0"/>
              <a:t>[y]];</a:t>
            </a:r>
          </a:p>
          <a:p>
            <a:pPr marL="0" indent="0">
              <a:buNone/>
            </a:pPr>
            <a:r>
              <a:rPr lang="en-US" altLang="zh-CN" sz="2200" b="1" dirty="0"/>
              <a:t>        </a:t>
            </a:r>
            <a:r>
              <a:rPr lang="en-US" altLang="zh-CN" sz="2200" b="1" dirty="0" err="1"/>
              <a:t>OSPrioHighRdy</a:t>
            </a:r>
            <a:r>
              <a:rPr lang="en-US" altLang="zh-CN" sz="2200" b="1" dirty="0"/>
              <a:t> = (INT8U)((y &lt;&lt; 3) + x);</a:t>
            </a:r>
          </a:p>
          <a:p>
            <a:pPr marL="0" indent="0">
              <a:buNone/>
            </a:pPr>
            <a:r>
              <a:rPr lang="en-US" altLang="zh-CN" sz="2200" b="1" dirty="0"/>
              <a:t>        </a:t>
            </a:r>
            <a:r>
              <a:rPr lang="en-US" altLang="zh-CN" sz="2200" b="1" dirty="0" err="1"/>
              <a:t>OSPrioCur</a:t>
            </a:r>
            <a:r>
              <a:rPr lang="en-US" altLang="zh-CN" sz="2200" b="1" dirty="0"/>
              <a:t>= </a:t>
            </a:r>
            <a:r>
              <a:rPr lang="en-US" altLang="zh-CN" sz="2200" b="1" dirty="0" err="1"/>
              <a:t>OSPrioHighRdy</a:t>
            </a:r>
            <a:r>
              <a:rPr lang="en-US" altLang="zh-CN" sz="2200" b="1" dirty="0"/>
              <a:t>; </a:t>
            </a:r>
          </a:p>
          <a:p>
            <a:pPr marL="0" indent="0">
              <a:buNone/>
            </a:pPr>
            <a:r>
              <a:rPr lang="en-US" altLang="zh-CN" sz="2200" b="1" dirty="0"/>
              <a:t>       /* Point to highest priority task ready to run    */</a:t>
            </a:r>
          </a:p>
          <a:p>
            <a:pPr marL="0" indent="0">
              <a:buNone/>
            </a:pPr>
            <a:r>
              <a:rPr lang="en-US" altLang="zh-CN" sz="2200" b="1" dirty="0"/>
              <a:t>        </a:t>
            </a:r>
            <a:r>
              <a:rPr lang="en-US" altLang="zh-CN" sz="2200" b="1" dirty="0" err="1"/>
              <a:t>OSTCBHighRdy</a:t>
            </a:r>
            <a:r>
              <a:rPr lang="en-US" altLang="zh-CN" sz="2200" b="1" dirty="0"/>
              <a:t>  = </a:t>
            </a:r>
            <a:r>
              <a:rPr lang="en-US" altLang="zh-CN" sz="2200" b="1" dirty="0" err="1"/>
              <a:t>OSTCBPrioTbl</a:t>
            </a:r>
            <a:r>
              <a:rPr lang="en-US" altLang="zh-CN" sz="2200" b="1" dirty="0"/>
              <a:t>[</a:t>
            </a:r>
            <a:r>
              <a:rPr lang="en-US" altLang="zh-CN" sz="2200" b="1" dirty="0" err="1"/>
              <a:t>OSPrioHighRdy</a:t>
            </a:r>
            <a:r>
              <a:rPr lang="en-US" altLang="zh-CN" sz="2200" b="1" dirty="0"/>
              <a:t>]; </a:t>
            </a:r>
          </a:p>
          <a:p>
            <a:pPr marL="0" indent="0">
              <a:buNone/>
            </a:pPr>
            <a:r>
              <a:rPr lang="en-US" altLang="zh-CN" sz="2200" b="1" dirty="0"/>
              <a:t>       </a:t>
            </a:r>
            <a:r>
              <a:rPr lang="en-US" altLang="zh-CN" sz="2200" b="1" dirty="0" err="1"/>
              <a:t>OSTCBCur</a:t>
            </a:r>
            <a:r>
              <a:rPr lang="en-US" altLang="zh-CN" sz="2200" b="1" dirty="0"/>
              <a:t>= </a:t>
            </a:r>
            <a:r>
              <a:rPr lang="en-US" altLang="zh-CN" sz="2200" b="1" dirty="0" err="1"/>
              <a:t>OSTCBHighRdy</a:t>
            </a:r>
            <a:r>
              <a:rPr lang="en-US" altLang="zh-CN" sz="2200" b="1" dirty="0"/>
              <a:t>;</a:t>
            </a:r>
          </a:p>
          <a:p>
            <a:pPr marL="0" indent="0">
              <a:buNone/>
            </a:pPr>
            <a:r>
              <a:rPr lang="en-US" altLang="zh-CN" sz="2200" b="1" dirty="0"/>
              <a:t>        </a:t>
            </a:r>
            <a:r>
              <a:rPr lang="en-US" altLang="zh-CN" sz="2200" b="1" dirty="0" err="1"/>
              <a:t>OSStartHighRdy</a:t>
            </a:r>
            <a:r>
              <a:rPr lang="en-US" altLang="zh-CN" sz="2200" b="1" dirty="0"/>
              <a:t>();                  /* Execute target specific code to start task     */</a:t>
            </a:r>
          </a:p>
          <a:p>
            <a:pPr marL="0" indent="0">
              <a:buNone/>
            </a:pPr>
            <a:r>
              <a:rPr lang="en-US" altLang="zh-CN" sz="2200" b="1" dirty="0"/>
              <a:t>    }</a:t>
            </a:r>
          </a:p>
          <a:p>
            <a:pPr marL="0" indent="0">
              <a:buNone/>
            </a:pPr>
            <a:r>
              <a:rPr lang="en-US" altLang="zh-CN" sz="2200" b="1" dirty="0"/>
              <a:t>}</a:t>
            </a:r>
            <a:endParaRPr lang="zh-CN" altLang="en-US" sz="2200" b="1" dirty="0"/>
          </a:p>
        </p:txBody>
      </p:sp>
      <p:sp>
        <p:nvSpPr>
          <p:cNvPr id="4" name="矩形 3"/>
          <p:cNvSpPr/>
          <p:nvPr/>
        </p:nvSpPr>
        <p:spPr>
          <a:xfrm>
            <a:off x="1426210" y="2435225"/>
            <a:ext cx="4126865" cy="9258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5" name="对话气泡: 矩形 4"/>
          <p:cNvSpPr/>
          <p:nvPr/>
        </p:nvSpPr>
        <p:spPr>
          <a:xfrm>
            <a:off x="6430645" y="1122921"/>
            <a:ext cx="4419600" cy="1154097"/>
          </a:xfrm>
          <a:prstGeom prst="wedgeRectCallout">
            <a:avLst>
              <a:gd name="adj1" fmla="val -50833"/>
              <a:gd name="adj2" fmla="val 763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黑体" panose="02010609060101010101" pitchFamily="49" charset="-122"/>
              </a:rPr>
              <a:t>在就绪表中，找到优先级最高的就绪任务</a:t>
            </a:r>
          </a:p>
        </p:txBody>
      </p:sp>
      <p:sp>
        <p:nvSpPr>
          <p:cNvPr id="6" name="对话气泡: 矩形 5"/>
          <p:cNvSpPr/>
          <p:nvPr/>
        </p:nvSpPr>
        <p:spPr>
          <a:xfrm>
            <a:off x="3788059" y="5613131"/>
            <a:ext cx="6072326" cy="905523"/>
          </a:xfrm>
          <a:prstGeom prst="wedgeRectCallout">
            <a:avLst>
              <a:gd name="adj1" fmla="val -57383"/>
              <a:gd name="adj2" fmla="val -620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黑体" panose="02010609060101010101" pitchFamily="49" charset="-122"/>
              </a:rPr>
              <a:t>让最高优先级就绪任务开始运行</a:t>
            </a:r>
          </a:p>
        </p:txBody>
      </p:sp>
      <p:sp>
        <p:nvSpPr>
          <p:cNvPr id="7" name="对话气泡: 矩形 6"/>
          <p:cNvSpPr/>
          <p:nvPr/>
        </p:nvSpPr>
        <p:spPr>
          <a:xfrm>
            <a:off x="8097058" y="3497696"/>
            <a:ext cx="3728621" cy="958789"/>
          </a:xfrm>
          <a:prstGeom prst="wedgeRectCallout">
            <a:avLst>
              <a:gd name="adj1" fmla="val -67976"/>
              <a:gd name="adj2" fmla="val 930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黑体" panose="02010609060101010101" pitchFamily="49" charset="-122"/>
              </a:rPr>
              <a:t>找到该任务的</a:t>
            </a:r>
            <a:r>
              <a:rPr lang="en-US" altLang="zh-CN" dirty="0">
                <a:cs typeface="黑体" panose="02010609060101010101" pitchFamily="49" charset="-122"/>
              </a:rPr>
              <a:t>TCB</a:t>
            </a:r>
            <a:endParaRPr lang="zh-CN" altLang="en-US" dirty="0">
              <a:cs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9160" y="2715895"/>
            <a:ext cx="5126990" cy="797560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OS_TCBInit</a:t>
            </a:r>
            <a:r>
              <a:rPr lang="en-US" altLang="zh-CN" dirty="0"/>
              <a:t>()</a:t>
            </a:r>
            <a:r>
              <a:rPr lang="zh-CN" altLang="en-US" dirty="0"/>
              <a:t>流程图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431" y="462212"/>
            <a:ext cx="4172505" cy="57971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标题 1"/>
          <p:cNvSpPr>
            <a:spLocks noGrp="1"/>
          </p:cNvSpPr>
          <p:nvPr>
            <p:ph type="title"/>
          </p:nvPr>
        </p:nvSpPr>
        <p:spPr>
          <a:xfrm>
            <a:off x="1711325" y="233045"/>
            <a:ext cx="8229600" cy="532130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OS_TCBInit</a:t>
            </a:r>
            <a:r>
              <a:rPr lang="zh-CN" altLang="en-US"/>
              <a:t>源码分析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635" y="981075"/>
            <a:ext cx="10901680" cy="58324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/>
            </a:pPr>
            <a:r>
              <a:rPr lang="en-US" altLang="zh-CN" b="1" dirty="0"/>
              <a:t>INT8U  </a:t>
            </a:r>
            <a:r>
              <a:rPr lang="en-US" altLang="zh-CN" b="1" dirty="0" err="1"/>
              <a:t>OS_TCBInit</a:t>
            </a:r>
            <a:r>
              <a:rPr lang="en-US" altLang="zh-CN" b="1" dirty="0"/>
              <a:t> (INT8U </a:t>
            </a:r>
            <a:r>
              <a:rPr lang="en-US" altLang="zh-CN" b="1" dirty="0" err="1"/>
              <a:t>prio</a:t>
            </a:r>
            <a:r>
              <a:rPr lang="en-US" altLang="zh-CN" b="1" dirty="0"/>
              <a:t>, OS_STK *</a:t>
            </a:r>
            <a:r>
              <a:rPr lang="en-US" altLang="zh-CN" b="1" dirty="0" err="1"/>
              <a:t>ptos</a:t>
            </a:r>
            <a:r>
              <a:rPr lang="en-US" altLang="zh-CN" b="1" dirty="0"/>
              <a:t>, OS_STK *</a:t>
            </a:r>
            <a:r>
              <a:rPr lang="en-US" altLang="zh-CN" b="1" dirty="0" err="1"/>
              <a:t>pbos</a:t>
            </a:r>
            <a:r>
              <a:rPr lang="en-US" altLang="zh-CN" b="1" dirty="0"/>
              <a:t>, INT16U id, INT32U </a:t>
            </a:r>
            <a:r>
              <a:rPr lang="en-US" altLang="zh-CN" b="1" dirty="0" err="1"/>
              <a:t>stk_size</a:t>
            </a:r>
            <a:r>
              <a:rPr lang="en-US" altLang="zh-CN" b="1" dirty="0"/>
              <a:t>, void *</a:t>
            </a:r>
            <a:r>
              <a:rPr lang="en-US" altLang="zh-CN" b="1" dirty="0" err="1"/>
              <a:t>pext</a:t>
            </a:r>
            <a:r>
              <a:rPr lang="en-US" altLang="zh-CN" b="1" dirty="0"/>
              <a:t>, INT16U opt)</a:t>
            </a:r>
          </a:p>
          <a:p>
            <a:pPr marL="0" indent="0">
              <a:buNone/>
              <a:defRPr/>
            </a:pPr>
            <a:r>
              <a:rPr lang="en-US" altLang="zh-CN" b="1" dirty="0"/>
              <a:t>{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OS_TCB    *</a:t>
            </a:r>
            <a:r>
              <a:rPr lang="en-US" altLang="zh-CN" b="1" dirty="0" err="1"/>
              <a:t>ptcb</a:t>
            </a:r>
            <a:r>
              <a:rPr lang="en-US" altLang="zh-CN" b="1" dirty="0"/>
              <a:t>;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OS_ENTER_CRITICAL();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</a:t>
            </a:r>
            <a:r>
              <a:rPr lang="en-US" altLang="zh-CN" b="1" dirty="0" err="1"/>
              <a:t>ptcb</a:t>
            </a:r>
            <a:r>
              <a:rPr lang="en-US" altLang="zh-CN" b="1" dirty="0"/>
              <a:t> = </a:t>
            </a:r>
            <a:r>
              <a:rPr lang="en-US" altLang="zh-CN" b="1" dirty="0" err="1"/>
              <a:t>OSTCBFreeList</a:t>
            </a:r>
            <a:r>
              <a:rPr lang="en-US" altLang="zh-CN" b="1" dirty="0"/>
              <a:t>;           /* Get a free TCB from the free TCB list    */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if (</a:t>
            </a:r>
            <a:r>
              <a:rPr lang="en-US" altLang="zh-CN" b="1" dirty="0" err="1"/>
              <a:t>ptcb</a:t>
            </a:r>
            <a:r>
              <a:rPr lang="en-US" altLang="zh-CN" b="1" dirty="0"/>
              <a:t> != (OS_TCB *)0) {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</a:t>
            </a:r>
            <a:r>
              <a:rPr lang="en-US" altLang="zh-CN" b="1" dirty="0" err="1"/>
              <a:t>OSTCBFreeList</a:t>
            </a:r>
            <a:r>
              <a:rPr lang="en-US" altLang="zh-CN" b="1" dirty="0"/>
              <a:t>  = </a:t>
            </a:r>
            <a:r>
              <a:rPr lang="en-US" altLang="zh-CN" b="1" dirty="0" err="1"/>
              <a:t>ptcb</a:t>
            </a:r>
            <a:r>
              <a:rPr lang="en-US" altLang="zh-CN" b="1" dirty="0"/>
              <a:t>-&gt;</a:t>
            </a:r>
            <a:r>
              <a:rPr lang="en-US" altLang="zh-CN" b="1" dirty="0" err="1"/>
              <a:t>OSTCBNext</a:t>
            </a:r>
            <a:r>
              <a:rPr lang="en-US" altLang="zh-CN" b="1" dirty="0"/>
              <a:t>;  /* Update pointer to free TCB list */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OS_EXIT_CRITICAL();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</a:t>
            </a:r>
            <a:r>
              <a:rPr lang="en-US" altLang="zh-CN" b="1" dirty="0" err="1"/>
              <a:t>ptcb</a:t>
            </a:r>
            <a:r>
              <a:rPr lang="en-US" altLang="zh-CN" b="1" dirty="0"/>
              <a:t>-&gt;</a:t>
            </a:r>
            <a:r>
              <a:rPr lang="en-US" altLang="zh-CN" b="1" dirty="0" err="1"/>
              <a:t>OSTCBStkPtr</a:t>
            </a:r>
            <a:r>
              <a:rPr lang="en-US" altLang="zh-CN" b="1" dirty="0"/>
              <a:t>    = </a:t>
            </a:r>
            <a:r>
              <a:rPr lang="en-US" altLang="zh-CN" b="1" dirty="0" err="1"/>
              <a:t>ptos</a:t>
            </a:r>
            <a:r>
              <a:rPr lang="en-US" altLang="zh-CN" b="1" dirty="0"/>
              <a:t>;                /* Load Stack pointer in TCB  */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</a:t>
            </a:r>
            <a:r>
              <a:rPr lang="en-US" altLang="zh-CN" b="1" dirty="0" err="1"/>
              <a:t>ptcb</a:t>
            </a:r>
            <a:r>
              <a:rPr lang="en-US" altLang="zh-CN" b="1" dirty="0"/>
              <a:t>-&gt;</a:t>
            </a:r>
            <a:r>
              <a:rPr lang="en-US" altLang="zh-CN" b="1" dirty="0" err="1"/>
              <a:t>OSTCBPrio</a:t>
            </a:r>
            <a:r>
              <a:rPr lang="en-US" altLang="zh-CN" b="1" dirty="0"/>
              <a:t>      = (INT8U)</a:t>
            </a:r>
            <a:r>
              <a:rPr lang="en-US" altLang="zh-CN" b="1" dirty="0" err="1"/>
              <a:t>prio</a:t>
            </a:r>
            <a:r>
              <a:rPr lang="en-US" altLang="zh-CN" b="1" dirty="0"/>
              <a:t>;     /* Load task priority into TCB     */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</a:t>
            </a:r>
            <a:r>
              <a:rPr lang="en-US" altLang="zh-CN" b="1" dirty="0" err="1"/>
              <a:t>ptcb</a:t>
            </a:r>
            <a:r>
              <a:rPr lang="en-US" altLang="zh-CN" b="1" dirty="0"/>
              <a:t>-&gt;</a:t>
            </a:r>
            <a:r>
              <a:rPr lang="en-US" altLang="zh-CN" b="1" dirty="0" err="1"/>
              <a:t>OSTCBStat</a:t>
            </a:r>
            <a:r>
              <a:rPr lang="en-US" altLang="zh-CN" b="1" dirty="0"/>
              <a:t>      = OS_STAT_RDY;    /* Task is ready to run        */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</a:t>
            </a:r>
            <a:r>
              <a:rPr lang="en-US" altLang="zh-CN" b="1" dirty="0" err="1"/>
              <a:t>ptcb</a:t>
            </a:r>
            <a:r>
              <a:rPr lang="en-US" altLang="zh-CN" b="1" dirty="0"/>
              <a:t>-&gt;</a:t>
            </a:r>
            <a:r>
              <a:rPr lang="en-US" altLang="zh-CN" b="1" dirty="0" err="1"/>
              <a:t>OSTCBDly</a:t>
            </a:r>
            <a:r>
              <a:rPr lang="en-US" altLang="zh-CN" b="1" dirty="0"/>
              <a:t>       = 0;                          /* Task is not delayed           */</a:t>
            </a:r>
          </a:p>
          <a:p>
            <a:pPr marL="0" indent="0">
              <a:buNone/>
              <a:defRPr/>
            </a:pPr>
            <a:endParaRPr lang="en-US" altLang="zh-CN" b="1" dirty="0"/>
          </a:p>
          <a:p>
            <a:pPr marL="0" indent="0">
              <a:buNone/>
              <a:defRPr/>
            </a:pPr>
            <a:r>
              <a:rPr lang="en-US" altLang="zh-CN" b="1" dirty="0"/>
              <a:t>#if OS_TASK_CREATE_EXT_EN &gt; 0</a:t>
            </a:r>
          </a:p>
        </p:txBody>
      </p:sp>
      <p:sp>
        <p:nvSpPr>
          <p:cNvPr id="2" name="矩形 1"/>
          <p:cNvSpPr/>
          <p:nvPr/>
        </p:nvSpPr>
        <p:spPr>
          <a:xfrm>
            <a:off x="745490" y="2512695"/>
            <a:ext cx="4252595" cy="6832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" name="对话气泡: 矩形 3"/>
          <p:cNvSpPr/>
          <p:nvPr/>
        </p:nvSpPr>
        <p:spPr>
          <a:xfrm>
            <a:off x="5104660" y="1686757"/>
            <a:ext cx="4456590" cy="736847"/>
          </a:xfrm>
          <a:prstGeom prst="wedgeRectCallout">
            <a:avLst>
              <a:gd name="adj1" fmla="val -52905"/>
              <a:gd name="adj2" fmla="val 855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黑体" panose="02010609060101010101" pitchFamily="49" charset="-122"/>
              </a:rPr>
              <a:t>获取空</a:t>
            </a:r>
            <a:r>
              <a:rPr lang="en-US" altLang="zh-CN" dirty="0">
                <a:cs typeface="黑体" panose="02010609060101010101" pitchFamily="49" charset="-122"/>
              </a:rPr>
              <a:t>TCB</a:t>
            </a:r>
            <a:r>
              <a:rPr lang="zh-CN" altLang="en-US" dirty="0">
                <a:cs typeface="黑体" panose="02010609060101010101" pitchFamily="49" charset="-122"/>
              </a:rPr>
              <a:t>，并判断是否有效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1342390" y="3528245"/>
            <a:ext cx="420653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680" y="335915"/>
            <a:ext cx="11137900" cy="6057900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altLang="zh-CN" sz="1800" b="1" dirty="0"/>
              <a:t>          </a:t>
            </a:r>
            <a:r>
              <a:rPr lang="en-US" altLang="zh-CN" sz="1800" b="1" dirty="0" err="1"/>
              <a:t>ptcb</a:t>
            </a:r>
            <a:r>
              <a:rPr lang="en-US" altLang="zh-CN" sz="1800" b="1" dirty="0"/>
              <a:t>-&gt;</a:t>
            </a:r>
            <a:r>
              <a:rPr lang="en-US" altLang="zh-CN" sz="1800" b="1" dirty="0" err="1"/>
              <a:t>OSTCBExtPtr</a:t>
            </a:r>
            <a:r>
              <a:rPr lang="en-US" altLang="zh-CN" sz="1800" b="1" dirty="0"/>
              <a:t>    = </a:t>
            </a:r>
            <a:r>
              <a:rPr lang="en-US" altLang="zh-CN" sz="1800" b="1" dirty="0" err="1"/>
              <a:t>pext</a:t>
            </a:r>
            <a:r>
              <a:rPr lang="en-US" altLang="zh-CN" sz="1800" b="1" dirty="0"/>
              <a:t>;            /* Store pointer to TCB extension*/</a:t>
            </a:r>
          </a:p>
          <a:p>
            <a:pPr marL="0" indent="0">
              <a:buNone/>
              <a:defRPr/>
            </a:pPr>
            <a:r>
              <a:rPr lang="en-US" altLang="zh-CN" sz="1800" b="1" dirty="0"/>
              <a:t>        </a:t>
            </a:r>
            <a:r>
              <a:rPr lang="en-US" altLang="zh-CN" sz="1800" b="1" dirty="0" err="1"/>
              <a:t>ptcb</a:t>
            </a:r>
            <a:r>
              <a:rPr lang="en-US" altLang="zh-CN" sz="1800" b="1" dirty="0"/>
              <a:t>-&gt;</a:t>
            </a:r>
            <a:r>
              <a:rPr lang="en-US" altLang="zh-CN" sz="1800" b="1" dirty="0" err="1"/>
              <a:t>OSTCBStkSize</a:t>
            </a:r>
            <a:r>
              <a:rPr lang="en-US" altLang="zh-CN" sz="1800" b="1" dirty="0"/>
              <a:t>   = </a:t>
            </a:r>
            <a:r>
              <a:rPr lang="en-US" altLang="zh-CN" sz="1800" b="1" dirty="0" err="1"/>
              <a:t>stk_size</a:t>
            </a:r>
            <a:r>
              <a:rPr lang="en-US" altLang="zh-CN" sz="1800" b="1" dirty="0"/>
              <a:t>;  /* Store stack size */</a:t>
            </a:r>
          </a:p>
          <a:p>
            <a:pPr marL="0" indent="0">
              <a:buNone/>
              <a:defRPr/>
            </a:pPr>
            <a:r>
              <a:rPr lang="en-US" altLang="zh-CN" sz="1800" b="1" dirty="0"/>
              <a:t>        </a:t>
            </a:r>
            <a:r>
              <a:rPr lang="en-US" altLang="zh-CN" sz="1800" b="1" dirty="0" err="1"/>
              <a:t>ptcb</a:t>
            </a:r>
            <a:r>
              <a:rPr lang="en-US" altLang="zh-CN" sz="1800" b="1" dirty="0"/>
              <a:t>-&gt;</a:t>
            </a:r>
            <a:r>
              <a:rPr lang="en-US" altLang="zh-CN" sz="1800" b="1" dirty="0" err="1"/>
              <a:t>OSTCBStkBottom</a:t>
            </a:r>
            <a:r>
              <a:rPr lang="en-US" altLang="zh-CN" sz="1800" b="1" dirty="0"/>
              <a:t> = </a:t>
            </a:r>
            <a:r>
              <a:rPr lang="en-US" altLang="zh-CN" sz="1800" b="1" dirty="0" err="1"/>
              <a:t>pbos</a:t>
            </a:r>
            <a:r>
              <a:rPr lang="en-US" altLang="zh-CN" sz="1800" b="1" dirty="0"/>
              <a:t>;     /* Store pointer to bottom of stack */</a:t>
            </a:r>
          </a:p>
          <a:p>
            <a:pPr marL="0" indent="0">
              <a:buNone/>
              <a:defRPr/>
            </a:pPr>
            <a:r>
              <a:rPr lang="en-US" altLang="zh-CN" sz="1800" b="1" dirty="0"/>
              <a:t>        </a:t>
            </a:r>
            <a:r>
              <a:rPr lang="en-US" altLang="zh-CN" sz="1800" b="1" dirty="0" err="1"/>
              <a:t>ptcb</a:t>
            </a:r>
            <a:r>
              <a:rPr lang="en-US" altLang="zh-CN" sz="1800" b="1" dirty="0"/>
              <a:t>-&gt;</a:t>
            </a:r>
            <a:r>
              <a:rPr lang="en-US" altLang="zh-CN" sz="1800" b="1" dirty="0" err="1"/>
              <a:t>OSTCBOpt</a:t>
            </a:r>
            <a:r>
              <a:rPr lang="en-US" altLang="zh-CN" sz="1800" b="1" dirty="0"/>
              <a:t>       = opt;                        /* Store task options   */</a:t>
            </a:r>
          </a:p>
          <a:p>
            <a:pPr marL="0" indent="0">
              <a:buNone/>
              <a:defRPr/>
            </a:pPr>
            <a:r>
              <a:rPr lang="en-US" altLang="zh-CN" sz="1800" b="1" dirty="0"/>
              <a:t>        </a:t>
            </a:r>
            <a:r>
              <a:rPr lang="en-US" altLang="zh-CN" sz="1800" b="1" dirty="0" err="1"/>
              <a:t>ptcb</a:t>
            </a:r>
            <a:r>
              <a:rPr lang="en-US" altLang="zh-CN" sz="1800" b="1" dirty="0"/>
              <a:t>-&gt;</a:t>
            </a:r>
            <a:r>
              <a:rPr lang="en-US" altLang="zh-CN" sz="1800" b="1" dirty="0" err="1"/>
              <a:t>OSTCBId</a:t>
            </a:r>
            <a:r>
              <a:rPr lang="en-US" altLang="zh-CN" sz="1800" b="1" dirty="0"/>
              <a:t>        = id;                  /* Store task ID  */</a:t>
            </a:r>
          </a:p>
          <a:p>
            <a:pPr marL="0" indent="0">
              <a:buNone/>
              <a:defRPr/>
            </a:pPr>
            <a:r>
              <a:rPr lang="en-US" altLang="zh-CN" sz="1800" b="1" dirty="0"/>
              <a:t>#else</a:t>
            </a:r>
          </a:p>
          <a:p>
            <a:pPr marL="0" indent="0">
              <a:buNone/>
              <a:defRPr/>
            </a:pPr>
            <a:r>
              <a:rPr lang="en-US" altLang="zh-CN" sz="1800" b="1" dirty="0"/>
              <a:t>        </a:t>
            </a:r>
            <a:r>
              <a:rPr lang="en-US" altLang="zh-CN" sz="1800" b="1" dirty="0" err="1"/>
              <a:t>pext</a:t>
            </a:r>
            <a:r>
              <a:rPr lang="en-US" altLang="zh-CN" sz="1800" b="1" dirty="0"/>
              <a:t>                 = </a:t>
            </a:r>
            <a:r>
              <a:rPr lang="en-US" altLang="zh-CN" sz="1800" b="1" dirty="0" err="1"/>
              <a:t>pext</a:t>
            </a:r>
            <a:r>
              <a:rPr lang="en-US" altLang="zh-CN" sz="1800" b="1" dirty="0"/>
              <a:t>;        /* Prevent compiler warning if not used     */</a:t>
            </a:r>
          </a:p>
          <a:p>
            <a:pPr marL="0" indent="0">
              <a:buNone/>
              <a:defRPr/>
            </a:pPr>
            <a:r>
              <a:rPr lang="en-US" altLang="zh-CN" sz="1800" b="1" dirty="0"/>
              <a:t>        </a:t>
            </a:r>
            <a:r>
              <a:rPr lang="en-US" altLang="zh-CN" sz="1800" b="1" dirty="0" err="1"/>
              <a:t>stk_size</a:t>
            </a:r>
            <a:r>
              <a:rPr lang="en-US" altLang="zh-CN" sz="1800" b="1" dirty="0"/>
              <a:t>             = </a:t>
            </a:r>
            <a:r>
              <a:rPr lang="en-US" altLang="zh-CN" sz="1800" b="1" dirty="0" err="1"/>
              <a:t>stk_size</a:t>
            </a:r>
            <a:r>
              <a:rPr lang="en-US" altLang="zh-CN" sz="1800" b="1" dirty="0"/>
              <a:t>;</a:t>
            </a:r>
          </a:p>
          <a:p>
            <a:pPr marL="0" indent="0">
              <a:buNone/>
              <a:defRPr/>
            </a:pPr>
            <a:r>
              <a:rPr lang="en-US" altLang="zh-CN" sz="1800" b="1" dirty="0"/>
              <a:t>        </a:t>
            </a:r>
            <a:r>
              <a:rPr lang="en-US" altLang="zh-CN" sz="1800" b="1" dirty="0" err="1"/>
              <a:t>pbos</a:t>
            </a:r>
            <a:r>
              <a:rPr lang="en-US" altLang="zh-CN" sz="1800" b="1" dirty="0"/>
              <a:t>                 = </a:t>
            </a:r>
            <a:r>
              <a:rPr lang="en-US" altLang="zh-CN" sz="1800" b="1" dirty="0" err="1"/>
              <a:t>pbos</a:t>
            </a:r>
            <a:r>
              <a:rPr lang="en-US" altLang="zh-CN" sz="1800" b="1" dirty="0"/>
              <a:t>;</a:t>
            </a:r>
          </a:p>
          <a:p>
            <a:pPr marL="0" indent="0">
              <a:buNone/>
              <a:defRPr/>
            </a:pPr>
            <a:r>
              <a:rPr lang="en-US" altLang="zh-CN" sz="1800" b="1" dirty="0"/>
              <a:t>        opt                  = opt;</a:t>
            </a:r>
          </a:p>
          <a:p>
            <a:pPr marL="0" indent="0">
              <a:buNone/>
              <a:defRPr/>
            </a:pPr>
            <a:r>
              <a:rPr lang="en-US" altLang="zh-CN" sz="1800" b="1" dirty="0"/>
              <a:t>        id                   = id;</a:t>
            </a:r>
          </a:p>
          <a:p>
            <a:pPr marL="0" indent="0">
              <a:buNone/>
              <a:defRPr/>
            </a:pPr>
            <a:r>
              <a:rPr lang="en-US" altLang="zh-CN" sz="1800" b="1" dirty="0"/>
              <a:t>#</a:t>
            </a:r>
            <a:r>
              <a:rPr lang="en-US" altLang="zh-CN" sz="1800" b="1" dirty="0" err="1"/>
              <a:t>endif</a:t>
            </a:r>
            <a:endParaRPr lang="en-US" altLang="zh-CN" sz="1800" b="1" dirty="0"/>
          </a:p>
          <a:p>
            <a:pPr marL="0" indent="0">
              <a:buNone/>
              <a:defRPr/>
            </a:pPr>
            <a:r>
              <a:rPr lang="en-US" altLang="zh-CN" sz="1800" b="1" dirty="0"/>
              <a:t>#if OS_TASK_DEL_EN &gt; 0</a:t>
            </a:r>
          </a:p>
          <a:p>
            <a:pPr marL="0" indent="0">
              <a:buNone/>
              <a:defRPr/>
            </a:pPr>
            <a:r>
              <a:rPr lang="en-US" altLang="zh-CN" sz="1800" b="1" dirty="0"/>
              <a:t>        </a:t>
            </a:r>
            <a:r>
              <a:rPr lang="en-US" altLang="zh-CN" sz="1800" b="1" dirty="0" err="1"/>
              <a:t>ptcb</a:t>
            </a:r>
            <a:r>
              <a:rPr lang="en-US" altLang="zh-CN" sz="1800" b="1" dirty="0"/>
              <a:t>-&gt;</a:t>
            </a:r>
            <a:r>
              <a:rPr lang="en-US" altLang="zh-CN" sz="1800" b="1" dirty="0" err="1"/>
              <a:t>OSTCBDelReq</a:t>
            </a:r>
            <a:r>
              <a:rPr lang="en-US" altLang="zh-CN" sz="1800" b="1" dirty="0"/>
              <a:t>    = OS_NO_ERR;</a:t>
            </a:r>
          </a:p>
          <a:p>
            <a:pPr marL="0" indent="0">
              <a:buNone/>
              <a:defRPr/>
            </a:pPr>
            <a:r>
              <a:rPr lang="en-US" altLang="zh-CN" sz="1800" b="1" dirty="0"/>
              <a:t>#</a:t>
            </a:r>
            <a:r>
              <a:rPr lang="en-US" altLang="zh-CN" sz="1800" b="1" dirty="0" err="1"/>
              <a:t>endif</a:t>
            </a:r>
            <a:endParaRPr lang="en-US" altLang="zh-CN" sz="1800" b="1" dirty="0"/>
          </a:p>
          <a:p>
            <a:pPr marL="0" indent="0">
              <a:buNone/>
              <a:defRPr/>
            </a:pPr>
            <a:r>
              <a:rPr lang="en-US" altLang="zh-CN" sz="1800" b="1" dirty="0"/>
              <a:t>        </a:t>
            </a:r>
            <a:r>
              <a:rPr lang="en-US" altLang="zh-CN" sz="1800" b="1" dirty="0" err="1"/>
              <a:t>ptcb</a:t>
            </a:r>
            <a:r>
              <a:rPr lang="en-US" altLang="zh-CN" sz="1800" b="1" dirty="0"/>
              <a:t>-&gt;OSTCBY         = </a:t>
            </a:r>
            <a:r>
              <a:rPr lang="en-US" altLang="zh-CN" sz="1800" b="1" dirty="0" err="1"/>
              <a:t>prio</a:t>
            </a:r>
            <a:r>
              <a:rPr lang="en-US" altLang="zh-CN" sz="1800" b="1" dirty="0"/>
              <a:t> &gt;&gt; 3;      /* Pre-compute X, Y, </a:t>
            </a:r>
            <a:r>
              <a:rPr lang="en-US" altLang="zh-CN" sz="1800" b="1" dirty="0" err="1"/>
              <a:t>BitX</a:t>
            </a:r>
            <a:r>
              <a:rPr lang="en-US" altLang="zh-CN" sz="1800" b="1" dirty="0"/>
              <a:t> and </a:t>
            </a:r>
            <a:r>
              <a:rPr lang="en-US" altLang="zh-CN" sz="1800" b="1" dirty="0" err="1"/>
              <a:t>BitY</a:t>
            </a:r>
            <a:r>
              <a:rPr lang="en-US" altLang="zh-CN" sz="1800" b="1" dirty="0"/>
              <a:t>*/</a:t>
            </a:r>
          </a:p>
          <a:p>
            <a:pPr marL="0" indent="0">
              <a:buNone/>
              <a:defRPr/>
            </a:pPr>
            <a:r>
              <a:rPr lang="en-US" altLang="zh-CN" sz="1800" b="1" dirty="0"/>
              <a:t>        </a:t>
            </a:r>
            <a:r>
              <a:rPr lang="en-US" altLang="zh-CN" sz="1800" b="1" dirty="0" err="1"/>
              <a:t>ptcb</a:t>
            </a:r>
            <a:r>
              <a:rPr lang="en-US" altLang="zh-CN" sz="1800" b="1" dirty="0"/>
              <a:t>-&gt;</a:t>
            </a:r>
            <a:r>
              <a:rPr lang="en-US" altLang="zh-CN" sz="1800" b="1" dirty="0" err="1"/>
              <a:t>OSTCBBitY</a:t>
            </a:r>
            <a:r>
              <a:rPr lang="en-US" altLang="zh-CN" sz="1800" b="1" dirty="0"/>
              <a:t>      = </a:t>
            </a:r>
            <a:r>
              <a:rPr lang="en-US" altLang="zh-CN" sz="1800" b="1" dirty="0" err="1"/>
              <a:t>OSMapTbl</a:t>
            </a:r>
            <a:r>
              <a:rPr lang="en-US" altLang="zh-CN" sz="1800" b="1" dirty="0"/>
              <a:t>[</a:t>
            </a:r>
            <a:r>
              <a:rPr lang="en-US" altLang="zh-CN" sz="1800" b="1" dirty="0" err="1"/>
              <a:t>ptcb</a:t>
            </a:r>
            <a:r>
              <a:rPr lang="en-US" altLang="zh-CN" sz="1800" b="1" dirty="0"/>
              <a:t>-&gt;OSTCBY];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1670" y="275590"/>
            <a:ext cx="11283315" cy="6227445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altLang="zh-CN" sz="1600" b="1" dirty="0"/>
              <a:t>        </a:t>
            </a:r>
            <a:r>
              <a:rPr lang="en-US" altLang="zh-CN" sz="1600" b="1" dirty="0" err="1"/>
              <a:t>ptcb</a:t>
            </a:r>
            <a:r>
              <a:rPr lang="en-US" altLang="zh-CN" sz="1600" b="1" dirty="0"/>
              <a:t>-&gt;OSTCBX         = </a:t>
            </a:r>
            <a:r>
              <a:rPr lang="en-US" altLang="zh-CN" sz="1600" b="1" dirty="0" err="1"/>
              <a:t>prio</a:t>
            </a:r>
            <a:r>
              <a:rPr lang="en-US" altLang="zh-CN" sz="1600" b="1" dirty="0"/>
              <a:t> &amp; 0x07;</a:t>
            </a:r>
          </a:p>
          <a:p>
            <a:pPr marL="0" indent="0">
              <a:buNone/>
              <a:defRPr/>
            </a:pPr>
            <a:r>
              <a:rPr lang="en-US" altLang="zh-CN" sz="1600" b="1" dirty="0"/>
              <a:t>        </a:t>
            </a:r>
            <a:r>
              <a:rPr lang="en-US" altLang="zh-CN" sz="1600" b="1" dirty="0" err="1"/>
              <a:t>ptcb</a:t>
            </a:r>
            <a:r>
              <a:rPr lang="en-US" altLang="zh-CN" sz="1600" b="1" dirty="0"/>
              <a:t>-&gt;</a:t>
            </a:r>
            <a:r>
              <a:rPr lang="en-US" altLang="zh-CN" sz="1600" b="1" dirty="0" err="1"/>
              <a:t>OSTCBBitX</a:t>
            </a:r>
            <a:r>
              <a:rPr lang="en-US" altLang="zh-CN" sz="1600" b="1" dirty="0"/>
              <a:t>      = </a:t>
            </a:r>
            <a:r>
              <a:rPr lang="en-US" altLang="zh-CN" sz="1600" b="1" dirty="0" err="1"/>
              <a:t>OSMapTbl</a:t>
            </a:r>
            <a:r>
              <a:rPr lang="en-US" altLang="zh-CN" sz="1600" b="1" dirty="0"/>
              <a:t>[</a:t>
            </a:r>
            <a:r>
              <a:rPr lang="en-US" altLang="zh-CN" sz="1600" b="1" dirty="0" err="1"/>
              <a:t>ptcb</a:t>
            </a:r>
            <a:r>
              <a:rPr lang="en-US" altLang="zh-CN" sz="1600" b="1" dirty="0"/>
              <a:t>-&gt;OSTCBX];</a:t>
            </a:r>
          </a:p>
          <a:p>
            <a:pPr marL="0" indent="0">
              <a:buNone/>
              <a:defRPr/>
            </a:pPr>
            <a:endParaRPr lang="en-US" altLang="zh-CN" sz="1600" b="1" dirty="0"/>
          </a:p>
          <a:p>
            <a:pPr marL="0" indent="0">
              <a:buNone/>
              <a:defRPr/>
            </a:pPr>
            <a:r>
              <a:rPr lang="en-US" altLang="zh-CN" sz="1600" b="1" dirty="0"/>
              <a:t>#if OS_EVENT_EN &gt; 0</a:t>
            </a:r>
          </a:p>
          <a:p>
            <a:pPr marL="0" indent="0">
              <a:buNone/>
              <a:defRPr/>
            </a:pPr>
            <a:r>
              <a:rPr lang="en-US" altLang="zh-CN" sz="1600" b="1" dirty="0"/>
              <a:t>        </a:t>
            </a:r>
            <a:r>
              <a:rPr lang="en-US" altLang="zh-CN" sz="1600" b="1" dirty="0" err="1"/>
              <a:t>ptcb</a:t>
            </a:r>
            <a:r>
              <a:rPr lang="en-US" altLang="zh-CN" sz="1600" b="1" dirty="0"/>
              <a:t>-&gt;</a:t>
            </a:r>
            <a:r>
              <a:rPr lang="en-US" altLang="zh-CN" sz="1600" b="1" dirty="0" err="1"/>
              <a:t>OSTCBEventPtr</a:t>
            </a:r>
            <a:r>
              <a:rPr lang="en-US" altLang="zh-CN" sz="1600" b="1" dirty="0"/>
              <a:t>  = (OS_EVENT *)0;              /* Task is not pending on an event          */</a:t>
            </a:r>
          </a:p>
          <a:p>
            <a:pPr marL="0" indent="0">
              <a:buNone/>
              <a:defRPr/>
            </a:pPr>
            <a:r>
              <a:rPr lang="en-US" altLang="zh-CN" sz="1600" b="1" dirty="0"/>
              <a:t>#</a:t>
            </a:r>
            <a:r>
              <a:rPr lang="en-US" altLang="zh-CN" sz="1600" b="1" dirty="0" err="1"/>
              <a:t>endif</a:t>
            </a:r>
            <a:endParaRPr lang="en-US" altLang="zh-CN" sz="1600" b="1" dirty="0"/>
          </a:p>
          <a:p>
            <a:pPr marL="0" indent="0">
              <a:buNone/>
              <a:defRPr/>
            </a:pPr>
            <a:endParaRPr lang="en-US" altLang="zh-CN" sz="1600" b="1" dirty="0"/>
          </a:p>
          <a:p>
            <a:pPr marL="0" indent="0">
              <a:buNone/>
              <a:defRPr/>
            </a:pPr>
            <a:r>
              <a:rPr lang="en-US" altLang="zh-CN" sz="1600" b="1" dirty="0"/>
              <a:t>#if (OS_VERSION &gt;= 251) &amp;&amp; (OS_FLAG_EN &gt; 0) &amp;&amp; (OS_MAX_FLAGS &gt; 0) &amp;&amp; (OS_TASK_DEL_EN &gt; 0)</a:t>
            </a:r>
          </a:p>
          <a:p>
            <a:pPr marL="0" indent="0">
              <a:buNone/>
              <a:defRPr/>
            </a:pPr>
            <a:r>
              <a:rPr lang="en-US" altLang="zh-CN" sz="1600" b="1" dirty="0"/>
              <a:t>        </a:t>
            </a:r>
            <a:r>
              <a:rPr lang="en-US" altLang="zh-CN" sz="1600" b="1" dirty="0" err="1"/>
              <a:t>ptcb</a:t>
            </a:r>
            <a:r>
              <a:rPr lang="en-US" altLang="zh-CN" sz="1600" b="1" dirty="0"/>
              <a:t>-&gt;</a:t>
            </a:r>
            <a:r>
              <a:rPr lang="en-US" altLang="zh-CN" sz="1600" b="1" dirty="0" err="1"/>
              <a:t>OSTCBFlagNode</a:t>
            </a:r>
            <a:r>
              <a:rPr lang="en-US" altLang="zh-CN" sz="1600" b="1" dirty="0"/>
              <a:t>  = (OS_FLAG_NODE *)0;          /* Task is not pending on an event flag     */</a:t>
            </a:r>
          </a:p>
          <a:p>
            <a:pPr marL="0" indent="0">
              <a:buNone/>
              <a:defRPr/>
            </a:pPr>
            <a:r>
              <a:rPr lang="en-US" altLang="zh-CN" sz="1600" b="1" dirty="0"/>
              <a:t>#</a:t>
            </a:r>
            <a:r>
              <a:rPr lang="en-US" altLang="zh-CN" sz="1600" b="1" dirty="0" err="1"/>
              <a:t>endif</a:t>
            </a:r>
            <a:endParaRPr lang="en-US" altLang="zh-CN" sz="1600" b="1" dirty="0"/>
          </a:p>
          <a:p>
            <a:pPr marL="0" indent="0">
              <a:buNone/>
              <a:defRPr/>
            </a:pPr>
            <a:endParaRPr lang="en-US" altLang="zh-CN" sz="1600" b="1" dirty="0"/>
          </a:p>
          <a:p>
            <a:pPr marL="0" indent="0">
              <a:buNone/>
              <a:defRPr/>
            </a:pPr>
            <a:r>
              <a:rPr lang="en-US" altLang="zh-CN" sz="1600" b="1" dirty="0"/>
              <a:t>#if (OS_MBOX_EN &gt; 0) || ((OS_Q_EN &gt; 0) &amp;&amp; (OS_MAX_QS &gt; 0))</a:t>
            </a:r>
          </a:p>
          <a:p>
            <a:pPr marL="0" indent="0">
              <a:buNone/>
              <a:defRPr/>
            </a:pPr>
            <a:r>
              <a:rPr lang="en-US" altLang="zh-CN" sz="1600" b="1" dirty="0"/>
              <a:t>        </a:t>
            </a:r>
            <a:r>
              <a:rPr lang="en-US" altLang="zh-CN" sz="1600" b="1" dirty="0" err="1"/>
              <a:t>ptcb</a:t>
            </a:r>
            <a:r>
              <a:rPr lang="en-US" altLang="zh-CN" sz="1600" b="1" dirty="0"/>
              <a:t>-&gt;</a:t>
            </a:r>
            <a:r>
              <a:rPr lang="en-US" altLang="zh-CN" sz="1600" b="1" dirty="0" err="1"/>
              <a:t>OSTCBMsg</a:t>
            </a:r>
            <a:r>
              <a:rPr lang="en-US" altLang="zh-CN" sz="1600" b="1" dirty="0"/>
              <a:t>       = (void *)0;                  /* No message received                      */</a:t>
            </a:r>
          </a:p>
          <a:p>
            <a:pPr marL="0" indent="0">
              <a:buNone/>
              <a:defRPr/>
            </a:pPr>
            <a:r>
              <a:rPr lang="en-US" altLang="zh-CN" sz="1600" b="1" dirty="0"/>
              <a:t>#</a:t>
            </a:r>
            <a:r>
              <a:rPr lang="en-US" altLang="zh-CN" sz="1600" b="1" dirty="0" err="1"/>
              <a:t>endif</a:t>
            </a:r>
            <a:endParaRPr lang="en-US" altLang="zh-CN" sz="1600" b="1" dirty="0"/>
          </a:p>
          <a:p>
            <a:pPr marL="0" indent="0">
              <a:buNone/>
              <a:defRPr/>
            </a:pPr>
            <a:endParaRPr lang="en-US" altLang="zh-CN" sz="1600" b="1" dirty="0"/>
          </a:p>
          <a:p>
            <a:pPr marL="0" indent="0">
              <a:buNone/>
              <a:defRPr/>
            </a:pPr>
            <a:r>
              <a:rPr lang="en-US" altLang="zh-CN" sz="1600" b="1" dirty="0"/>
              <a:t>#if OS_VERSION &gt;= 204</a:t>
            </a:r>
          </a:p>
          <a:p>
            <a:pPr marL="0" indent="0">
              <a:buNone/>
              <a:defRPr/>
            </a:pPr>
            <a:r>
              <a:rPr lang="en-US" altLang="zh-CN" sz="1600" b="1" dirty="0"/>
              <a:t>        </a:t>
            </a:r>
            <a:r>
              <a:rPr lang="en-US" altLang="zh-CN" sz="1600" b="1" dirty="0" err="1"/>
              <a:t>OSTCBInitHook</a:t>
            </a:r>
            <a:r>
              <a:rPr lang="en-US" altLang="zh-CN" sz="1600" b="1" dirty="0"/>
              <a:t>(</a:t>
            </a:r>
            <a:r>
              <a:rPr lang="en-US" altLang="zh-CN" sz="1600" b="1" dirty="0" err="1"/>
              <a:t>ptcb</a:t>
            </a:r>
            <a:r>
              <a:rPr lang="en-US" altLang="zh-CN" sz="1600" b="1" dirty="0"/>
              <a:t>);</a:t>
            </a:r>
          </a:p>
          <a:p>
            <a:pPr marL="0" indent="0">
              <a:buNone/>
              <a:defRPr/>
            </a:pPr>
            <a:r>
              <a:rPr lang="en-US" altLang="zh-CN" sz="1600" b="1" dirty="0"/>
              <a:t>#</a:t>
            </a:r>
            <a:r>
              <a:rPr lang="en-US" altLang="zh-CN" sz="1600" b="1" dirty="0" err="1"/>
              <a:t>endif</a:t>
            </a:r>
            <a:endParaRPr lang="en-US" altLang="zh-CN" sz="1600" b="1" dirty="0"/>
          </a:p>
          <a:p>
            <a:pPr marL="0" indent="0">
              <a:buNone/>
              <a:defRPr/>
            </a:pPr>
            <a:endParaRPr lang="en-US" altLang="zh-CN" sz="16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080" y="621030"/>
            <a:ext cx="11214100" cy="622744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/>
            </a:pPr>
            <a:r>
              <a:rPr lang="en-US" altLang="zh-CN" b="1" dirty="0"/>
              <a:t>        </a:t>
            </a:r>
            <a:r>
              <a:rPr lang="en-US" altLang="zh-CN" b="1" dirty="0" err="1"/>
              <a:t>OSTaskCreateHook</a:t>
            </a:r>
            <a:r>
              <a:rPr lang="en-US" altLang="zh-CN" b="1" dirty="0"/>
              <a:t>(</a:t>
            </a:r>
            <a:r>
              <a:rPr lang="en-US" altLang="zh-CN" b="1" dirty="0" err="1"/>
              <a:t>ptcb</a:t>
            </a:r>
            <a:r>
              <a:rPr lang="en-US" altLang="zh-CN" b="1" dirty="0"/>
              <a:t>);    /* Call user defined hook  */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OS_ENTER_CRITICAL();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</a:t>
            </a:r>
            <a:r>
              <a:rPr lang="en-US" altLang="zh-CN" b="1" dirty="0" err="1"/>
              <a:t>OSTCBPrioTbl</a:t>
            </a:r>
            <a:r>
              <a:rPr lang="en-US" altLang="zh-CN" b="1" dirty="0"/>
              <a:t>[</a:t>
            </a:r>
            <a:r>
              <a:rPr lang="en-US" altLang="zh-CN" b="1" dirty="0" err="1"/>
              <a:t>prio</a:t>
            </a:r>
            <a:r>
              <a:rPr lang="en-US" altLang="zh-CN" b="1" dirty="0"/>
              <a:t>] = </a:t>
            </a:r>
            <a:r>
              <a:rPr lang="en-US" altLang="zh-CN" b="1" dirty="0" err="1"/>
              <a:t>ptcb</a:t>
            </a:r>
            <a:r>
              <a:rPr lang="en-US" altLang="zh-CN" b="1" dirty="0"/>
              <a:t>;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</a:t>
            </a:r>
            <a:r>
              <a:rPr lang="en-US" altLang="zh-CN" b="1" dirty="0" err="1"/>
              <a:t>ptcb</a:t>
            </a:r>
            <a:r>
              <a:rPr lang="en-US" altLang="zh-CN" b="1" dirty="0"/>
              <a:t>-&gt;</a:t>
            </a:r>
            <a:r>
              <a:rPr lang="en-US" altLang="zh-CN" b="1" dirty="0" err="1"/>
              <a:t>OSTCBNext</a:t>
            </a:r>
            <a:r>
              <a:rPr lang="en-US" altLang="zh-CN" b="1" dirty="0"/>
              <a:t>    = </a:t>
            </a:r>
            <a:r>
              <a:rPr lang="en-US" altLang="zh-CN" b="1" dirty="0" err="1"/>
              <a:t>OSTCBList</a:t>
            </a:r>
            <a:r>
              <a:rPr lang="en-US" altLang="zh-CN" b="1" dirty="0"/>
              <a:t>; /* Link into TCB chain */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</a:t>
            </a:r>
            <a:r>
              <a:rPr lang="en-US" altLang="zh-CN" b="1" dirty="0" err="1"/>
              <a:t>ptcb</a:t>
            </a:r>
            <a:r>
              <a:rPr lang="en-US" altLang="zh-CN" b="1" dirty="0"/>
              <a:t>-&gt;</a:t>
            </a:r>
            <a:r>
              <a:rPr lang="en-US" altLang="zh-CN" b="1" dirty="0" err="1"/>
              <a:t>OSTCBPrev</a:t>
            </a:r>
            <a:r>
              <a:rPr lang="en-US" altLang="zh-CN" b="1" dirty="0"/>
              <a:t>    = (OS_TCB *)0;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if (</a:t>
            </a:r>
            <a:r>
              <a:rPr lang="en-US" altLang="zh-CN" b="1" dirty="0" err="1"/>
              <a:t>OSTCBList</a:t>
            </a:r>
            <a:r>
              <a:rPr lang="en-US" altLang="zh-CN" b="1" dirty="0"/>
              <a:t> != (OS_TCB *)0) {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    </a:t>
            </a:r>
            <a:r>
              <a:rPr lang="en-US" altLang="zh-CN" b="1" dirty="0" err="1"/>
              <a:t>OSTCBList</a:t>
            </a:r>
            <a:r>
              <a:rPr lang="en-US" altLang="zh-CN" b="1" dirty="0"/>
              <a:t>-&gt;</a:t>
            </a:r>
            <a:r>
              <a:rPr lang="en-US" altLang="zh-CN" b="1" dirty="0" err="1"/>
              <a:t>OSTCBPrev</a:t>
            </a:r>
            <a:r>
              <a:rPr lang="en-US" altLang="zh-CN" b="1" dirty="0"/>
              <a:t> = </a:t>
            </a:r>
            <a:r>
              <a:rPr lang="en-US" altLang="zh-CN" b="1" dirty="0" err="1"/>
              <a:t>ptcb</a:t>
            </a:r>
            <a:r>
              <a:rPr lang="en-US" altLang="zh-CN" b="1" dirty="0"/>
              <a:t>;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}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</a:t>
            </a:r>
            <a:r>
              <a:rPr lang="en-US" altLang="zh-CN" b="1" dirty="0" err="1"/>
              <a:t>OSTCBList</a:t>
            </a:r>
            <a:r>
              <a:rPr lang="en-US" altLang="zh-CN" b="1" dirty="0"/>
              <a:t>               = </a:t>
            </a:r>
            <a:r>
              <a:rPr lang="en-US" altLang="zh-CN" b="1" dirty="0" err="1"/>
              <a:t>ptcb</a:t>
            </a:r>
            <a:r>
              <a:rPr lang="en-US" altLang="zh-CN" b="1" dirty="0"/>
              <a:t>;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</a:t>
            </a:r>
            <a:r>
              <a:rPr lang="en-US" altLang="zh-CN" b="1" dirty="0" err="1"/>
              <a:t>OSRdyGrp</a:t>
            </a:r>
            <a:r>
              <a:rPr lang="en-US" altLang="zh-CN" b="1" dirty="0"/>
              <a:t>               |= </a:t>
            </a:r>
            <a:r>
              <a:rPr lang="en-US" altLang="zh-CN" b="1" dirty="0" err="1"/>
              <a:t>ptcb</a:t>
            </a:r>
            <a:r>
              <a:rPr lang="en-US" altLang="zh-CN" b="1" dirty="0"/>
              <a:t>-&gt;</a:t>
            </a:r>
            <a:r>
              <a:rPr lang="en-US" altLang="zh-CN" b="1" dirty="0" err="1"/>
              <a:t>OSTCBBitY</a:t>
            </a:r>
            <a:r>
              <a:rPr lang="en-US" altLang="zh-CN" b="1" dirty="0"/>
              <a:t>; /* Make task ready to run */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</a:t>
            </a:r>
            <a:r>
              <a:rPr lang="en-US" altLang="zh-CN" b="1" dirty="0" err="1"/>
              <a:t>OSRdyTbl</a:t>
            </a:r>
            <a:r>
              <a:rPr lang="en-US" altLang="zh-CN" b="1" dirty="0"/>
              <a:t>[</a:t>
            </a:r>
            <a:r>
              <a:rPr lang="en-US" altLang="zh-CN" b="1" dirty="0" err="1"/>
              <a:t>ptcb</a:t>
            </a:r>
            <a:r>
              <a:rPr lang="en-US" altLang="zh-CN" b="1" dirty="0"/>
              <a:t>-&gt;OSTCBY] |= </a:t>
            </a:r>
            <a:r>
              <a:rPr lang="en-US" altLang="zh-CN" b="1" dirty="0" err="1"/>
              <a:t>ptcb</a:t>
            </a:r>
            <a:r>
              <a:rPr lang="en-US" altLang="zh-CN" b="1" dirty="0"/>
              <a:t>-&gt;</a:t>
            </a:r>
            <a:r>
              <a:rPr lang="en-US" altLang="zh-CN" b="1" dirty="0" err="1"/>
              <a:t>OSTCBBitX</a:t>
            </a:r>
            <a:r>
              <a:rPr lang="en-US" altLang="zh-CN" b="1" dirty="0"/>
              <a:t>;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OS_EXIT_CRITICAL();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    return (OS_NO_ERR);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}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OS_EXIT_CRITICAL();</a:t>
            </a:r>
          </a:p>
          <a:p>
            <a:pPr marL="0" indent="0">
              <a:buNone/>
              <a:defRPr/>
            </a:pPr>
            <a:r>
              <a:rPr lang="en-US" altLang="zh-CN" b="1" dirty="0"/>
              <a:t>    return (OS_NO_MORE_TCB);</a:t>
            </a:r>
          </a:p>
          <a:p>
            <a:pPr marL="0" indent="0">
              <a:buNone/>
              <a:defRPr/>
            </a:pPr>
            <a:r>
              <a:rPr lang="en-US" altLang="zh-CN" b="1" dirty="0"/>
              <a:t>}</a:t>
            </a:r>
          </a:p>
          <a:p>
            <a:pPr>
              <a:defRPr/>
            </a:pPr>
            <a:endParaRPr lang="zh-CN" altLang="en-US" b="1" dirty="0"/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1710055" y="1891030"/>
            <a:ext cx="3598545" cy="127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615440" y="1962150"/>
            <a:ext cx="4616450" cy="13646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6" name="对话气泡: 矩形 5"/>
          <p:cNvSpPr/>
          <p:nvPr/>
        </p:nvSpPr>
        <p:spPr>
          <a:xfrm>
            <a:off x="7531293" y="2359077"/>
            <a:ext cx="3036163" cy="967664"/>
          </a:xfrm>
          <a:prstGeom prst="wedgeRectCallout">
            <a:avLst>
              <a:gd name="adj1" fmla="val -65570"/>
              <a:gd name="adj2" fmla="val 111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黑体" panose="02010609060101010101" pitchFamily="49" charset="-122"/>
              </a:rPr>
              <a:t>加入到</a:t>
            </a:r>
            <a:r>
              <a:rPr lang="en-US" altLang="zh-CN" dirty="0" err="1">
                <a:cs typeface="黑体" panose="02010609060101010101" pitchFamily="49" charset="-122"/>
              </a:rPr>
              <a:t>TCBList</a:t>
            </a:r>
            <a:r>
              <a:rPr lang="zh-CN" altLang="en-US" dirty="0">
                <a:cs typeface="黑体" panose="02010609060101010101" pitchFamily="49" charset="-122"/>
              </a:rPr>
              <a:t>的头部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81" name="内容占位符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58925" y="260351"/>
            <a:ext cx="9755188" cy="6481763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黑体"/>
        <a:ea typeface=""/>
        <a:cs typeface=""/>
        <a:font script="Jpan" typeface="游ゴシック Light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游ゴシック"/>
        <a:font script="Hang" typeface="맑은 고딕"/>
        <a:font script="Hans" typeface="黑体"/>
        <a:font script="Hant" typeface="新細明體"/>
        <a:font script="Arab" typeface="黑体"/>
        <a:font script="Hebr" typeface="黑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黑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黑体"/>
        <a:font script="Hebr" typeface="黑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黑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黑体"/>
        <a:font script="Hebr" typeface="黑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黑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1735</Words>
  <Application>Microsoft Office PowerPoint</Application>
  <PresentationFormat>宽屏</PresentationFormat>
  <Paragraphs>195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黑体</vt:lpstr>
      <vt:lpstr>Arial</vt:lpstr>
      <vt:lpstr>Office 主题​​</vt:lpstr>
      <vt:lpstr>任务相关函数代码讲解</vt:lpstr>
      <vt:lpstr>空闲任务流程图</vt:lpstr>
      <vt:lpstr>空闲任务代码</vt:lpstr>
      <vt:lpstr>调度函数流程图</vt:lpstr>
      <vt:lpstr>调度函数</vt:lpstr>
      <vt:lpstr>任务创建函数流程图</vt:lpstr>
      <vt:lpstr>任务创建函数（1）</vt:lpstr>
      <vt:lpstr>任务创建函数（2）</vt:lpstr>
      <vt:lpstr>操作系统初始化函数OSInit（1）</vt:lpstr>
      <vt:lpstr>操作系统初始化函数OSInit（2）</vt:lpstr>
      <vt:lpstr>操作系统启动函数OSStart（）</vt:lpstr>
      <vt:lpstr>OS_TCBInit()流程图</vt:lpstr>
      <vt:lpstr>OS_TCBInit源码分析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google</dc:creator>
  <cp:lastModifiedBy>strong stone</cp:lastModifiedBy>
  <cp:revision>15</cp:revision>
  <dcterms:created xsi:type="dcterms:W3CDTF">2020-11-11T10:54:33Z</dcterms:created>
  <dcterms:modified xsi:type="dcterms:W3CDTF">2021-01-28T03:12:59Z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2052-2.7.1.4479</vt:lpwstr>
  </property>
</Properties>
</file>