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2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3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4.xml" ContentType="application/inkml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ink/ink9.xml" ContentType="application/inkml+xml"/>
  <Override PartName="/ppt/ink/ink10.xml" ContentType="application/inkml+xml"/>
  <Override PartName="/ppt/ink/ink11.xml" ContentType="application/inkml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ink/ink12.xml" ContentType="application/inkml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ink/ink13.xml" ContentType="application/inkml+xml"/>
  <Override PartName="/ppt/ink/ink14.xml" ContentType="application/inkml+xml"/>
  <Override PartName="/ppt/ink/ink15.xml" ContentType="application/inkml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ink/ink32.xml" ContentType="application/inkml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ink/ink33.xml" ContentType="application/inkml+xml"/>
  <Override PartName="/ppt/ink/ink34.xml" ContentType="application/inkml+xml"/>
  <Override PartName="/ppt/notesSlides/notesSlide1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notesSlides/notesSlide2.xml" ContentType="application/vnd.openxmlformats-officedocument.presentationml.notesSlide+xml"/>
  <Override PartName="/ppt/ink/ink46.xml" ContentType="application/inkml+xml"/>
  <Override PartName="/ppt/notesSlides/notesSlide3.xml" ContentType="application/vnd.openxmlformats-officedocument.presentationml.notesSlide+xml"/>
  <Override PartName="/ppt/ink/ink47.xml" ContentType="application/inkml+xml"/>
  <Override PartName="/ppt/notesSlides/notesSlide4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ink/ink48.xml" ContentType="application/inkml+xml"/>
  <Override PartName="/ppt/notesSlides/notesSlide5.xml" ContentType="application/vnd.openxmlformats-officedocument.presentationml.notesSlide+xml"/>
  <Override PartName="/ppt/ink/ink49.xml" ContentType="application/inkml+xml"/>
  <Override PartName="/ppt/notesSlides/notesSlide6.xml" ContentType="application/vnd.openxmlformats-officedocument.presentationml.notesSlide+xml"/>
  <Override PartName="/ppt/ink/ink50.xml" ContentType="application/inkml+xml"/>
  <Override PartName="/ppt/notesSlides/notesSlide7.xml" ContentType="application/vnd.openxmlformats-officedocument.presentationml.notesSlide+xml"/>
  <Override PartName="/ppt/ink/ink51.xml" ContentType="application/inkml+xml"/>
  <Override PartName="/ppt/notesSlides/notesSlide8.xml" ContentType="application/vnd.openxmlformats-officedocument.presentationml.notesSlide+xml"/>
  <Override PartName="/ppt/ink/ink52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53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54.xml" ContentType="application/inkml+xml"/>
  <Override PartName="/ppt/notesSlides/notesSlide13.xml" ContentType="application/vnd.openxmlformats-officedocument.presentationml.notesSlide+xml"/>
  <Override PartName="/ppt/ink/ink55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notesSlides/notesSlide16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ink/ink62.xml" ContentType="application/inkml+xml"/>
  <Override PartName="/ppt/notesSlides/notesSlide17.xml" ContentType="application/vnd.openxmlformats-officedocument.presentationml.notesSlide+xml"/>
  <Override PartName="/ppt/ink/ink63.xml" ContentType="application/inkml+xml"/>
  <Override PartName="/ppt/notesSlides/notesSlide18.xml" ContentType="application/vnd.openxmlformats-officedocument.presentationml.notesSlide+xml"/>
  <Override PartName="/ppt/ink/ink64.xml" ContentType="application/inkml+xml"/>
  <Override PartName="/ppt/notesSlides/notesSlide19.xml" ContentType="application/vnd.openxmlformats-officedocument.presentationml.notesSlide+xml"/>
  <Override PartName="/ppt/ink/ink65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257" r:id="rId2"/>
    <p:sldId id="259" r:id="rId3"/>
    <p:sldId id="300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311" r:id="rId15"/>
    <p:sldId id="312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336" r:id="rId35"/>
    <p:sldId id="313" r:id="rId36"/>
    <p:sldId id="321" r:id="rId37"/>
    <p:sldId id="314" r:id="rId38"/>
    <p:sldId id="322" r:id="rId39"/>
    <p:sldId id="315" r:id="rId40"/>
    <p:sldId id="323" r:id="rId41"/>
    <p:sldId id="324" r:id="rId42"/>
    <p:sldId id="325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1" r:id="rId55"/>
    <p:sldId id="302" r:id="rId56"/>
    <p:sldId id="303" r:id="rId57"/>
    <p:sldId id="304" r:id="rId58"/>
    <p:sldId id="305" r:id="rId59"/>
    <p:sldId id="306" r:id="rId60"/>
    <p:sldId id="326" r:id="rId61"/>
    <p:sldId id="330" r:id="rId62"/>
    <p:sldId id="332" r:id="rId63"/>
    <p:sldId id="331" r:id="rId64"/>
    <p:sldId id="333" r:id="rId65"/>
    <p:sldId id="328" r:id="rId66"/>
    <p:sldId id="329" r:id="rId67"/>
    <p:sldId id="327" r:id="rId68"/>
    <p:sldId id="307" r:id="rId69"/>
    <p:sldId id="316" r:id="rId70"/>
    <p:sldId id="317" r:id="rId71"/>
    <p:sldId id="318" r:id="rId72"/>
    <p:sldId id="319" r:id="rId73"/>
    <p:sldId id="334" r:id="rId74"/>
    <p:sldId id="335" r:id="rId75"/>
    <p:sldId id="308" r:id="rId76"/>
    <p:sldId id="310" r:id="rId7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辰星 赵" initials="辰赵" lastIdx="2" clrIdx="0">
    <p:extLst>
      <p:ext uri="{19B8F6BF-5375-455C-9EA6-DF929625EA0E}">
        <p15:presenceInfo xmlns:p15="http://schemas.microsoft.com/office/powerpoint/2012/main" userId="1418ec35f839f0b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8583"/>
    <a:srgbClr val="FFFFCC"/>
    <a:srgbClr val="CD7371"/>
    <a:srgbClr val="FF00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56" autoAdjust="0"/>
  </p:normalViewPr>
  <p:slideViewPr>
    <p:cSldViewPr>
      <p:cViewPr>
        <p:scale>
          <a:sx n="100" d="100"/>
          <a:sy n="100" d="100"/>
        </p:scale>
        <p:origin x="754" y="1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_rels/data9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_rels/data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_rels/drawing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vList3#1" loCatId="list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endParaRPr lang="zh-CN" altLang="en-US"/>
        </a:p>
      </dgm:t>
    </dgm:pt>
    <dgm:pt modelId="{13106C34-DDA7-4704-AE3C-0B0E4328523F}">
      <dgm:prSet custT="1"/>
      <dgm:spPr/>
      <dgm:t>
        <a:bodyPr/>
        <a:lstStyle/>
        <a:p>
          <a:pPr marL="0" indent="177800" algn="l" rtl="0"/>
          <a:r>
            <a:rPr lang="en-GB" altLang="zh-CN" sz="2000" b="1" dirty="0"/>
            <a:t>5.1 GPIO</a:t>
          </a:r>
          <a:r>
            <a:rPr lang="zh-CN" altLang="en-US" sz="2000" b="1" dirty="0"/>
            <a:t>概述</a:t>
          </a:r>
          <a:endParaRPr lang="zh-CN" sz="2000" b="1" dirty="0"/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pPr algn="l"/>
          <a:endParaRPr lang="zh-CN" altLang="en-US" sz="2000" b="1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pPr algn="l"/>
          <a:endParaRPr lang="zh-CN" altLang="en-US" sz="2000" b="1"/>
        </a:p>
      </dgm:t>
    </dgm:pt>
    <dgm:pt modelId="{047B7240-9B3B-4945-ABFC-8AA577225995}">
      <dgm:prSet custT="1"/>
      <dgm:spPr/>
      <dgm:t>
        <a:bodyPr/>
        <a:lstStyle/>
        <a:p>
          <a:pPr marL="0" indent="177800" algn="l" rtl="0"/>
          <a:r>
            <a:rPr lang="en-GB" altLang="zh-CN" sz="2000" b="1" dirty="0"/>
            <a:t>5.2 STM32</a:t>
          </a:r>
          <a:r>
            <a:rPr lang="zh-CN" altLang="en-US" sz="2000" b="1" dirty="0"/>
            <a:t>的</a:t>
          </a:r>
          <a:r>
            <a:rPr lang="en-GB" altLang="zh-CN" sz="2000" b="1" dirty="0"/>
            <a:t>GPIO</a:t>
          </a:r>
          <a:r>
            <a:rPr lang="zh-CN" altLang="en-US" sz="2000" b="1" dirty="0"/>
            <a:t>工作原理</a:t>
          </a:r>
          <a:endParaRPr lang="zh-CN" sz="2000" b="1" dirty="0"/>
        </a:p>
      </dgm:t>
    </dgm:pt>
    <dgm:pt modelId="{30432C7E-5CB4-43B7-ABDA-FDD668F97924}" type="parTrans" cxnId="{8ECEC30A-7947-4089-82B2-F4118177782E}">
      <dgm:prSet/>
      <dgm:spPr/>
      <dgm:t>
        <a:bodyPr/>
        <a:lstStyle/>
        <a:p>
          <a:pPr algn="l"/>
          <a:endParaRPr lang="zh-CN" altLang="en-US" sz="2000" b="1"/>
        </a:p>
      </dgm:t>
    </dgm:pt>
    <dgm:pt modelId="{2AD50ABE-3325-4DD9-8E1F-7ECDCF00ED92}" type="sibTrans" cxnId="{8ECEC30A-7947-4089-82B2-F4118177782E}">
      <dgm:prSet/>
      <dgm:spPr/>
      <dgm:t>
        <a:bodyPr/>
        <a:lstStyle/>
        <a:p>
          <a:pPr algn="l"/>
          <a:endParaRPr lang="zh-CN" altLang="en-US" sz="2000" b="1"/>
        </a:p>
      </dgm:t>
    </dgm:pt>
    <dgm:pt modelId="{C03C3471-A4DA-417B-8393-2DA0F765F0DE}">
      <dgm:prSet custT="1"/>
      <dgm:spPr/>
      <dgm:t>
        <a:bodyPr/>
        <a:lstStyle/>
        <a:p>
          <a:pPr marL="0" indent="177800" algn="l" rtl="0"/>
          <a:r>
            <a:rPr lang="en-US" altLang="zh-CN" sz="2000" b="1" dirty="0"/>
            <a:t>5.3 GPIO</a:t>
          </a:r>
          <a:r>
            <a:rPr lang="zh-CN" altLang="en-US" sz="2000" b="1" dirty="0"/>
            <a:t>模块的标准外设库接口函数及应用</a:t>
          </a:r>
          <a:endParaRPr lang="zh-CN" sz="2000" b="1" dirty="0"/>
        </a:p>
      </dgm:t>
    </dgm:pt>
    <dgm:pt modelId="{1933975E-8B86-46FF-B7C1-099FB70E688A}" type="parTrans" cxnId="{972459DD-7803-4179-A553-DC73E2AA763F}">
      <dgm:prSet/>
      <dgm:spPr/>
      <dgm:t>
        <a:bodyPr/>
        <a:lstStyle/>
        <a:p>
          <a:pPr algn="l"/>
          <a:endParaRPr lang="zh-CN" altLang="en-US" sz="2000" b="1"/>
        </a:p>
      </dgm:t>
    </dgm:pt>
    <dgm:pt modelId="{B2D04BCB-8D1E-44D6-B48A-12C7951CB416}" type="sibTrans" cxnId="{972459DD-7803-4179-A553-DC73E2AA763F}">
      <dgm:prSet/>
      <dgm:spPr/>
      <dgm:t>
        <a:bodyPr/>
        <a:lstStyle/>
        <a:p>
          <a:pPr algn="l"/>
          <a:endParaRPr lang="zh-CN" altLang="en-US" sz="2000" b="1"/>
        </a:p>
      </dgm:t>
    </dgm:pt>
    <dgm:pt modelId="{272A1E72-89D8-435F-ABBC-9FE234A43252}">
      <dgm:prSet custT="1"/>
      <dgm:spPr/>
      <dgm:t>
        <a:bodyPr/>
        <a:lstStyle/>
        <a:p>
          <a:pPr marL="0" indent="177800" algn="l" rtl="0"/>
          <a:r>
            <a:rPr lang="en-US" sz="2000" b="1" dirty="0"/>
            <a:t>5.4 GPIO</a:t>
          </a:r>
          <a:r>
            <a:rPr lang="zh-CN" sz="2000" b="1" dirty="0"/>
            <a:t>模块的</a:t>
          </a:r>
          <a:r>
            <a:rPr lang="en-US" sz="2000" b="1" dirty="0"/>
            <a:t>HAL</a:t>
          </a:r>
          <a:r>
            <a:rPr lang="zh-CN" sz="2000" b="1" dirty="0"/>
            <a:t>库接口函数及应用</a:t>
          </a:r>
        </a:p>
      </dgm:t>
    </dgm:pt>
    <dgm:pt modelId="{A0A1EA4B-DAC0-4B94-8B11-139BB9C11FB5}" type="parTrans" cxnId="{954B69F5-7AC8-4D7D-ABDF-192385BA37D4}">
      <dgm:prSet/>
      <dgm:spPr/>
      <dgm:t>
        <a:bodyPr/>
        <a:lstStyle/>
        <a:p>
          <a:pPr algn="l"/>
          <a:endParaRPr lang="zh-CN" altLang="en-US" sz="2000" b="1"/>
        </a:p>
      </dgm:t>
    </dgm:pt>
    <dgm:pt modelId="{61F94D7D-F4DF-43A8-98D1-22E94A9786B6}" type="sibTrans" cxnId="{954B69F5-7AC8-4D7D-ABDF-192385BA37D4}">
      <dgm:prSet/>
      <dgm:spPr/>
      <dgm:t>
        <a:bodyPr/>
        <a:lstStyle/>
        <a:p>
          <a:pPr algn="l"/>
          <a:endParaRPr lang="zh-CN" altLang="en-US" sz="2000" b="1"/>
        </a:p>
      </dgm:t>
    </dgm:pt>
    <dgm:pt modelId="{F6560506-4B19-42B0-9ECC-D285FFD75BE0}">
      <dgm:prSet custT="1"/>
      <dgm:spPr/>
      <dgm:t>
        <a:bodyPr/>
        <a:lstStyle/>
        <a:p>
          <a:pPr marL="0" indent="177800" algn="l" rtl="0"/>
          <a:r>
            <a:rPr lang="en-US" altLang="zh-CN" sz="2000" b="1" dirty="0"/>
            <a:t>5.5 </a:t>
          </a:r>
          <a:r>
            <a:rPr lang="zh-CN" altLang="en-US" sz="2000" b="1" dirty="0"/>
            <a:t>编程思想之模块化编程</a:t>
          </a:r>
          <a:endParaRPr lang="zh-CN" sz="2000" b="1" dirty="0"/>
        </a:p>
      </dgm:t>
    </dgm:pt>
    <dgm:pt modelId="{93E31AF0-A538-452B-9BD3-0F36B6B21C73}" type="parTrans" cxnId="{45B2CE03-4694-46A2-BDFF-552D0B582A66}">
      <dgm:prSet/>
      <dgm:spPr/>
      <dgm:t>
        <a:bodyPr/>
        <a:lstStyle/>
        <a:p>
          <a:endParaRPr lang="zh-CN" altLang="en-US"/>
        </a:p>
      </dgm:t>
    </dgm:pt>
    <dgm:pt modelId="{45B9D6D2-C390-4460-8A29-6A5A085F6C46}" type="sibTrans" cxnId="{45B2CE03-4694-46A2-BDFF-552D0B582A66}">
      <dgm:prSet/>
      <dgm:spPr/>
      <dgm:t>
        <a:bodyPr/>
        <a:lstStyle/>
        <a:p>
          <a:endParaRPr lang="zh-CN" altLang="en-US"/>
        </a:p>
      </dgm:t>
    </dgm:pt>
    <dgm:pt modelId="{01BA8000-F013-4439-BEFE-860C47094334}" type="pres">
      <dgm:prSet presAssocID="{A02CEBAA-E1A0-4A5E-892A-353144A3ECB1}" presName="linearFlow" presStyleCnt="0">
        <dgm:presLayoutVars>
          <dgm:dir/>
          <dgm:resizeHandles val="exact"/>
        </dgm:presLayoutVars>
      </dgm:prSet>
      <dgm:spPr/>
    </dgm:pt>
    <dgm:pt modelId="{28DE22D8-6D57-4E52-9246-B2B231773FAC}" type="pres">
      <dgm:prSet presAssocID="{13106C34-DDA7-4704-AE3C-0B0E4328523F}" presName="composite" presStyleCnt="0"/>
      <dgm:spPr/>
    </dgm:pt>
    <dgm:pt modelId="{BD893DEC-F94E-4CFD-8B1D-44EBE27F01D8}" type="pres">
      <dgm:prSet presAssocID="{13106C34-DDA7-4704-AE3C-0B0E4328523F}" presName="imgShp" presStyleLbl="fgImgPlace1" presStyleIdx="0" presStyleCnt="5" custLinFactX="-18614" custLinFactNeighborX="-100000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144B12B0-8ED7-423A-98C2-ACC6EE7F5834}" type="pres">
      <dgm:prSet presAssocID="{13106C34-DDA7-4704-AE3C-0B0E4328523F}" presName="txShp" presStyleLbl="node1" presStyleIdx="0" presStyleCnt="5" custScaleX="133288">
        <dgm:presLayoutVars>
          <dgm:bulletEnabled val="1"/>
        </dgm:presLayoutVars>
      </dgm:prSet>
      <dgm:spPr/>
    </dgm:pt>
    <dgm:pt modelId="{29BC0434-ED20-4C04-9137-BBCAA037438E}" type="pres">
      <dgm:prSet presAssocID="{09265D00-2571-440C-8A2D-A0D7C0ECA357}" presName="spacing" presStyleCnt="0"/>
      <dgm:spPr/>
    </dgm:pt>
    <dgm:pt modelId="{EC350B0D-0634-4595-A61D-EA92D440B58A}" type="pres">
      <dgm:prSet presAssocID="{047B7240-9B3B-4945-ABFC-8AA577225995}" presName="composite" presStyleCnt="0"/>
      <dgm:spPr/>
    </dgm:pt>
    <dgm:pt modelId="{536BAE9F-688B-43CA-8A61-824EE17C80DA}" type="pres">
      <dgm:prSet presAssocID="{047B7240-9B3B-4945-ABFC-8AA577225995}" presName="imgShp" presStyleLbl="fgImgPlace1" presStyleIdx="1" presStyleCnt="5" custLinFactX="-18614" custLinFactNeighborX="-100000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8D22E1E6-691D-45DB-B730-1DC2060C8198}" type="pres">
      <dgm:prSet presAssocID="{047B7240-9B3B-4945-ABFC-8AA577225995}" presName="txShp" presStyleLbl="node1" presStyleIdx="1" presStyleCnt="5" custScaleX="133288">
        <dgm:presLayoutVars>
          <dgm:bulletEnabled val="1"/>
        </dgm:presLayoutVars>
      </dgm:prSet>
      <dgm:spPr/>
    </dgm:pt>
    <dgm:pt modelId="{1AFABC0B-51F3-4213-B6F4-56292C43F92A}" type="pres">
      <dgm:prSet presAssocID="{2AD50ABE-3325-4DD9-8E1F-7ECDCF00ED92}" presName="spacing" presStyleCnt="0"/>
      <dgm:spPr/>
    </dgm:pt>
    <dgm:pt modelId="{78AD4F32-45E7-4AAD-8574-22FDF390F682}" type="pres">
      <dgm:prSet presAssocID="{C03C3471-A4DA-417B-8393-2DA0F765F0DE}" presName="composite" presStyleCnt="0"/>
      <dgm:spPr/>
    </dgm:pt>
    <dgm:pt modelId="{25EE83B5-9181-4312-AF69-76E7DB3C707E}" type="pres">
      <dgm:prSet presAssocID="{C03C3471-A4DA-417B-8393-2DA0F765F0DE}" presName="imgShp" presStyleLbl="fgImgPlace1" presStyleIdx="2" presStyleCnt="5" custLinFactX="-18614" custLinFactNeighborX="-100000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4C9106F8-718B-46E5-8FB7-F18DA0278976}" type="pres">
      <dgm:prSet presAssocID="{C03C3471-A4DA-417B-8393-2DA0F765F0DE}" presName="txShp" presStyleLbl="node1" presStyleIdx="2" presStyleCnt="5" custScaleX="133288">
        <dgm:presLayoutVars>
          <dgm:bulletEnabled val="1"/>
        </dgm:presLayoutVars>
      </dgm:prSet>
      <dgm:spPr/>
    </dgm:pt>
    <dgm:pt modelId="{643F1A04-8A76-4C01-B9DA-F05B432C7FE6}" type="pres">
      <dgm:prSet presAssocID="{B2D04BCB-8D1E-44D6-B48A-12C7951CB416}" presName="spacing" presStyleCnt="0"/>
      <dgm:spPr/>
    </dgm:pt>
    <dgm:pt modelId="{608A1B8D-4F1A-458B-8A62-89764E14D869}" type="pres">
      <dgm:prSet presAssocID="{272A1E72-89D8-435F-ABBC-9FE234A43252}" presName="composite" presStyleCnt="0"/>
      <dgm:spPr/>
    </dgm:pt>
    <dgm:pt modelId="{D7D810FA-E05D-46FA-A424-ECECDC4C0C9B}" type="pres">
      <dgm:prSet presAssocID="{272A1E72-89D8-435F-ABBC-9FE234A43252}" presName="imgShp" presStyleLbl="fgImgPlace1" presStyleIdx="3" presStyleCnt="5" custLinFactX="-18614" custLinFactNeighborX="-100000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4C057C8A-0BEF-4994-BBEC-A922A9AF3377}" type="pres">
      <dgm:prSet presAssocID="{272A1E72-89D8-435F-ABBC-9FE234A43252}" presName="txShp" presStyleLbl="node1" presStyleIdx="3" presStyleCnt="5" custScaleX="133288">
        <dgm:presLayoutVars>
          <dgm:bulletEnabled val="1"/>
        </dgm:presLayoutVars>
      </dgm:prSet>
      <dgm:spPr/>
    </dgm:pt>
    <dgm:pt modelId="{4C810905-FCDF-4EEA-99C5-A98627EC57D7}" type="pres">
      <dgm:prSet presAssocID="{61F94D7D-F4DF-43A8-98D1-22E94A9786B6}" presName="spacing" presStyleCnt="0"/>
      <dgm:spPr/>
    </dgm:pt>
    <dgm:pt modelId="{AB76CB99-368E-48CB-B80C-B5987F814E1C}" type="pres">
      <dgm:prSet presAssocID="{F6560506-4B19-42B0-9ECC-D285FFD75BE0}" presName="composite" presStyleCnt="0"/>
      <dgm:spPr/>
    </dgm:pt>
    <dgm:pt modelId="{C42B3F48-E889-4F99-8655-2711FE20FA83}" type="pres">
      <dgm:prSet presAssocID="{F6560506-4B19-42B0-9ECC-D285FFD75BE0}" presName="imgShp" presStyleLbl="fgImgPlace1" presStyleIdx="4" presStyleCnt="5" custLinFactX="-18614" custLinFactNeighborX="-100000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E1C2B79-8469-428D-8B35-4903B924984C}" type="pres">
      <dgm:prSet presAssocID="{F6560506-4B19-42B0-9ECC-D285FFD75BE0}" presName="txShp" presStyleLbl="node1" presStyleIdx="4" presStyleCnt="5" custScaleX="133288">
        <dgm:presLayoutVars>
          <dgm:bulletEnabled val="1"/>
        </dgm:presLayoutVars>
      </dgm:prSet>
      <dgm:spPr/>
    </dgm:pt>
  </dgm:ptLst>
  <dgm:cxnLst>
    <dgm:cxn modelId="{45B2CE03-4694-46A2-BDFF-552D0B582A66}" srcId="{A02CEBAA-E1A0-4A5E-892A-353144A3ECB1}" destId="{F6560506-4B19-42B0-9ECC-D285FFD75BE0}" srcOrd="4" destOrd="0" parTransId="{93E31AF0-A538-452B-9BD3-0F36B6B21C73}" sibTransId="{45B9D6D2-C390-4460-8A29-6A5A085F6C46}"/>
    <dgm:cxn modelId="{8ECEC30A-7947-4089-82B2-F4118177782E}" srcId="{A02CEBAA-E1A0-4A5E-892A-353144A3ECB1}" destId="{047B7240-9B3B-4945-ABFC-8AA577225995}" srcOrd="1" destOrd="0" parTransId="{30432C7E-5CB4-43B7-ABDA-FDD668F97924}" sibTransId="{2AD50ABE-3325-4DD9-8E1F-7ECDCF00ED92}"/>
    <dgm:cxn modelId="{91628B35-15A5-4A56-A741-62D0C54EA41C}" type="presOf" srcId="{F6560506-4B19-42B0-9ECC-D285FFD75BE0}" destId="{5E1C2B79-8469-428D-8B35-4903B924984C}" srcOrd="0" destOrd="0" presId="urn:microsoft.com/office/officeart/2005/8/layout/vList3#1"/>
    <dgm:cxn modelId="{777EB860-57A5-4FE0-981C-CB95438E3AB1}" type="presOf" srcId="{A02CEBAA-E1A0-4A5E-892A-353144A3ECB1}" destId="{01BA8000-F013-4439-BEFE-860C47094334}" srcOrd="0" destOrd="0" presId="urn:microsoft.com/office/officeart/2005/8/layout/vList3#1"/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EC9DE652-85EB-425B-93C7-75250E29EF28}" type="presOf" srcId="{272A1E72-89D8-435F-ABBC-9FE234A43252}" destId="{4C057C8A-0BEF-4994-BBEC-A922A9AF3377}" srcOrd="0" destOrd="0" presId="urn:microsoft.com/office/officeart/2005/8/layout/vList3#1"/>
    <dgm:cxn modelId="{47C6F372-24F4-498C-B2F2-D19994E55683}" type="presOf" srcId="{C03C3471-A4DA-417B-8393-2DA0F765F0DE}" destId="{4C9106F8-718B-46E5-8FB7-F18DA0278976}" srcOrd="0" destOrd="0" presId="urn:microsoft.com/office/officeart/2005/8/layout/vList3#1"/>
    <dgm:cxn modelId="{A277168F-E001-473D-9B62-D438D49BB1F4}" type="presOf" srcId="{047B7240-9B3B-4945-ABFC-8AA577225995}" destId="{8D22E1E6-691D-45DB-B730-1DC2060C8198}" srcOrd="0" destOrd="0" presId="urn:microsoft.com/office/officeart/2005/8/layout/vList3#1"/>
    <dgm:cxn modelId="{96313997-F395-4FA5-837B-1A2247F1C198}" type="presOf" srcId="{13106C34-DDA7-4704-AE3C-0B0E4328523F}" destId="{144B12B0-8ED7-423A-98C2-ACC6EE7F5834}" srcOrd="0" destOrd="0" presId="urn:microsoft.com/office/officeart/2005/8/layout/vList3#1"/>
    <dgm:cxn modelId="{972459DD-7803-4179-A553-DC73E2AA763F}" srcId="{A02CEBAA-E1A0-4A5E-892A-353144A3ECB1}" destId="{C03C3471-A4DA-417B-8393-2DA0F765F0DE}" srcOrd="2" destOrd="0" parTransId="{1933975E-8B86-46FF-B7C1-099FB70E688A}" sibTransId="{B2D04BCB-8D1E-44D6-B48A-12C7951CB416}"/>
    <dgm:cxn modelId="{954B69F5-7AC8-4D7D-ABDF-192385BA37D4}" srcId="{A02CEBAA-E1A0-4A5E-892A-353144A3ECB1}" destId="{272A1E72-89D8-435F-ABBC-9FE234A43252}" srcOrd="3" destOrd="0" parTransId="{A0A1EA4B-DAC0-4B94-8B11-139BB9C11FB5}" sibTransId="{61F94D7D-F4DF-43A8-98D1-22E94A9786B6}"/>
    <dgm:cxn modelId="{11CF1AA5-8F6A-41EB-816D-35B4D72FDB59}" type="presParOf" srcId="{01BA8000-F013-4439-BEFE-860C47094334}" destId="{28DE22D8-6D57-4E52-9246-B2B231773FAC}" srcOrd="0" destOrd="0" presId="urn:microsoft.com/office/officeart/2005/8/layout/vList3#1"/>
    <dgm:cxn modelId="{FBBA8EC4-8A21-46F8-BABD-E4B3D6A9AFD9}" type="presParOf" srcId="{28DE22D8-6D57-4E52-9246-B2B231773FAC}" destId="{BD893DEC-F94E-4CFD-8B1D-44EBE27F01D8}" srcOrd="0" destOrd="0" presId="urn:microsoft.com/office/officeart/2005/8/layout/vList3#1"/>
    <dgm:cxn modelId="{4BE4A640-AC10-4075-A7E7-0E7C99C1F4D7}" type="presParOf" srcId="{28DE22D8-6D57-4E52-9246-B2B231773FAC}" destId="{144B12B0-8ED7-423A-98C2-ACC6EE7F5834}" srcOrd="1" destOrd="0" presId="urn:microsoft.com/office/officeart/2005/8/layout/vList3#1"/>
    <dgm:cxn modelId="{44760C22-5B54-4F2A-9C20-05A031F70611}" type="presParOf" srcId="{01BA8000-F013-4439-BEFE-860C47094334}" destId="{29BC0434-ED20-4C04-9137-BBCAA037438E}" srcOrd="1" destOrd="0" presId="urn:microsoft.com/office/officeart/2005/8/layout/vList3#1"/>
    <dgm:cxn modelId="{733ED03F-F838-46F5-8E1F-D8CF5CB1305F}" type="presParOf" srcId="{01BA8000-F013-4439-BEFE-860C47094334}" destId="{EC350B0D-0634-4595-A61D-EA92D440B58A}" srcOrd="2" destOrd="0" presId="urn:microsoft.com/office/officeart/2005/8/layout/vList3#1"/>
    <dgm:cxn modelId="{3DBD2F92-4452-43E3-962A-5766B2056595}" type="presParOf" srcId="{EC350B0D-0634-4595-A61D-EA92D440B58A}" destId="{536BAE9F-688B-43CA-8A61-824EE17C80DA}" srcOrd="0" destOrd="0" presId="urn:microsoft.com/office/officeart/2005/8/layout/vList3#1"/>
    <dgm:cxn modelId="{9616C6D5-A4DE-4E7F-8EC8-28EB45AA9959}" type="presParOf" srcId="{EC350B0D-0634-4595-A61D-EA92D440B58A}" destId="{8D22E1E6-691D-45DB-B730-1DC2060C8198}" srcOrd="1" destOrd="0" presId="urn:microsoft.com/office/officeart/2005/8/layout/vList3#1"/>
    <dgm:cxn modelId="{B2AB3E64-5316-4E3C-B630-287F346BB4C5}" type="presParOf" srcId="{01BA8000-F013-4439-BEFE-860C47094334}" destId="{1AFABC0B-51F3-4213-B6F4-56292C43F92A}" srcOrd="3" destOrd="0" presId="urn:microsoft.com/office/officeart/2005/8/layout/vList3#1"/>
    <dgm:cxn modelId="{2216A0DD-28A3-47F8-A950-A7426236C64B}" type="presParOf" srcId="{01BA8000-F013-4439-BEFE-860C47094334}" destId="{78AD4F32-45E7-4AAD-8574-22FDF390F682}" srcOrd="4" destOrd="0" presId="urn:microsoft.com/office/officeart/2005/8/layout/vList3#1"/>
    <dgm:cxn modelId="{CC4D4745-F4E8-4264-A6A0-FB129A1A4ED9}" type="presParOf" srcId="{78AD4F32-45E7-4AAD-8574-22FDF390F682}" destId="{25EE83B5-9181-4312-AF69-76E7DB3C707E}" srcOrd="0" destOrd="0" presId="urn:microsoft.com/office/officeart/2005/8/layout/vList3#1"/>
    <dgm:cxn modelId="{4F3801EB-DD33-49F7-875C-1F7201EFEEE2}" type="presParOf" srcId="{78AD4F32-45E7-4AAD-8574-22FDF390F682}" destId="{4C9106F8-718B-46E5-8FB7-F18DA0278976}" srcOrd="1" destOrd="0" presId="urn:microsoft.com/office/officeart/2005/8/layout/vList3#1"/>
    <dgm:cxn modelId="{A559F138-3B46-4FF6-90C5-691D40BED960}" type="presParOf" srcId="{01BA8000-F013-4439-BEFE-860C47094334}" destId="{643F1A04-8A76-4C01-B9DA-F05B432C7FE6}" srcOrd="5" destOrd="0" presId="urn:microsoft.com/office/officeart/2005/8/layout/vList3#1"/>
    <dgm:cxn modelId="{81966E03-8E6F-4F70-BE31-7513962580CF}" type="presParOf" srcId="{01BA8000-F013-4439-BEFE-860C47094334}" destId="{608A1B8D-4F1A-458B-8A62-89764E14D869}" srcOrd="6" destOrd="0" presId="urn:microsoft.com/office/officeart/2005/8/layout/vList3#1"/>
    <dgm:cxn modelId="{6BE222AE-4216-4F17-84F5-CFB95CD774B1}" type="presParOf" srcId="{608A1B8D-4F1A-458B-8A62-89764E14D869}" destId="{D7D810FA-E05D-46FA-A424-ECECDC4C0C9B}" srcOrd="0" destOrd="0" presId="urn:microsoft.com/office/officeart/2005/8/layout/vList3#1"/>
    <dgm:cxn modelId="{7037D281-1331-4492-8C08-11F6587AF308}" type="presParOf" srcId="{608A1B8D-4F1A-458B-8A62-89764E14D869}" destId="{4C057C8A-0BEF-4994-BBEC-A922A9AF3377}" srcOrd="1" destOrd="0" presId="urn:microsoft.com/office/officeart/2005/8/layout/vList3#1"/>
    <dgm:cxn modelId="{E246BE59-8DA1-4827-A9DE-BF378E34D2AC}" type="presParOf" srcId="{01BA8000-F013-4439-BEFE-860C47094334}" destId="{4C810905-FCDF-4EEA-99C5-A98627EC57D7}" srcOrd="7" destOrd="0" presId="urn:microsoft.com/office/officeart/2005/8/layout/vList3#1"/>
    <dgm:cxn modelId="{F7D6C3E7-340E-4C21-844B-05C06E5FFDF1}" type="presParOf" srcId="{01BA8000-F013-4439-BEFE-860C47094334}" destId="{AB76CB99-368E-48CB-B80C-B5987F814E1C}" srcOrd="8" destOrd="0" presId="urn:microsoft.com/office/officeart/2005/8/layout/vList3#1"/>
    <dgm:cxn modelId="{5A2EF1E5-291D-47A1-8EB5-33E1E61A82C5}" type="presParOf" srcId="{AB76CB99-368E-48CB-B80C-B5987F814E1C}" destId="{C42B3F48-E889-4F99-8655-2711FE20FA83}" srcOrd="0" destOrd="0" presId="urn:microsoft.com/office/officeart/2005/8/layout/vList3#1"/>
    <dgm:cxn modelId="{239056A6-3999-48B9-A2C2-64C02978B37E}" type="presParOf" srcId="{AB76CB99-368E-48CB-B80C-B5987F814E1C}" destId="{5E1C2B79-8469-428D-8B35-4903B924984C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vList3#1" loCatId="list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13106C34-DDA7-4704-AE3C-0B0E4328523F}">
      <dgm:prSet/>
      <dgm:spPr/>
      <dgm:t>
        <a:bodyPr/>
        <a:lstStyle/>
        <a:p>
          <a:pPr marL="0" indent="177800" algn="l" rtl="0"/>
          <a:r>
            <a:rPr lang="en-US" b="1" dirty="0"/>
            <a:t>5.2.1 </a:t>
          </a:r>
          <a:r>
            <a:rPr lang="en-US" altLang="zh-CN" b="1" dirty="0"/>
            <a:t>GPIO</a:t>
          </a:r>
          <a:r>
            <a:rPr lang="zh-CN" b="1" dirty="0"/>
            <a:t>引脚</a:t>
          </a:r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pPr algn="l"/>
          <a:endParaRPr lang="zh-CN" altLang="en-US" b="1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pPr algn="l"/>
          <a:endParaRPr lang="zh-CN" altLang="en-US" b="1"/>
        </a:p>
      </dgm:t>
    </dgm:pt>
    <dgm:pt modelId="{047B7240-9B3B-4945-ABFC-8AA577225995}">
      <dgm:prSet/>
      <dgm:spPr/>
      <dgm:t>
        <a:bodyPr/>
        <a:lstStyle/>
        <a:p>
          <a:pPr marL="0" indent="177800" algn="l" rtl="0"/>
          <a:r>
            <a:rPr lang="en-US" b="1" dirty="0"/>
            <a:t>5.2.2 GPIO</a:t>
          </a:r>
          <a:r>
            <a:rPr lang="zh-CN" b="1" dirty="0"/>
            <a:t>内部结构</a:t>
          </a:r>
        </a:p>
      </dgm:t>
    </dgm:pt>
    <dgm:pt modelId="{30432C7E-5CB4-43B7-ABDA-FDD668F97924}" type="parTrans" cxnId="{8ECEC30A-7947-4089-82B2-F4118177782E}">
      <dgm:prSet/>
      <dgm:spPr/>
      <dgm:t>
        <a:bodyPr/>
        <a:lstStyle/>
        <a:p>
          <a:pPr algn="l"/>
          <a:endParaRPr lang="zh-CN" altLang="en-US" b="1"/>
        </a:p>
      </dgm:t>
    </dgm:pt>
    <dgm:pt modelId="{2AD50ABE-3325-4DD9-8E1F-7ECDCF00ED92}" type="sibTrans" cxnId="{8ECEC30A-7947-4089-82B2-F4118177782E}">
      <dgm:prSet/>
      <dgm:spPr/>
      <dgm:t>
        <a:bodyPr/>
        <a:lstStyle/>
        <a:p>
          <a:pPr algn="l"/>
          <a:endParaRPr lang="zh-CN" altLang="en-US" b="1"/>
        </a:p>
      </dgm:t>
    </dgm:pt>
    <dgm:pt modelId="{C03C3471-A4DA-417B-8393-2DA0F765F0DE}">
      <dgm:prSet/>
      <dgm:spPr/>
      <dgm:t>
        <a:bodyPr/>
        <a:lstStyle/>
        <a:p>
          <a:pPr marL="0" indent="177800" algn="l" rtl="0"/>
          <a:r>
            <a:rPr lang="en-US" b="1" dirty="0"/>
            <a:t>5.2.3 GPIO</a:t>
          </a:r>
          <a:r>
            <a:rPr lang="zh-CN" b="1" dirty="0"/>
            <a:t>工作模式</a:t>
          </a:r>
        </a:p>
      </dgm:t>
    </dgm:pt>
    <dgm:pt modelId="{1933975E-8B86-46FF-B7C1-099FB70E688A}" type="parTrans" cxnId="{972459DD-7803-4179-A553-DC73E2AA763F}">
      <dgm:prSet/>
      <dgm:spPr/>
      <dgm:t>
        <a:bodyPr/>
        <a:lstStyle/>
        <a:p>
          <a:pPr algn="l"/>
          <a:endParaRPr lang="zh-CN" altLang="en-US" b="1"/>
        </a:p>
      </dgm:t>
    </dgm:pt>
    <dgm:pt modelId="{B2D04BCB-8D1E-44D6-B48A-12C7951CB416}" type="sibTrans" cxnId="{972459DD-7803-4179-A553-DC73E2AA763F}">
      <dgm:prSet/>
      <dgm:spPr/>
      <dgm:t>
        <a:bodyPr/>
        <a:lstStyle/>
        <a:p>
          <a:pPr algn="l"/>
          <a:endParaRPr lang="zh-CN" altLang="en-US" b="1"/>
        </a:p>
      </dgm:t>
    </dgm:pt>
    <dgm:pt modelId="{272A1E72-89D8-435F-ABBC-9FE234A43252}">
      <dgm:prSet/>
      <dgm:spPr/>
      <dgm:t>
        <a:bodyPr/>
        <a:lstStyle/>
        <a:p>
          <a:pPr marL="0" indent="177800" algn="l" rtl="0"/>
          <a:r>
            <a:rPr lang="en-US" b="1" dirty="0"/>
            <a:t>5.2.4 GPIO</a:t>
          </a:r>
          <a:r>
            <a:rPr lang="zh-CN" b="1" dirty="0"/>
            <a:t>输出速度</a:t>
          </a:r>
        </a:p>
      </dgm:t>
    </dgm:pt>
    <dgm:pt modelId="{A0A1EA4B-DAC0-4B94-8B11-139BB9C11FB5}" type="parTrans" cxnId="{954B69F5-7AC8-4D7D-ABDF-192385BA37D4}">
      <dgm:prSet/>
      <dgm:spPr/>
      <dgm:t>
        <a:bodyPr/>
        <a:lstStyle/>
        <a:p>
          <a:pPr algn="l"/>
          <a:endParaRPr lang="zh-CN" altLang="en-US" b="1"/>
        </a:p>
      </dgm:t>
    </dgm:pt>
    <dgm:pt modelId="{61F94D7D-F4DF-43A8-98D1-22E94A9786B6}" type="sibTrans" cxnId="{954B69F5-7AC8-4D7D-ABDF-192385BA37D4}">
      <dgm:prSet/>
      <dgm:spPr/>
      <dgm:t>
        <a:bodyPr/>
        <a:lstStyle/>
        <a:p>
          <a:pPr algn="l"/>
          <a:endParaRPr lang="zh-CN" altLang="en-US" b="1"/>
        </a:p>
      </dgm:t>
    </dgm:pt>
    <dgm:pt modelId="{01BA8000-F013-4439-BEFE-860C47094334}" type="pres">
      <dgm:prSet presAssocID="{A02CEBAA-E1A0-4A5E-892A-353144A3ECB1}" presName="linearFlow" presStyleCnt="0">
        <dgm:presLayoutVars>
          <dgm:dir/>
          <dgm:resizeHandles val="exact"/>
        </dgm:presLayoutVars>
      </dgm:prSet>
      <dgm:spPr/>
    </dgm:pt>
    <dgm:pt modelId="{28DE22D8-6D57-4E52-9246-B2B231773FAC}" type="pres">
      <dgm:prSet presAssocID="{13106C34-DDA7-4704-AE3C-0B0E4328523F}" presName="composite" presStyleCnt="0"/>
      <dgm:spPr/>
    </dgm:pt>
    <dgm:pt modelId="{BD893DEC-F94E-4CFD-8B1D-44EBE27F01D8}" type="pres">
      <dgm:prSet presAssocID="{13106C34-DDA7-4704-AE3C-0B0E4328523F}" presName="imgShp" presStyleLbl="fgImgPlace1" presStyleIdx="0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144B12B0-8ED7-423A-98C2-ACC6EE7F5834}" type="pres">
      <dgm:prSet presAssocID="{13106C34-DDA7-4704-AE3C-0B0E4328523F}" presName="txShp" presStyleLbl="node1" presStyleIdx="0" presStyleCnt="4">
        <dgm:presLayoutVars>
          <dgm:bulletEnabled val="1"/>
        </dgm:presLayoutVars>
      </dgm:prSet>
      <dgm:spPr/>
    </dgm:pt>
    <dgm:pt modelId="{29BC0434-ED20-4C04-9137-BBCAA037438E}" type="pres">
      <dgm:prSet presAssocID="{09265D00-2571-440C-8A2D-A0D7C0ECA357}" presName="spacing" presStyleCnt="0"/>
      <dgm:spPr/>
    </dgm:pt>
    <dgm:pt modelId="{EC350B0D-0634-4595-A61D-EA92D440B58A}" type="pres">
      <dgm:prSet presAssocID="{047B7240-9B3B-4945-ABFC-8AA577225995}" presName="composite" presStyleCnt="0"/>
      <dgm:spPr/>
    </dgm:pt>
    <dgm:pt modelId="{536BAE9F-688B-43CA-8A61-824EE17C80DA}" type="pres">
      <dgm:prSet presAssocID="{047B7240-9B3B-4945-ABFC-8AA577225995}" presName="imgShp" presStyleLbl="fgImgPlace1" presStyleIdx="1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8D22E1E6-691D-45DB-B730-1DC2060C8198}" type="pres">
      <dgm:prSet presAssocID="{047B7240-9B3B-4945-ABFC-8AA577225995}" presName="txShp" presStyleLbl="node1" presStyleIdx="1" presStyleCnt="4">
        <dgm:presLayoutVars>
          <dgm:bulletEnabled val="1"/>
        </dgm:presLayoutVars>
      </dgm:prSet>
      <dgm:spPr/>
    </dgm:pt>
    <dgm:pt modelId="{1AFABC0B-51F3-4213-B6F4-56292C43F92A}" type="pres">
      <dgm:prSet presAssocID="{2AD50ABE-3325-4DD9-8E1F-7ECDCF00ED92}" presName="spacing" presStyleCnt="0"/>
      <dgm:spPr/>
    </dgm:pt>
    <dgm:pt modelId="{78AD4F32-45E7-4AAD-8574-22FDF390F682}" type="pres">
      <dgm:prSet presAssocID="{C03C3471-A4DA-417B-8393-2DA0F765F0DE}" presName="composite" presStyleCnt="0"/>
      <dgm:spPr/>
    </dgm:pt>
    <dgm:pt modelId="{25EE83B5-9181-4312-AF69-76E7DB3C707E}" type="pres">
      <dgm:prSet presAssocID="{C03C3471-A4DA-417B-8393-2DA0F765F0DE}" presName="imgShp" presStyleLbl="fgImgPlace1" presStyleIdx="2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4C9106F8-718B-46E5-8FB7-F18DA0278976}" type="pres">
      <dgm:prSet presAssocID="{C03C3471-A4DA-417B-8393-2DA0F765F0DE}" presName="txShp" presStyleLbl="node1" presStyleIdx="2" presStyleCnt="4">
        <dgm:presLayoutVars>
          <dgm:bulletEnabled val="1"/>
        </dgm:presLayoutVars>
      </dgm:prSet>
      <dgm:spPr/>
    </dgm:pt>
    <dgm:pt modelId="{643F1A04-8A76-4C01-B9DA-F05B432C7FE6}" type="pres">
      <dgm:prSet presAssocID="{B2D04BCB-8D1E-44D6-B48A-12C7951CB416}" presName="spacing" presStyleCnt="0"/>
      <dgm:spPr/>
    </dgm:pt>
    <dgm:pt modelId="{608A1B8D-4F1A-458B-8A62-89764E14D869}" type="pres">
      <dgm:prSet presAssocID="{272A1E72-89D8-435F-ABBC-9FE234A43252}" presName="composite" presStyleCnt="0"/>
      <dgm:spPr/>
    </dgm:pt>
    <dgm:pt modelId="{D7D810FA-E05D-46FA-A424-ECECDC4C0C9B}" type="pres">
      <dgm:prSet presAssocID="{272A1E72-89D8-435F-ABBC-9FE234A43252}" presName="imgShp" presStyleLbl="fgImgPlace1" presStyleIdx="3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4C057C8A-0BEF-4994-BBEC-A922A9AF3377}" type="pres">
      <dgm:prSet presAssocID="{272A1E72-89D8-435F-ABBC-9FE234A43252}" presName="txShp" presStyleLbl="node1" presStyleIdx="3" presStyleCnt="4">
        <dgm:presLayoutVars>
          <dgm:bulletEnabled val="1"/>
        </dgm:presLayoutVars>
      </dgm:prSet>
      <dgm:spPr/>
    </dgm:pt>
  </dgm:ptLst>
  <dgm:cxnLst>
    <dgm:cxn modelId="{8ECEC30A-7947-4089-82B2-F4118177782E}" srcId="{A02CEBAA-E1A0-4A5E-892A-353144A3ECB1}" destId="{047B7240-9B3B-4945-ABFC-8AA577225995}" srcOrd="1" destOrd="0" parTransId="{30432C7E-5CB4-43B7-ABDA-FDD668F97924}" sibTransId="{2AD50ABE-3325-4DD9-8E1F-7ECDCF00ED92}"/>
    <dgm:cxn modelId="{0B3C4F1F-E7B9-4993-A78D-CA68120EA808}" type="presOf" srcId="{C03C3471-A4DA-417B-8393-2DA0F765F0DE}" destId="{4C9106F8-718B-46E5-8FB7-F18DA0278976}" srcOrd="0" destOrd="0" presId="urn:microsoft.com/office/officeart/2005/8/layout/vList3#1"/>
    <dgm:cxn modelId="{AAB37239-B8BC-4E92-AD62-86F0BD3C40E2}" type="presOf" srcId="{047B7240-9B3B-4945-ABFC-8AA577225995}" destId="{8D22E1E6-691D-45DB-B730-1DC2060C8198}" srcOrd="0" destOrd="0" presId="urn:microsoft.com/office/officeart/2005/8/layout/vList3#1"/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4BB55098-B337-4190-9467-4615FF254525}" type="presOf" srcId="{13106C34-DDA7-4704-AE3C-0B0E4328523F}" destId="{144B12B0-8ED7-423A-98C2-ACC6EE7F5834}" srcOrd="0" destOrd="0" presId="urn:microsoft.com/office/officeart/2005/8/layout/vList3#1"/>
    <dgm:cxn modelId="{E38872C3-BFB8-437C-9FA9-A1B681F13091}" type="presOf" srcId="{272A1E72-89D8-435F-ABBC-9FE234A43252}" destId="{4C057C8A-0BEF-4994-BBEC-A922A9AF3377}" srcOrd="0" destOrd="0" presId="urn:microsoft.com/office/officeart/2005/8/layout/vList3#1"/>
    <dgm:cxn modelId="{D309A7D2-9626-4B49-9A7F-33CEA2E455D9}" type="presOf" srcId="{A02CEBAA-E1A0-4A5E-892A-353144A3ECB1}" destId="{01BA8000-F013-4439-BEFE-860C47094334}" srcOrd="0" destOrd="0" presId="urn:microsoft.com/office/officeart/2005/8/layout/vList3#1"/>
    <dgm:cxn modelId="{972459DD-7803-4179-A553-DC73E2AA763F}" srcId="{A02CEBAA-E1A0-4A5E-892A-353144A3ECB1}" destId="{C03C3471-A4DA-417B-8393-2DA0F765F0DE}" srcOrd="2" destOrd="0" parTransId="{1933975E-8B86-46FF-B7C1-099FB70E688A}" sibTransId="{B2D04BCB-8D1E-44D6-B48A-12C7951CB416}"/>
    <dgm:cxn modelId="{954B69F5-7AC8-4D7D-ABDF-192385BA37D4}" srcId="{A02CEBAA-E1A0-4A5E-892A-353144A3ECB1}" destId="{272A1E72-89D8-435F-ABBC-9FE234A43252}" srcOrd="3" destOrd="0" parTransId="{A0A1EA4B-DAC0-4B94-8B11-139BB9C11FB5}" sibTransId="{61F94D7D-F4DF-43A8-98D1-22E94A9786B6}"/>
    <dgm:cxn modelId="{0303515B-E294-4F29-AE14-F21A89F539F6}" type="presParOf" srcId="{01BA8000-F013-4439-BEFE-860C47094334}" destId="{28DE22D8-6D57-4E52-9246-B2B231773FAC}" srcOrd="0" destOrd="0" presId="urn:microsoft.com/office/officeart/2005/8/layout/vList3#1"/>
    <dgm:cxn modelId="{6DE00900-A326-40E0-9F7F-36FCF09E5788}" type="presParOf" srcId="{28DE22D8-6D57-4E52-9246-B2B231773FAC}" destId="{BD893DEC-F94E-4CFD-8B1D-44EBE27F01D8}" srcOrd="0" destOrd="0" presId="urn:microsoft.com/office/officeart/2005/8/layout/vList3#1"/>
    <dgm:cxn modelId="{804C30DC-B211-4134-8E8E-DCE7C41F551C}" type="presParOf" srcId="{28DE22D8-6D57-4E52-9246-B2B231773FAC}" destId="{144B12B0-8ED7-423A-98C2-ACC6EE7F5834}" srcOrd="1" destOrd="0" presId="urn:microsoft.com/office/officeart/2005/8/layout/vList3#1"/>
    <dgm:cxn modelId="{FC95EEBC-A694-456E-879D-172059FB75EB}" type="presParOf" srcId="{01BA8000-F013-4439-BEFE-860C47094334}" destId="{29BC0434-ED20-4C04-9137-BBCAA037438E}" srcOrd="1" destOrd="0" presId="urn:microsoft.com/office/officeart/2005/8/layout/vList3#1"/>
    <dgm:cxn modelId="{1D313071-A00B-4085-9745-C4760DC72A98}" type="presParOf" srcId="{01BA8000-F013-4439-BEFE-860C47094334}" destId="{EC350B0D-0634-4595-A61D-EA92D440B58A}" srcOrd="2" destOrd="0" presId="urn:microsoft.com/office/officeart/2005/8/layout/vList3#1"/>
    <dgm:cxn modelId="{93E8E5D2-CA9B-484D-84A4-5DB4ABCCA8EF}" type="presParOf" srcId="{EC350B0D-0634-4595-A61D-EA92D440B58A}" destId="{536BAE9F-688B-43CA-8A61-824EE17C80DA}" srcOrd="0" destOrd="0" presId="urn:microsoft.com/office/officeart/2005/8/layout/vList3#1"/>
    <dgm:cxn modelId="{5CE23A9C-EB4F-4F1D-800A-6326F3131257}" type="presParOf" srcId="{EC350B0D-0634-4595-A61D-EA92D440B58A}" destId="{8D22E1E6-691D-45DB-B730-1DC2060C8198}" srcOrd="1" destOrd="0" presId="urn:microsoft.com/office/officeart/2005/8/layout/vList3#1"/>
    <dgm:cxn modelId="{0D8D5ABB-F9ED-435F-B1C7-F750399D0848}" type="presParOf" srcId="{01BA8000-F013-4439-BEFE-860C47094334}" destId="{1AFABC0B-51F3-4213-B6F4-56292C43F92A}" srcOrd="3" destOrd="0" presId="urn:microsoft.com/office/officeart/2005/8/layout/vList3#1"/>
    <dgm:cxn modelId="{85E5160A-CA6E-4305-87CA-5754930C1C47}" type="presParOf" srcId="{01BA8000-F013-4439-BEFE-860C47094334}" destId="{78AD4F32-45E7-4AAD-8574-22FDF390F682}" srcOrd="4" destOrd="0" presId="urn:microsoft.com/office/officeart/2005/8/layout/vList3#1"/>
    <dgm:cxn modelId="{58CADD12-2E4E-4A62-8881-B31CD1E5A5E9}" type="presParOf" srcId="{78AD4F32-45E7-4AAD-8574-22FDF390F682}" destId="{25EE83B5-9181-4312-AF69-76E7DB3C707E}" srcOrd="0" destOrd="0" presId="urn:microsoft.com/office/officeart/2005/8/layout/vList3#1"/>
    <dgm:cxn modelId="{006184FF-33C1-44C4-9D1D-6D82F7B215F4}" type="presParOf" srcId="{78AD4F32-45E7-4AAD-8574-22FDF390F682}" destId="{4C9106F8-718B-46E5-8FB7-F18DA0278976}" srcOrd="1" destOrd="0" presId="urn:microsoft.com/office/officeart/2005/8/layout/vList3#1"/>
    <dgm:cxn modelId="{011194C6-F969-4F58-A4C0-C7A8FEC60E38}" type="presParOf" srcId="{01BA8000-F013-4439-BEFE-860C47094334}" destId="{643F1A04-8A76-4C01-B9DA-F05B432C7FE6}" srcOrd="5" destOrd="0" presId="urn:microsoft.com/office/officeart/2005/8/layout/vList3#1"/>
    <dgm:cxn modelId="{52A69675-0AD4-4C29-9D1E-BF2F0F4A658C}" type="presParOf" srcId="{01BA8000-F013-4439-BEFE-860C47094334}" destId="{608A1B8D-4F1A-458B-8A62-89764E14D869}" srcOrd="6" destOrd="0" presId="urn:microsoft.com/office/officeart/2005/8/layout/vList3#1"/>
    <dgm:cxn modelId="{32D2A1EC-6D40-4D53-8480-501067B02F84}" type="presParOf" srcId="{608A1B8D-4F1A-458B-8A62-89764E14D869}" destId="{D7D810FA-E05D-46FA-A424-ECECDC4C0C9B}" srcOrd="0" destOrd="0" presId="urn:microsoft.com/office/officeart/2005/8/layout/vList3#1"/>
    <dgm:cxn modelId="{F09252B5-0DFF-4575-A92D-A4B07FA1586C}" type="presParOf" srcId="{608A1B8D-4F1A-458B-8A62-89764E14D869}" destId="{4C057C8A-0BEF-4994-BBEC-A922A9AF3377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B0ABD4-928D-437A-AF23-D9F539A1191A}" type="doc">
      <dgm:prSet loTypeId="urn:microsoft.com/office/officeart/2009/3/layout/StepUpProcess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800D67C7-DB85-43A1-AD90-FCED3B9FC4EF}">
      <dgm:prSet/>
      <dgm:spPr/>
      <dgm:t>
        <a:bodyPr/>
        <a:lstStyle/>
        <a:p>
          <a:pPr rtl="0"/>
          <a:r>
            <a:rPr lang="zh-CN" b="1" dirty="0"/>
            <a:t>左侧连接</a:t>
          </a:r>
          <a:r>
            <a:rPr lang="en-US" b="1" dirty="0"/>
            <a:t>MCU</a:t>
          </a:r>
          <a:r>
            <a:rPr lang="zh-CN" b="1" dirty="0"/>
            <a:t>内部</a:t>
          </a:r>
        </a:p>
      </dgm:t>
    </dgm:pt>
    <dgm:pt modelId="{DCF1E076-291E-40D0-965D-48AA8BEE9741}" type="parTrans" cxnId="{4C1E5781-BAC2-451A-8808-89349C68BF56}">
      <dgm:prSet/>
      <dgm:spPr/>
      <dgm:t>
        <a:bodyPr/>
        <a:lstStyle/>
        <a:p>
          <a:endParaRPr lang="zh-CN" altLang="en-US" b="1"/>
        </a:p>
      </dgm:t>
    </dgm:pt>
    <dgm:pt modelId="{F2BE0DC1-B6B6-47A3-8BBF-49FF5F4EE0E9}" type="sibTrans" cxnId="{4C1E5781-BAC2-451A-8808-89349C68BF56}">
      <dgm:prSet/>
      <dgm:spPr/>
      <dgm:t>
        <a:bodyPr/>
        <a:lstStyle/>
        <a:p>
          <a:endParaRPr lang="zh-CN" altLang="en-US" b="1"/>
        </a:p>
      </dgm:t>
    </dgm:pt>
    <dgm:pt modelId="{74B0813F-E555-4C57-846C-7E242B942AFC}">
      <dgm:prSet/>
      <dgm:spPr/>
      <dgm:t>
        <a:bodyPr/>
        <a:lstStyle/>
        <a:p>
          <a:pPr rtl="0"/>
          <a:r>
            <a:rPr lang="zh-CN" b="1" dirty="0"/>
            <a:t>中间部分为</a:t>
          </a:r>
          <a:r>
            <a:rPr lang="en-US" b="1" dirty="0"/>
            <a:t>GPIO</a:t>
          </a:r>
          <a:r>
            <a:rPr lang="zh-CN" b="1" dirty="0"/>
            <a:t>引脚的基本电路。</a:t>
          </a:r>
        </a:p>
      </dgm:t>
    </dgm:pt>
    <dgm:pt modelId="{9F74F94B-80B0-4A4E-9751-5FA276CE4E60}" type="parTrans" cxnId="{B4D8E606-4869-45A1-BFA7-102F20C3B405}">
      <dgm:prSet/>
      <dgm:spPr/>
      <dgm:t>
        <a:bodyPr/>
        <a:lstStyle/>
        <a:p>
          <a:endParaRPr lang="zh-CN" altLang="en-US" b="1"/>
        </a:p>
      </dgm:t>
    </dgm:pt>
    <dgm:pt modelId="{100C1BC5-A63C-42C1-8EB3-E93CC6410FD5}" type="sibTrans" cxnId="{B4D8E606-4869-45A1-BFA7-102F20C3B405}">
      <dgm:prSet/>
      <dgm:spPr/>
      <dgm:t>
        <a:bodyPr/>
        <a:lstStyle/>
        <a:p>
          <a:endParaRPr lang="zh-CN" altLang="en-US" b="1"/>
        </a:p>
      </dgm:t>
    </dgm:pt>
    <dgm:pt modelId="{E51B61ED-3197-4D2A-ADA9-4AC1CBA2818B}">
      <dgm:prSet/>
      <dgm:spPr/>
      <dgm:t>
        <a:bodyPr/>
        <a:lstStyle/>
        <a:p>
          <a:pPr rtl="0"/>
          <a:r>
            <a:rPr lang="zh-CN" b="1" dirty="0"/>
            <a:t>右侧为</a:t>
          </a:r>
          <a:r>
            <a:rPr lang="en-US" b="1" dirty="0"/>
            <a:t>MCU</a:t>
          </a:r>
          <a:r>
            <a:rPr lang="zh-CN" b="1" dirty="0"/>
            <a:t>引出的</a:t>
          </a:r>
          <a:r>
            <a:rPr lang="en-US" b="1" dirty="0"/>
            <a:t>I/O</a:t>
          </a:r>
          <a:r>
            <a:rPr lang="zh-CN" b="1" dirty="0"/>
            <a:t>外设引脚</a:t>
          </a:r>
        </a:p>
      </dgm:t>
    </dgm:pt>
    <dgm:pt modelId="{DE11FE84-9AF6-4223-8C60-6DDCB963052C}" type="parTrans" cxnId="{B91FC518-4776-4988-B5A2-4E9F3D706A76}">
      <dgm:prSet/>
      <dgm:spPr/>
      <dgm:t>
        <a:bodyPr/>
        <a:lstStyle/>
        <a:p>
          <a:endParaRPr lang="zh-CN" altLang="en-US" b="1"/>
        </a:p>
      </dgm:t>
    </dgm:pt>
    <dgm:pt modelId="{6BB41F51-5954-47EE-81F6-261E656B36FA}" type="sibTrans" cxnId="{B91FC518-4776-4988-B5A2-4E9F3D706A76}">
      <dgm:prSet/>
      <dgm:spPr/>
      <dgm:t>
        <a:bodyPr/>
        <a:lstStyle/>
        <a:p>
          <a:endParaRPr lang="zh-CN" altLang="en-US" b="1"/>
        </a:p>
      </dgm:t>
    </dgm:pt>
    <dgm:pt modelId="{9726BD47-860E-4AD3-A191-ECD3D139E679}" type="pres">
      <dgm:prSet presAssocID="{6AB0ABD4-928D-437A-AF23-D9F539A1191A}" presName="rootnode" presStyleCnt="0">
        <dgm:presLayoutVars>
          <dgm:chMax/>
          <dgm:chPref/>
          <dgm:dir/>
          <dgm:animLvl val="lvl"/>
        </dgm:presLayoutVars>
      </dgm:prSet>
      <dgm:spPr/>
    </dgm:pt>
    <dgm:pt modelId="{62F5F7E8-70E8-4FD2-8D33-83C8420D1157}" type="pres">
      <dgm:prSet presAssocID="{800D67C7-DB85-43A1-AD90-FCED3B9FC4EF}" presName="composite" presStyleCnt="0"/>
      <dgm:spPr/>
    </dgm:pt>
    <dgm:pt modelId="{607A5C8D-ED58-4770-BC05-D33C1157BA83}" type="pres">
      <dgm:prSet presAssocID="{800D67C7-DB85-43A1-AD90-FCED3B9FC4EF}" presName="LShape" presStyleLbl="alignNode1" presStyleIdx="0" presStyleCnt="5"/>
      <dgm:spPr/>
    </dgm:pt>
    <dgm:pt modelId="{69FC770B-1517-48E6-BD12-BFE70406F786}" type="pres">
      <dgm:prSet presAssocID="{800D67C7-DB85-43A1-AD90-FCED3B9FC4EF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8AE8FED1-A64E-4E03-9162-DF79A4B0D982}" type="pres">
      <dgm:prSet presAssocID="{800D67C7-DB85-43A1-AD90-FCED3B9FC4EF}" presName="Triangle" presStyleLbl="alignNode1" presStyleIdx="1" presStyleCnt="5"/>
      <dgm:spPr/>
    </dgm:pt>
    <dgm:pt modelId="{E4D716B1-3F19-4B47-ABC8-1E1D91320783}" type="pres">
      <dgm:prSet presAssocID="{F2BE0DC1-B6B6-47A3-8BBF-49FF5F4EE0E9}" presName="sibTrans" presStyleCnt="0"/>
      <dgm:spPr/>
    </dgm:pt>
    <dgm:pt modelId="{EEA766C4-81D1-4772-8183-18C06FB0A5E6}" type="pres">
      <dgm:prSet presAssocID="{F2BE0DC1-B6B6-47A3-8BBF-49FF5F4EE0E9}" presName="space" presStyleCnt="0"/>
      <dgm:spPr/>
    </dgm:pt>
    <dgm:pt modelId="{5B10754C-7943-4F38-919B-25FC1756A995}" type="pres">
      <dgm:prSet presAssocID="{74B0813F-E555-4C57-846C-7E242B942AFC}" presName="composite" presStyleCnt="0"/>
      <dgm:spPr/>
    </dgm:pt>
    <dgm:pt modelId="{CC185B67-7F8B-4C4F-8BDE-86A11DA3E294}" type="pres">
      <dgm:prSet presAssocID="{74B0813F-E555-4C57-846C-7E242B942AFC}" presName="LShape" presStyleLbl="alignNode1" presStyleIdx="2" presStyleCnt="5"/>
      <dgm:spPr/>
    </dgm:pt>
    <dgm:pt modelId="{062F1196-8948-487D-BF1B-4DD2BAF3082A}" type="pres">
      <dgm:prSet presAssocID="{74B0813F-E555-4C57-846C-7E242B942AFC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4CD04B98-3956-403C-A593-966EB2B6E239}" type="pres">
      <dgm:prSet presAssocID="{74B0813F-E555-4C57-846C-7E242B942AFC}" presName="Triangle" presStyleLbl="alignNode1" presStyleIdx="3" presStyleCnt="5"/>
      <dgm:spPr/>
    </dgm:pt>
    <dgm:pt modelId="{0C9B38FD-2D29-47DC-AF21-136025F74589}" type="pres">
      <dgm:prSet presAssocID="{100C1BC5-A63C-42C1-8EB3-E93CC6410FD5}" presName="sibTrans" presStyleCnt="0"/>
      <dgm:spPr/>
    </dgm:pt>
    <dgm:pt modelId="{F9C164EF-1052-4F75-8CDC-BA4FE7842B76}" type="pres">
      <dgm:prSet presAssocID="{100C1BC5-A63C-42C1-8EB3-E93CC6410FD5}" presName="space" presStyleCnt="0"/>
      <dgm:spPr/>
    </dgm:pt>
    <dgm:pt modelId="{ED390221-D302-40CC-88ED-0AE8A84F20E6}" type="pres">
      <dgm:prSet presAssocID="{E51B61ED-3197-4D2A-ADA9-4AC1CBA2818B}" presName="composite" presStyleCnt="0"/>
      <dgm:spPr/>
    </dgm:pt>
    <dgm:pt modelId="{209BEF6D-13A2-4556-A184-BBB39FE41AD3}" type="pres">
      <dgm:prSet presAssocID="{E51B61ED-3197-4D2A-ADA9-4AC1CBA2818B}" presName="LShape" presStyleLbl="alignNode1" presStyleIdx="4" presStyleCnt="5"/>
      <dgm:spPr/>
    </dgm:pt>
    <dgm:pt modelId="{D47620CA-CBAB-44C3-AA82-0CD774A5DFDF}" type="pres">
      <dgm:prSet presAssocID="{E51B61ED-3197-4D2A-ADA9-4AC1CBA2818B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4D8E606-4869-45A1-BFA7-102F20C3B405}" srcId="{6AB0ABD4-928D-437A-AF23-D9F539A1191A}" destId="{74B0813F-E555-4C57-846C-7E242B942AFC}" srcOrd="1" destOrd="0" parTransId="{9F74F94B-80B0-4A4E-9751-5FA276CE4E60}" sibTransId="{100C1BC5-A63C-42C1-8EB3-E93CC6410FD5}"/>
    <dgm:cxn modelId="{1DAEBD14-749C-4FB4-9868-D4145D682AC0}" type="presOf" srcId="{74B0813F-E555-4C57-846C-7E242B942AFC}" destId="{062F1196-8948-487D-BF1B-4DD2BAF3082A}" srcOrd="0" destOrd="0" presId="urn:microsoft.com/office/officeart/2009/3/layout/StepUpProcess"/>
    <dgm:cxn modelId="{B91FC518-4776-4988-B5A2-4E9F3D706A76}" srcId="{6AB0ABD4-928D-437A-AF23-D9F539A1191A}" destId="{E51B61ED-3197-4D2A-ADA9-4AC1CBA2818B}" srcOrd="2" destOrd="0" parTransId="{DE11FE84-9AF6-4223-8C60-6DDCB963052C}" sibTransId="{6BB41F51-5954-47EE-81F6-261E656B36FA}"/>
    <dgm:cxn modelId="{C860FA19-5184-40FA-865A-3A8FDDD10A07}" type="presOf" srcId="{800D67C7-DB85-43A1-AD90-FCED3B9FC4EF}" destId="{69FC770B-1517-48E6-BD12-BFE70406F786}" srcOrd="0" destOrd="0" presId="urn:microsoft.com/office/officeart/2009/3/layout/StepUpProcess"/>
    <dgm:cxn modelId="{0436DA53-063D-4B9C-8429-B2F99071EADC}" type="presOf" srcId="{6AB0ABD4-928D-437A-AF23-D9F539A1191A}" destId="{9726BD47-860E-4AD3-A191-ECD3D139E679}" srcOrd="0" destOrd="0" presId="urn:microsoft.com/office/officeart/2009/3/layout/StepUpProcess"/>
    <dgm:cxn modelId="{4C1E5781-BAC2-451A-8808-89349C68BF56}" srcId="{6AB0ABD4-928D-437A-AF23-D9F539A1191A}" destId="{800D67C7-DB85-43A1-AD90-FCED3B9FC4EF}" srcOrd="0" destOrd="0" parTransId="{DCF1E076-291E-40D0-965D-48AA8BEE9741}" sibTransId="{F2BE0DC1-B6B6-47A3-8BBF-49FF5F4EE0E9}"/>
    <dgm:cxn modelId="{C1892CEB-FC66-4939-A22C-C10C4CE3AB30}" type="presOf" srcId="{E51B61ED-3197-4D2A-ADA9-4AC1CBA2818B}" destId="{D47620CA-CBAB-44C3-AA82-0CD774A5DFDF}" srcOrd="0" destOrd="0" presId="urn:microsoft.com/office/officeart/2009/3/layout/StepUpProcess"/>
    <dgm:cxn modelId="{2BD1B970-E19F-4A35-9D10-75CC58B06897}" type="presParOf" srcId="{9726BD47-860E-4AD3-A191-ECD3D139E679}" destId="{62F5F7E8-70E8-4FD2-8D33-83C8420D1157}" srcOrd="0" destOrd="0" presId="urn:microsoft.com/office/officeart/2009/3/layout/StepUpProcess"/>
    <dgm:cxn modelId="{F089D161-2E5C-43F7-8964-ED52F9E8D4F7}" type="presParOf" srcId="{62F5F7E8-70E8-4FD2-8D33-83C8420D1157}" destId="{607A5C8D-ED58-4770-BC05-D33C1157BA83}" srcOrd="0" destOrd="0" presId="urn:microsoft.com/office/officeart/2009/3/layout/StepUpProcess"/>
    <dgm:cxn modelId="{B96EB6E1-CEC5-436F-A435-0BFC9515343A}" type="presParOf" srcId="{62F5F7E8-70E8-4FD2-8D33-83C8420D1157}" destId="{69FC770B-1517-48E6-BD12-BFE70406F786}" srcOrd="1" destOrd="0" presId="urn:microsoft.com/office/officeart/2009/3/layout/StepUpProcess"/>
    <dgm:cxn modelId="{D8CCCE68-9935-4FD4-8FB0-96BFB19FF92B}" type="presParOf" srcId="{62F5F7E8-70E8-4FD2-8D33-83C8420D1157}" destId="{8AE8FED1-A64E-4E03-9162-DF79A4B0D982}" srcOrd="2" destOrd="0" presId="urn:microsoft.com/office/officeart/2009/3/layout/StepUpProcess"/>
    <dgm:cxn modelId="{5153F80E-EFB0-4796-B66D-9B5C39F4309F}" type="presParOf" srcId="{9726BD47-860E-4AD3-A191-ECD3D139E679}" destId="{E4D716B1-3F19-4B47-ABC8-1E1D91320783}" srcOrd="1" destOrd="0" presId="urn:microsoft.com/office/officeart/2009/3/layout/StepUpProcess"/>
    <dgm:cxn modelId="{1D1ADE51-E588-4A7B-A098-2D01126B1DDF}" type="presParOf" srcId="{E4D716B1-3F19-4B47-ABC8-1E1D91320783}" destId="{EEA766C4-81D1-4772-8183-18C06FB0A5E6}" srcOrd="0" destOrd="0" presId="urn:microsoft.com/office/officeart/2009/3/layout/StepUpProcess"/>
    <dgm:cxn modelId="{3254537C-B5EC-4510-A06D-47B5CCE13399}" type="presParOf" srcId="{9726BD47-860E-4AD3-A191-ECD3D139E679}" destId="{5B10754C-7943-4F38-919B-25FC1756A995}" srcOrd="2" destOrd="0" presId="urn:microsoft.com/office/officeart/2009/3/layout/StepUpProcess"/>
    <dgm:cxn modelId="{F0EECC52-2B85-45EF-8903-DF3D6C5A080E}" type="presParOf" srcId="{5B10754C-7943-4F38-919B-25FC1756A995}" destId="{CC185B67-7F8B-4C4F-8BDE-86A11DA3E294}" srcOrd="0" destOrd="0" presId="urn:microsoft.com/office/officeart/2009/3/layout/StepUpProcess"/>
    <dgm:cxn modelId="{60B26946-6C41-408C-83D7-F70936E095D6}" type="presParOf" srcId="{5B10754C-7943-4F38-919B-25FC1756A995}" destId="{062F1196-8948-487D-BF1B-4DD2BAF3082A}" srcOrd="1" destOrd="0" presId="urn:microsoft.com/office/officeart/2009/3/layout/StepUpProcess"/>
    <dgm:cxn modelId="{26B3C1A6-65E0-4C24-AF8C-F2247BB030AC}" type="presParOf" srcId="{5B10754C-7943-4F38-919B-25FC1756A995}" destId="{4CD04B98-3956-403C-A593-966EB2B6E239}" srcOrd="2" destOrd="0" presId="urn:microsoft.com/office/officeart/2009/3/layout/StepUpProcess"/>
    <dgm:cxn modelId="{41E062E7-D56A-47D3-A4AA-8431AF1367D2}" type="presParOf" srcId="{9726BD47-860E-4AD3-A191-ECD3D139E679}" destId="{0C9B38FD-2D29-47DC-AF21-136025F74589}" srcOrd="3" destOrd="0" presId="urn:microsoft.com/office/officeart/2009/3/layout/StepUpProcess"/>
    <dgm:cxn modelId="{D66D9E3B-2C44-4AF3-B9BF-8E59866F03C6}" type="presParOf" srcId="{0C9B38FD-2D29-47DC-AF21-136025F74589}" destId="{F9C164EF-1052-4F75-8CDC-BA4FE7842B76}" srcOrd="0" destOrd="0" presId="urn:microsoft.com/office/officeart/2009/3/layout/StepUpProcess"/>
    <dgm:cxn modelId="{31291F1D-E226-4B13-BF38-ACAF9B86210F}" type="presParOf" srcId="{9726BD47-860E-4AD3-A191-ECD3D139E679}" destId="{ED390221-D302-40CC-88ED-0AE8A84F20E6}" srcOrd="4" destOrd="0" presId="urn:microsoft.com/office/officeart/2009/3/layout/StepUpProcess"/>
    <dgm:cxn modelId="{610AA4BB-4FC7-4EF6-A4ED-6D49566345DF}" type="presParOf" srcId="{ED390221-D302-40CC-88ED-0AE8A84F20E6}" destId="{209BEF6D-13A2-4556-A184-BBB39FE41AD3}" srcOrd="0" destOrd="0" presId="urn:microsoft.com/office/officeart/2009/3/layout/StepUpProcess"/>
    <dgm:cxn modelId="{EEA10EDE-F5A6-4378-A509-7B135879BA15}" type="presParOf" srcId="{ED390221-D302-40CC-88ED-0AE8A84F20E6}" destId="{D47620CA-CBAB-44C3-AA82-0CD774A5DFDF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103D46-8351-49F4-A00E-84E0D53069E2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4B07B968-2C30-4942-A18D-EC8D561FCEF6}">
      <dgm:prSet phldrT="[文本]" custT="1"/>
      <dgm:spPr/>
      <dgm:t>
        <a:bodyPr/>
        <a:lstStyle/>
        <a:p>
          <a:r>
            <a:rPr lang="zh-CN" altLang="zh-CN" sz="1200" b="1" dirty="0"/>
            <a:t>配置寄存器</a:t>
          </a:r>
          <a:r>
            <a:rPr lang="zh-CN" altLang="en-US" sz="1200" b="1" dirty="0"/>
            <a:t>（</a:t>
          </a:r>
          <a:r>
            <a:rPr lang="en-US" altLang="zh-CN" sz="1200" b="1" dirty="0"/>
            <a:t>32</a:t>
          </a:r>
          <a:r>
            <a:rPr lang="zh-CN" altLang="en-US" sz="1200" b="1" dirty="0"/>
            <a:t>位）</a:t>
          </a:r>
        </a:p>
      </dgm:t>
    </dgm:pt>
    <dgm:pt modelId="{280F6AC1-C0C4-438B-B3D4-B18EE9B05E38}" type="parTrans" cxnId="{231830FF-602B-4D82-8F7E-A8E199DD0CB8}">
      <dgm:prSet/>
      <dgm:spPr/>
      <dgm:t>
        <a:bodyPr/>
        <a:lstStyle/>
        <a:p>
          <a:endParaRPr lang="zh-CN" altLang="en-US" sz="2000" b="1"/>
        </a:p>
      </dgm:t>
    </dgm:pt>
    <dgm:pt modelId="{AB558B99-BE41-49FA-A9A0-692B93FAFF6A}" type="sibTrans" cxnId="{231830FF-602B-4D82-8F7E-A8E199DD0CB8}">
      <dgm:prSet/>
      <dgm:spPr/>
      <dgm:t>
        <a:bodyPr/>
        <a:lstStyle/>
        <a:p>
          <a:endParaRPr lang="zh-CN" altLang="en-US" sz="2000" b="1"/>
        </a:p>
      </dgm:t>
    </dgm:pt>
    <dgm:pt modelId="{0DF59A6B-8766-4C2D-8EE5-C9D9A325379B}">
      <dgm:prSet phldrT="[文本]" custT="1"/>
      <dgm:spPr/>
      <dgm:t>
        <a:bodyPr/>
        <a:lstStyle/>
        <a:p>
          <a:r>
            <a:rPr lang="en-US" altLang="zh-CN" sz="1200" b="1" dirty="0" err="1"/>
            <a:t>GPIOx_CRL</a:t>
          </a:r>
          <a:endParaRPr lang="zh-CN" altLang="en-US" sz="1200" b="1" dirty="0"/>
        </a:p>
      </dgm:t>
    </dgm:pt>
    <dgm:pt modelId="{9664FCAC-0ACE-47E3-AA93-66B70DBD7E2D}" type="parTrans" cxnId="{B7CAFFA3-A8A8-4C60-B827-4F9D69FAEF04}">
      <dgm:prSet/>
      <dgm:spPr/>
      <dgm:t>
        <a:bodyPr/>
        <a:lstStyle/>
        <a:p>
          <a:endParaRPr lang="zh-CN" altLang="en-US" sz="2000" b="1"/>
        </a:p>
      </dgm:t>
    </dgm:pt>
    <dgm:pt modelId="{63B209D0-E3BA-4803-A8A3-5167D4A0B388}" type="sibTrans" cxnId="{B7CAFFA3-A8A8-4C60-B827-4F9D69FAEF04}">
      <dgm:prSet/>
      <dgm:spPr/>
      <dgm:t>
        <a:bodyPr/>
        <a:lstStyle/>
        <a:p>
          <a:endParaRPr lang="zh-CN" altLang="en-US" sz="2000" b="1"/>
        </a:p>
      </dgm:t>
    </dgm:pt>
    <dgm:pt modelId="{A6D70259-A35F-4F78-9C35-FA15F06714D8}">
      <dgm:prSet phldrT="[文本]" custT="1"/>
      <dgm:spPr/>
      <dgm:t>
        <a:bodyPr/>
        <a:lstStyle/>
        <a:p>
          <a:r>
            <a:rPr lang="en-US" altLang="zh-CN" sz="1200" b="1" dirty="0" err="1"/>
            <a:t>GPIOx_CRH</a:t>
          </a:r>
          <a:endParaRPr lang="zh-CN" altLang="en-US" sz="1200" b="1" dirty="0"/>
        </a:p>
      </dgm:t>
    </dgm:pt>
    <dgm:pt modelId="{D1C9C9AB-D5A6-4A74-A254-DEEFD5700ADB}" type="parTrans" cxnId="{7B305C34-B283-4F70-8160-9794B25D7B30}">
      <dgm:prSet/>
      <dgm:spPr/>
      <dgm:t>
        <a:bodyPr/>
        <a:lstStyle/>
        <a:p>
          <a:endParaRPr lang="zh-CN" altLang="en-US" sz="2000" b="1"/>
        </a:p>
      </dgm:t>
    </dgm:pt>
    <dgm:pt modelId="{6D49F307-445B-41F6-AA6A-35D7E66A3617}" type="sibTrans" cxnId="{7B305C34-B283-4F70-8160-9794B25D7B30}">
      <dgm:prSet/>
      <dgm:spPr/>
      <dgm:t>
        <a:bodyPr/>
        <a:lstStyle/>
        <a:p>
          <a:endParaRPr lang="zh-CN" altLang="en-US" sz="2000" b="1"/>
        </a:p>
      </dgm:t>
    </dgm:pt>
    <dgm:pt modelId="{E828AE3D-7151-4A92-B1D1-F3158216B4C2}">
      <dgm:prSet phldrT="[文本]" custT="1"/>
      <dgm:spPr/>
      <dgm:t>
        <a:bodyPr/>
        <a:lstStyle/>
        <a:p>
          <a:r>
            <a:rPr lang="zh-CN" altLang="zh-CN" sz="1200" b="1" dirty="0"/>
            <a:t>置位</a:t>
          </a:r>
          <a:r>
            <a:rPr lang="en-US" altLang="zh-CN" sz="1200" b="1" dirty="0"/>
            <a:t>/</a:t>
          </a:r>
          <a:r>
            <a:rPr lang="zh-CN" altLang="zh-CN" sz="1200" b="1" dirty="0"/>
            <a:t>复位寄存器</a:t>
          </a:r>
          <a:r>
            <a:rPr lang="zh-CN" altLang="en-US" sz="1200" b="1" dirty="0"/>
            <a:t>（</a:t>
          </a:r>
          <a:r>
            <a:rPr lang="en-US" altLang="zh-CN" sz="1200" b="1" dirty="0"/>
            <a:t>16</a:t>
          </a:r>
          <a:r>
            <a:rPr lang="zh-CN" altLang="en-US" sz="1200" b="1" dirty="0"/>
            <a:t>位）</a:t>
          </a:r>
        </a:p>
      </dgm:t>
    </dgm:pt>
    <dgm:pt modelId="{4933F163-0309-41A3-8953-F719E3B0B4DD}" type="parTrans" cxnId="{027DCF98-AF83-4D1B-BE2B-28CD14F1403D}">
      <dgm:prSet/>
      <dgm:spPr/>
      <dgm:t>
        <a:bodyPr/>
        <a:lstStyle/>
        <a:p>
          <a:endParaRPr lang="zh-CN" altLang="en-US" sz="2000" b="1"/>
        </a:p>
      </dgm:t>
    </dgm:pt>
    <dgm:pt modelId="{E7011EB4-D44A-4BB0-A8A2-E9B09AA3EBD4}" type="sibTrans" cxnId="{027DCF98-AF83-4D1B-BE2B-28CD14F1403D}">
      <dgm:prSet/>
      <dgm:spPr/>
      <dgm:t>
        <a:bodyPr/>
        <a:lstStyle/>
        <a:p>
          <a:endParaRPr lang="zh-CN" altLang="en-US" sz="2000" b="1"/>
        </a:p>
      </dgm:t>
    </dgm:pt>
    <dgm:pt modelId="{F3BBCA2F-D922-4F36-B595-BA5733BAC130}">
      <dgm:prSet phldrT="[文本]" custT="1"/>
      <dgm:spPr/>
      <dgm:t>
        <a:bodyPr/>
        <a:lstStyle/>
        <a:p>
          <a:r>
            <a:rPr lang="en-US" altLang="zh-CN" sz="1200" b="1" dirty="0" err="1"/>
            <a:t>GPIOx_BSRR</a:t>
          </a:r>
          <a:endParaRPr lang="zh-CN" altLang="en-US" sz="1200" b="1" dirty="0"/>
        </a:p>
      </dgm:t>
    </dgm:pt>
    <dgm:pt modelId="{95334252-8C31-491E-AB7C-3B9077B2500D}" type="parTrans" cxnId="{5600DB0F-0AF2-40A8-8E61-21B87BF04174}">
      <dgm:prSet/>
      <dgm:spPr/>
      <dgm:t>
        <a:bodyPr/>
        <a:lstStyle/>
        <a:p>
          <a:endParaRPr lang="zh-CN" altLang="en-US" sz="2000" b="1"/>
        </a:p>
      </dgm:t>
    </dgm:pt>
    <dgm:pt modelId="{C82E02D0-8896-44EF-9837-8A9BDEE0612C}" type="sibTrans" cxnId="{5600DB0F-0AF2-40A8-8E61-21B87BF04174}">
      <dgm:prSet/>
      <dgm:spPr/>
      <dgm:t>
        <a:bodyPr/>
        <a:lstStyle/>
        <a:p>
          <a:endParaRPr lang="zh-CN" altLang="en-US" sz="2000" b="1"/>
        </a:p>
      </dgm:t>
    </dgm:pt>
    <dgm:pt modelId="{15848EB6-07E8-424D-B75D-50D6DA401F1D}">
      <dgm:prSet phldrT="[文本]" custT="1"/>
      <dgm:spPr/>
      <dgm:t>
        <a:bodyPr/>
        <a:lstStyle/>
        <a:p>
          <a:r>
            <a:rPr lang="zh-CN" altLang="zh-CN" sz="1200" b="1" dirty="0"/>
            <a:t>数据寄存器</a:t>
          </a:r>
          <a:r>
            <a:rPr lang="zh-CN" altLang="en-US" sz="1200" b="1" dirty="0"/>
            <a:t>（</a:t>
          </a:r>
          <a:r>
            <a:rPr lang="en-US" altLang="zh-CN" sz="1200" b="1" dirty="0"/>
            <a:t>32</a:t>
          </a:r>
          <a:r>
            <a:rPr lang="zh-CN" altLang="en-US" sz="1200" b="1" dirty="0"/>
            <a:t>位）</a:t>
          </a:r>
        </a:p>
      </dgm:t>
    </dgm:pt>
    <dgm:pt modelId="{8AF5C19D-A5B2-456F-8316-A2FE9AE73403}" type="parTrans" cxnId="{2F1A037C-7640-45A5-A9B0-96D173D7233B}">
      <dgm:prSet/>
      <dgm:spPr/>
      <dgm:t>
        <a:bodyPr/>
        <a:lstStyle/>
        <a:p>
          <a:endParaRPr lang="zh-CN" altLang="en-US" sz="2000" b="1"/>
        </a:p>
      </dgm:t>
    </dgm:pt>
    <dgm:pt modelId="{2CE55218-A48F-4DF9-9DDF-151BB46F46F2}" type="sibTrans" cxnId="{2F1A037C-7640-45A5-A9B0-96D173D7233B}">
      <dgm:prSet/>
      <dgm:spPr/>
      <dgm:t>
        <a:bodyPr/>
        <a:lstStyle/>
        <a:p>
          <a:endParaRPr lang="zh-CN" altLang="en-US" sz="2000" b="1"/>
        </a:p>
      </dgm:t>
    </dgm:pt>
    <dgm:pt modelId="{B61FC71C-3F0C-484C-B380-35A4CFF6E538}">
      <dgm:prSet phldrT="[文本]" custT="1"/>
      <dgm:spPr/>
      <dgm:t>
        <a:bodyPr/>
        <a:lstStyle/>
        <a:p>
          <a:r>
            <a:rPr lang="en-US" altLang="zh-CN" sz="1200" b="1" dirty="0" err="1"/>
            <a:t>GPIOx_IDR</a:t>
          </a:r>
          <a:endParaRPr lang="zh-CN" altLang="en-US" sz="1200" b="1" dirty="0"/>
        </a:p>
      </dgm:t>
    </dgm:pt>
    <dgm:pt modelId="{52F22A89-5AEA-41B3-AE71-B0C5CF3C318B}" type="parTrans" cxnId="{80F33924-AEBA-4188-B985-C84CC1B8D3EF}">
      <dgm:prSet/>
      <dgm:spPr/>
      <dgm:t>
        <a:bodyPr/>
        <a:lstStyle/>
        <a:p>
          <a:endParaRPr lang="zh-CN" altLang="en-US" sz="2000" b="1"/>
        </a:p>
      </dgm:t>
    </dgm:pt>
    <dgm:pt modelId="{CFF8BA71-7CCD-4423-B0F2-A2FA087D63D6}" type="sibTrans" cxnId="{80F33924-AEBA-4188-B985-C84CC1B8D3EF}">
      <dgm:prSet/>
      <dgm:spPr/>
      <dgm:t>
        <a:bodyPr/>
        <a:lstStyle/>
        <a:p>
          <a:endParaRPr lang="zh-CN" altLang="en-US" sz="2000" b="1"/>
        </a:p>
      </dgm:t>
    </dgm:pt>
    <dgm:pt modelId="{47FE0AC0-8D16-46A0-9749-0D9AF5F858F5}">
      <dgm:prSet phldrT="[文本]" custT="1"/>
      <dgm:spPr/>
      <dgm:t>
        <a:bodyPr/>
        <a:lstStyle/>
        <a:p>
          <a:r>
            <a:rPr lang="en-US" altLang="zh-CN" sz="1200" b="1" dirty="0" err="1"/>
            <a:t>GPIOx_ODR</a:t>
          </a:r>
          <a:endParaRPr lang="zh-CN" altLang="en-US" sz="1200" b="1" dirty="0"/>
        </a:p>
      </dgm:t>
    </dgm:pt>
    <dgm:pt modelId="{3FFD83EB-DC5B-4537-B36F-2BD8C77DB117}" type="parTrans" cxnId="{D0FC0454-9CD0-4A0A-8C76-BBC4F259A77D}">
      <dgm:prSet/>
      <dgm:spPr/>
      <dgm:t>
        <a:bodyPr/>
        <a:lstStyle/>
        <a:p>
          <a:endParaRPr lang="zh-CN" altLang="en-US" sz="2000" b="1"/>
        </a:p>
      </dgm:t>
    </dgm:pt>
    <dgm:pt modelId="{0D821649-2CD9-42DC-9AFA-21981E722EAB}" type="sibTrans" cxnId="{D0FC0454-9CD0-4A0A-8C76-BBC4F259A77D}">
      <dgm:prSet/>
      <dgm:spPr/>
      <dgm:t>
        <a:bodyPr/>
        <a:lstStyle/>
        <a:p>
          <a:endParaRPr lang="zh-CN" altLang="en-US" sz="2000" b="1"/>
        </a:p>
      </dgm:t>
    </dgm:pt>
    <dgm:pt modelId="{B146B176-A854-4D00-9D5E-75DA41F4CFAB}">
      <dgm:prSet custT="1"/>
      <dgm:spPr/>
      <dgm:t>
        <a:bodyPr/>
        <a:lstStyle/>
        <a:p>
          <a:r>
            <a:rPr lang="zh-CN" altLang="zh-CN" sz="1200" b="1" dirty="0"/>
            <a:t>锁定寄存器</a:t>
          </a:r>
          <a:r>
            <a:rPr lang="zh-CN" altLang="en-US" sz="1200" b="1" dirty="0"/>
            <a:t>（</a:t>
          </a:r>
          <a:r>
            <a:rPr lang="en-US" altLang="zh-CN" sz="1200" b="1" dirty="0"/>
            <a:t>32</a:t>
          </a:r>
          <a:r>
            <a:rPr lang="zh-CN" altLang="en-US" sz="1200" b="1" dirty="0"/>
            <a:t>位）</a:t>
          </a:r>
        </a:p>
      </dgm:t>
    </dgm:pt>
    <dgm:pt modelId="{6484A040-5F99-43F3-879D-E190B5FA8DE3}" type="parTrans" cxnId="{0A2C6F14-CB9B-44A7-A4AB-6824383E5F67}">
      <dgm:prSet/>
      <dgm:spPr/>
      <dgm:t>
        <a:bodyPr/>
        <a:lstStyle/>
        <a:p>
          <a:endParaRPr lang="zh-CN" altLang="en-US" sz="2000" b="1"/>
        </a:p>
      </dgm:t>
    </dgm:pt>
    <dgm:pt modelId="{6B8BD219-9054-4F69-AF77-D907F53AE855}" type="sibTrans" cxnId="{0A2C6F14-CB9B-44A7-A4AB-6824383E5F67}">
      <dgm:prSet/>
      <dgm:spPr/>
      <dgm:t>
        <a:bodyPr/>
        <a:lstStyle/>
        <a:p>
          <a:endParaRPr lang="zh-CN" altLang="en-US" sz="2000" b="1"/>
        </a:p>
      </dgm:t>
    </dgm:pt>
    <dgm:pt modelId="{A7F53D8B-2E54-4808-8235-E9EF65B049FB}">
      <dgm:prSet custT="1"/>
      <dgm:spPr/>
      <dgm:t>
        <a:bodyPr/>
        <a:lstStyle/>
        <a:p>
          <a:r>
            <a:rPr lang="en-US" altLang="zh-CN" sz="1200" b="1" dirty="0" err="1"/>
            <a:t>GPIOx_LCKR</a:t>
          </a:r>
          <a:endParaRPr lang="zh-CN" altLang="en-US" sz="1200" b="1" dirty="0"/>
        </a:p>
      </dgm:t>
    </dgm:pt>
    <dgm:pt modelId="{D66D949B-EDF5-44C0-9449-BFCDB851202B}" type="parTrans" cxnId="{CF5E1C6C-59AF-4C48-B0E3-18E65EC9AE5D}">
      <dgm:prSet/>
      <dgm:spPr/>
      <dgm:t>
        <a:bodyPr/>
        <a:lstStyle/>
        <a:p>
          <a:endParaRPr lang="zh-CN" altLang="en-US" sz="2000" b="1"/>
        </a:p>
      </dgm:t>
    </dgm:pt>
    <dgm:pt modelId="{EFB2674C-5B85-46AD-9330-14EF2C43A5B7}" type="sibTrans" cxnId="{CF5E1C6C-59AF-4C48-B0E3-18E65EC9AE5D}">
      <dgm:prSet/>
      <dgm:spPr/>
      <dgm:t>
        <a:bodyPr/>
        <a:lstStyle/>
        <a:p>
          <a:endParaRPr lang="zh-CN" altLang="en-US" sz="2000" b="1"/>
        </a:p>
      </dgm:t>
    </dgm:pt>
    <dgm:pt modelId="{C54C1E54-A467-4FC5-93D8-840E856710A4}">
      <dgm:prSet phldrT="[文本]" custT="1"/>
      <dgm:spPr/>
      <dgm:t>
        <a:bodyPr/>
        <a:lstStyle/>
        <a:p>
          <a:r>
            <a:rPr lang="zh-CN" altLang="en-US" sz="1200" b="1" dirty="0"/>
            <a:t>复位寄存器</a:t>
          </a:r>
        </a:p>
      </dgm:t>
    </dgm:pt>
    <dgm:pt modelId="{09C0D8B2-91AD-4B8B-89E0-D61753FA5B16}" type="parTrans" cxnId="{9BFC789E-CAB4-480A-921F-C0F7E760A092}">
      <dgm:prSet/>
      <dgm:spPr/>
      <dgm:t>
        <a:bodyPr/>
        <a:lstStyle/>
        <a:p>
          <a:endParaRPr lang="zh-CN" altLang="en-US" sz="2000"/>
        </a:p>
      </dgm:t>
    </dgm:pt>
    <dgm:pt modelId="{92E1CB41-A960-4C00-B425-E48B7DEF3274}" type="sibTrans" cxnId="{9BFC789E-CAB4-480A-921F-C0F7E760A092}">
      <dgm:prSet/>
      <dgm:spPr/>
      <dgm:t>
        <a:bodyPr/>
        <a:lstStyle/>
        <a:p>
          <a:endParaRPr lang="zh-CN" altLang="en-US" sz="2000"/>
        </a:p>
      </dgm:t>
    </dgm:pt>
    <dgm:pt modelId="{75131708-B26B-46FF-A909-BE9C23AB7DC9}">
      <dgm:prSet phldrT="[文本]" custT="1"/>
      <dgm:spPr/>
      <dgm:t>
        <a:bodyPr/>
        <a:lstStyle/>
        <a:p>
          <a:r>
            <a:rPr lang="en-US" altLang="zh-CN" sz="1200" b="1" dirty="0" err="1"/>
            <a:t>GPIOx_BRR</a:t>
          </a:r>
          <a:endParaRPr lang="zh-CN" altLang="en-US" sz="1200" b="1" dirty="0"/>
        </a:p>
      </dgm:t>
    </dgm:pt>
    <dgm:pt modelId="{5302A5C8-947B-45A7-BB8D-0B1BA93A96BA}" type="parTrans" cxnId="{1439D5E1-34DA-4552-8533-065F201C82D2}">
      <dgm:prSet/>
      <dgm:spPr/>
      <dgm:t>
        <a:bodyPr/>
        <a:lstStyle/>
        <a:p>
          <a:endParaRPr lang="zh-CN" altLang="en-US" sz="2000"/>
        </a:p>
      </dgm:t>
    </dgm:pt>
    <dgm:pt modelId="{0C0189DE-61E9-463A-A399-FAD3E567EBB4}" type="sibTrans" cxnId="{1439D5E1-34DA-4552-8533-065F201C82D2}">
      <dgm:prSet/>
      <dgm:spPr/>
      <dgm:t>
        <a:bodyPr/>
        <a:lstStyle/>
        <a:p>
          <a:endParaRPr lang="zh-CN" altLang="en-US" sz="2000"/>
        </a:p>
      </dgm:t>
    </dgm:pt>
    <dgm:pt modelId="{99D53A17-0282-442E-ABB7-42EE3C86F3DC}" type="pres">
      <dgm:prSet presAssocID="{A6103D46-8351-49F4-A00E-84E0D53069E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15D71D1-AF50-4F71-86D7-2E22806589B0}" type="pres">
      <dgm:prSet presAssocID="{4B07B968-2C30-4942-A18D-EC8D561FCEF6}" presName="hierRoot1" presStyleCnt="0"/>
      <dgm:spPr/>
    </dgm:pt>
    <dgm:pt modelId="{39CF98CD-7A4A-418A-9553-0E04A9CC1279}" type="pres">
      <dgm:prSet presAssocID="{4B07B968-2C30-4942-A18D-EC8D561FCEF6}" presName="composite" presStyleCnt="0"/>
      <dgm:spPr/>
    </dgm:pt>
    <dgm:pt modelId="{6743EF83-417E-4A1D-93B9-E9C51D103401}" type="pres">
      <dgm:prSet presAssocID="{4B07B968-2C30-4942-A18D-EC8D561FCEF6}" presName="background" presStyleLbl="node0" presStyleIdx="0" presStyleCnt="5"/>
      <dgm:spPr/>
    </dgm:pt>
    <dgm:pt modelId="{42EF75DD-10A1-4D60-8536-A02214F442E7}" type="pres">
      <dgm:prSet presAssocID="{4B07B968-2C30-4942-A18D-EC8D561FCEF6}" presName="text" presStyleLbl="fgAcc0" presStyleIdx="0" presStyleCnt="5">
        <dgm:presLayoutVars>
          <dgm:chPref val="3"/>
        </dgm:presLayoutVars>
      </dgm:prSet>
      <dgm:spPr/>
    </dgm:pt>
    <dgm:pt modelId="{7D70D73C-DF72-4CDB-A072-ADE2FE8BB7EE}" type="pres">
      <dgm:prSet presAssocID="{4B07B968-2C30-4942-A18D-EC8D561FCEF6}" presName="hierChild2" presStyleCnt="0"/>
      <dgm:spPr/>
    </dgm:pt>
    <dgm:pt modelId="{D0A6F472-E56D-45FB-BFFA-CBAAAAF88CC6}" type="pres">
      <dgm:prSet presAssocID="{9664FCAC-0ACE-47E3-AA93-66B70DBD7E2D}" presName="Name10" presStyleLbl="parChTrans1D2" presStyleIdx="0" presStyleCnt="7"/>
      <dgm:spPr/>
    </dgm:pt>
    <dgm:pt modelId="{A0E055BB-00CB-49A3-9F85-A24C231DD086}" type="pres">
      <dgm:prSet presAssocID="{0DF59A6B-8766-4C2D-8EE5-C9D9A325379B}" presName="hierRoot2" presStyleCnt="0"/>
      <dgm:spPr/>
    </dgm:pt>
    <dgm:pt modelId="{A10E1ED1-C336-4DB5-9C95-51FFED58979A}" type="pres">
      <dgm:prSet presAssocID="{0DF59A6B-8766-4C2D-8EE5-C9D9A325379B}" presName="composite2" presStyleCnt="0"/>
      <dgm:spPr/>
    </dgm:pt>
    <dgm:pt modelId="{D8EB8E23-805B-40CB-8662-CF33E471B5CE}" type="pres">
      <dgm:prSet presAssocID="{0DF59A6B-8766-4C2D-8EE5-C9D9A325379B}" presName="background2" presStyleLbl="node2" presStyleIdx="0" presStyleCnt="7"/>
      <dgm:spPr/>
    </dgm:pt>
    <dgm:pt modelId="{9D2D64FA-D755-481D-87DD-3F67BCE6968E}" type="pres">
      <dgm:prSet presAssocID="{0DF59A6B-8766-4C2D-8EE5-C9D9A325379B}" presName="text2" presStyleLbl="fgAcc2" presStyleIdx="0" presStyleCnt="7">
        <dgm:presLayoutVars>
          <dgm:chPref val="3"/>
        </dgm:presLayoutVars>
      </dgm:prSet>
      <dgm:spPr/>
    </dgm:pt>
    <dgm:pt modelId="{112F595A-52EE-4E61-AC6B-BE8BF6B76F58}" type="pres">
      <dgm:prSet presAssocID="{0DF59A6B-8766-4C2D-8EE5-C9D9A325379B}" presName="hierChild3" presStyleCnt="0"/>
      <dgm:spPr/>
    </dgm:pt>
    <dgm:pt modelId="{207D381B-E7C1-4F4E-BA17-EEB52D2C8AA5}" type="pres">
      <dgm:prSet presAssocID="{D1C9C9AB-D5A6-4A74-A254-DEEFD5700ADB}" presName="Name10" presStyleLbl="parChTrans1D2" presStyleIdx="1" presStyleCnt="7"/>
      <dgm:spPr/>
    </dgm:pt>
    <dgm:pt modelId="{EACBCC77-EBC2-4C38-873D-ED7E28776688}" type="pres">
      <dgm:prSet presAssocID="{A6D70259-A35F-4F78-9C35-FA15F06714D8}" presName="hierRoot2" presStyleCnt="0"/>
      <dgm:spPr/>
    </dgm:pt>
    <dgm:pt modelId="{3CE5B7F0-4F49-44B5-A22D-0E51BD30B346}" type="pres">
      <dgm:prSet presAssocID="{A6D70259-A35F-4F78-9C35-FA15F06714D8}" presName="composite2" presStyleCnt="0"/>
      <dgm:spPr/>
    </dgm:pt>
    <dgm:pt modelId="{24273FF2-B74E-41A2-9B5B-6F2959F84AF1}" type="pres">
      <dgm:prSet presAssocID="{A6D70259-A35F-4F78-9C35-FA15F06714D8}" presName="background2" presStyleLbl="node2" presStyleIdx="1" presStyleCnt="7"/>
      <dgm:spPr/>
    </dgm:pt>
    <dgm:pt modelId="{064BD57B-74EE-4A3D-AEF3-DAE8808DAD01}" type="pres">
      <dgm:prSet presAssocID="{A6D70259-A35F-4F78-9C35-FA15F06714D8}" presName="text2" presStyleLbl="fgAcc2" presStyleIdx="1" presStyleCnt="7">
        <dgm:presLayoutVars>
          <dgm:chPref val="3"/>
        </dgm:presLayoutVars>
      </dgm:prSet>
      <dgm:spPr/>
    </dgm:pt>
    <dgm:pt modelId="{9E89DD45-C6CE-46CE-A64D-E95255CF56C8}" type="pres">
      <dgm:prSet presAssocID="{A6D70259-A35F-4F78-9C35-FA15F06714D8}" presName="hierChild3" presStyleCnt="0"/>
      <dgm:spPr/>
    </dgm:pt>
    <dgm:pt modelId="{88E6CE53-CB3F-4D0F-8D20-10A14161BD7F}" type="pres">
      <dgm:prSet presAssocID="{15848EB6-07E8-424D-B75D-50D6DA401F1D}" presName="hierRoot1" presStyleCnt="0"/>
      <dgm:spPr/>
    </dgm:pt>
    <dgm:pt modelId="{566E63E7-E07D-4213-B4CD-69651D6B930D}" type="pres">
      <dgm:prSet presAssocID="{15848EB6-07E8-424D-B75D-50D6DA401F1D}" presName="composite" presStyleCnt="0"/>
      <dgm:spPr/>
    </dgm:pt>
    <dgm:pt modelId="{906309B8-9575-40BF-A9B7-997A108B81B9}" type="pres">
      <dgm:prSet presAssocID="{15848EB6-07E8-424D-B75D-50D6DA401F1D}" presName="background" presStyleLbl="node0" presStyleIdx="1" presStyleCnt="5"/>
      <dgm:spPr/>
    </dgm:pt>
    <dgm:pt modelId="{5BBDFB4F-639C-47EB-BF60-3E940D208DB5}" type="pres">
      <dgm:prSet presAssocID="{15848EB6-07E8-424D-B75D-50D6DA401F1D}" presName="text" presStyleLbl="fgAcc0" presStyleIdx="1" presStyleCnt="5">
        <dgm:presLayoutVars>
          <dgm:chPref val="3"/>
        </dgm:presLayoutVars>
      </dgm:prSet>
      <dgm:spPr/>
    </dgm:pt>
    <dgm:pt modelId="{687A5525-1815-4529-AABF-6DCA974CE018}" type="pres">
      <dgm:prSet presAssocID="{15848EB6-07E8-424D-B75D-50D6DA401F1D}" presName="hierChild2" presStyleCnt="0"/>
      <dgm:spPr/>
    </dgm:pt>
    <dgm:pt modelId="{0DA6DE38-DF7D-4E44-8EBE-E009179EC4ED}" type="pres">
      <dgm:prSet presAssocID="{52F22A89-5AEA-41B3-AE71-B0C5CF3C318B}" presName="Name10" presStyleLbl="parChTrans1D2" presStyleIdx="2" presStyleCnt="7"/>
      <dgm:spPr/>
    </dgm:pt>
    <dgm:pt modelId="{1D2B3BDB-66B3-4173-AF7D-430A76ACD5C6}" type="pres">
      <dgm:prSet presAssocID="{B61FC71C-3F0C-484C-B380-35A4CFF6E538}" presName="hierRoot2" presStyleCnt="0"/>
      <dgm:spPr/>
    </dgm:pt>
    <dgm:pt modelId="{59F59626-3BF4-425D-8453-A1D840F5C5F0}" type="pres">
      <dgm:prSet presAssocID="{B61FC71C-3F0C-484C-B380-35A4CFF6E538}" presName="composite2" presStyleCnt="0"/>
      <dgm:spPr/>
    </dgm:pt>
    <dgm:pt modelId="{25CF8D01-1424-4D2C-A647-436F48AA6832}" type="pres">
      <dgm:prSet presAssocID="{B61FC71C-3F0C-484C-B380-35A4CFF6E538}" presName="background2" presStyleLbl="node2" presStyleIdx="2" presStyleCnt="7"/>
      <dgm:spPr/>
    </dgm:pt>
    <dgm:pt modelId="{5F8E176C-A732-4013-9CA3-480B928FF365}" type="pres">
      <dgm:prSet presAssocID="{B61FC71C-3F0C-484C-B380-35A4CFF6E538}" presName="text2" presStyleLbl="fgAcc2" presStyleIdx="2" presStyleCnt="7">
        <dgm:presLayoutVars>
          <dgm:chPref val="3"/>
        </dgm:presLayoutVars>
      </dgm:prSet>
      <dgm:spPr/>
    </dgm:pt>
    <dgm:pt modelId="{DE1B5E16-BF0F-4B14-A3DE-4461661E25E9}" type="pres">
      <dgm:prSet presAssocID="{B61FC71C-3F0C-484C-B380-35A4CFF6E538}" presName="hierChild3" presStyleCnt="0"/>
      <dgm:spPr/>
    </dgm:pt>
    <dgm:pt modelId="{09263CF3-86D9-486D-AE83-7D6A65B2A849}" type="pres">
      <dgm:prSet presAssocID="{3FFD83EB-DC5B-4537-B36F-2BD8C77DB117}" presName="Name10" presStyleLbl="parChTrans1D2" presStyleIdx="3" presStyleCnt="7"/>
      <dgm:spPr/>
    </dgm:pt>
    <dgm:pt modelId="{79449367-B51A-4CA1-BDCA-3A60199C77C4}" type="pres">
      <dgm:prSet presAssocID="{47FE0AC0-8D16-46A0-9749-0D9AF5F858F5}" presName="hierRoot2" presStyleCnt="0"/>
      <dgm:spPr/>
    </dgm:pt>
    <dgm:pt modelId="{D7BBBFED-53B2-45EF-87C4-F6A6A51B74B7}" type="pres">
      <dgm:prSet presAssocID="{47FE0AC0-8D16-46A0-9749-0D9AF5F858F5}" presName="composite2" presStyleCnt="0"/>
      <dgm:spPr/>
    </dgm:pt>
    <dgm:pt modelId="{EF309740-7DC0-4E09-AF40-98F349F7D6A0}" type="pres">
      <dgm:prSet presAssocID="{47FE0AC0-8D16-46A0-9749-0D9AF5F858F5}" presName="background2" presStyleLbl="node2" presStyleIdx="3" presStyleCnt="7"/>
      <dgm:spPr/>
    </dgm:pt>
    <dgm:pt modelId="{A6AA4431-DB12-4083-A626-8AC3A49E8258}" type="pres">
      <dgm:prSet presAssocID="{47FE0AC0-8D16-46A0-9749-0D9AF5F858F5}" presName="text2" presStyleLbl="fgAcc2" presStyleIdx="3" presStyleCnt="7">
        <dgm:presLayoutVars>
          <dgm:chPref val="3"/>
        </dgm:presLayoutVars>
      </dgm:prSet>
      <dgm:spPr/>
    </dgm:pt>
    <dgm:pt modelId="{1384EFBF-E853-47DD-BD2D-A60B6BA9B3BD}" type="pres">
      <dgm:prSet presAssocID="{47FE0AC0-8D16-46A0-9749-0D9AF5F858F5}" presName="hierChild3" presStyleCnt="0"/>
      <dgm:spPr/>
    </dgm:pt>
    <dgm:pt modelId="{0F23DF5E-7E38-4547-A383-1EDE50E22EFF}" type="pres">
      <dgm:prSet presAssocID="{E828AE3D-7151-4A92-B1D1-F3158216B4C2}" presName="hierRoot1" presStyleCnt="0"/>
      <dgm:spPr/>
    </dgm:pt>
    <dgm:pt modelId="{86F7A8C8-8E95-4CAB-8AF3-BCFA6FE9DB28}" type="pres">
      <dgm:prSet presAssocID="{E828AE3D-7151-4A92-B1D1-F3158216B4C2}" presName="composite" presStyleCnt="0"/>
      <dgm:spPr/>
    </dgm:pt>
    <dgm:pt modelId="{8AD1F819-4F7D-4F23-BFA2-5A5D7A3E337E}" type="pres">
      <dgm:prSet presAssocID="{E828AE3D-7151-4A92-B1D1-F3158216B4C2}" presName="background" presStyleLbl="node0" presStyleIdx="2" presStyleCnt="5"/>
      <dgm:spPr/>
    </dgm:pt>
    <dgm:pt modelId="{25326BF6-D426-4849-96BC-21EB4C023D7E}" type="pres">
      <dgm:prSet presAssocID="{E828AE3D-7151-4A92-B1D1-F3158216B4C2}" presName="text" presStyleLbl="fgAcc0" presStyleIdx="2" presStyleCnt="5">
        <dgm:presLayoutVars>
          <dgm:chPref val="3"/>
        </dgm:presLayoutVars>
      </dgm:prSet>
      <dgm:spPr/>
    </dgm:pt>
    <dgm:pt modelId="{92B144C8-7D35-4676-93EC-B66B37BA29F8}" type="pres">
      <dgm:prSet presAssocID="{E828AE3D-7151-4A92-B1D1-F3158216B4C2}" presName="hierChild2" presStyleCnt="0"/>
      <dgm:spPr/>
    </dgm:pt>
    <dgm:pt modelId="{57F60057-18BE-49FB-B9D5-60CDE6C3EA6E}" type="pres">
      <dgm:prSet presAssocID="{95334252-8C31-491E-AB7C-3B9077B2500D}" presName="Name10" presStyleLbl="parChTrans1D2" presStyleIdx="4" presStyleCnt="7"/>
      <dgm:spPr/>
    </dgm:pt>
    <dgm:pt modelId="{35E68E41-F79F-409B-85A5-91D124C05FCF}" type="pres">
      <dgm:prSet presAssocID="{F3BBCA2F-D922-4F36-B595-BA5733BAC130}" presName="hierRoot2" presStyleCnt="0"/>
      <dgm:spPr/>
    </dgm:pt>
    <dgm:pt modelId="{B914537F-5C4A-4A8B-A82B-735E9DF4FE56}" type="pres">
      <dgm:prSet presAssocID="{F3BBCA2F-D922-4F36-B595-BA5733BAC130}" presName="composite2" presStyleCnt="0"/>
      <dgm:spPr/>
    </dgm:pt>
    <dgm:pt modelId="{4A6B9811-AC4D-4225-BABA-FAD18CDC9741}" type="pres">
      <dgm:prSet presAssocID="{F3BBCA2F-D922-4F36-B595-BA5733BAC130}" presName="background2" presStyleLbl="node2" presStyleIdx="4" presStyleCnt="7"/>
      <dgm:spPr/>
    </dgm:pt>
    <dgm:pt modelId="{E6672000-DA60-4F1F-92DC-F3630C6E5F1C}" type="pres">
      <dgm:prSet presAssocID="{F3BBCA2F-D922-4F36-B595-BA5733BAC130}" presName="text2" presStyleLbl="fgAcc2" presStyleIdx="4" presStyleCnt="7">
        <dgm:presLayoutVars>
          <dgm:chPref val="3"/>
        </dgm:presLayoutVars>
      </dgm:prSet>
      <dgm:spPr/>
    </dgm:pt>
    <dgm:pt modelId="{7CD440F1-C943-4687-9745-34E8324BC40D}" type="pres">
      <dgm:prSet presAssocID="{F3BBCA2F-D922-4F36-B595-BA5733BAC130}" presName="hierChild3" presStyleCnt="0"/>
      <dgm:spPr/>
    </dgm:pt>
    <dgm:pt modelId="{E51B8495-2C54-418C-8AE8-624CD1810047}" type="pres">
      <dgm:prSet presAssocID="{C54C1E54-A467-4FC5-93D8-840E856710A4}" presName="hierRoot1" presStyleCnt="0"/>
      <dgm:spPr/>
    </dgm:pt>
    <dgm:pt modelId="{185F9A38-BCA5-45C0-B598-0120E0F9A19F}" type="pres">
      <dgm:prSet presAssocID="{C54C1E54-A467-4FC5-93D8-840E856710A4}" presName="composite" presStyleCnt="0"/>
      <dgm:spPr/>
    </dgm:pt>
    <dgm:pt modelId="{3AC90689-36B1-4C3A-9A44-4015D59A649A}" type="pres">
      <dgm:prSet presAssocID="{C54C1E54-A467-4FC5-93D8-840E856710A4}" presName="background" presStyleLbl="node0" presStyleIdx="3" presStyleCnt="5"/>
      <dgm:spPr/>
    </dgm:pt>
    <dgm:pt modelId="{D186F506-5A4A-424B-A9EE-5F06AA0BA80B}" type="pres">
      <dgm:prSet presAssocID="{C54C1E54-A467-4FC5-93D8-840E856710A4}" presName="text" presStyleLbl="fgAcc0" presStyleIdx="3" presStyleCnt="5">
        <dgm:presLayoutVars>
          <dgm:chPref val="3"/>
        </dgm:presLayoutVars>
      </dgm:prSet>
      <dgm:spPr/>
    </dgm:pt>
    <dgm:pt modelId="{F1BA918F-69E9-4166-A678-20227AFFBD5D}" type="pres">
      <dgm:prSet presAssocID="{C54C1E54-A467-4FC5-93D8-840E856710A4}" presName="hierChild2" presStyleCnt="0"/>
      <dgm:spPr/>
    </dgm:pt>
    <dgm:pt modelId="{58115082-A4CA-4CE4-B47D-7EA1EE3730BC}" type="pres">
      <dgm:prSet presAssocID="{5302A5C8-947B-45A7-BB8D-0B1BA93A96BA}" presName="Name10" presStyleLbl="parChTrans1D2" presStyleIdx="5" presStyleCnt="7"/>
      <dgm:spPr/>
    </dgm:pt>
    <dgm:pt modelId="{74D5F904-50E2-4661-9CD3-1825A6CEF148}" type="pres">
      <dgm:prSet presAssocID="{75131708-B26B-46FF-A909-BE9C23AB7DC9}" presName="hierRoot2" presStyleCnt="0"/>
      <dgm:spPr/>
    </dgm:pt>
    <dgm:pt modelId="{6B8717E8-5370-4CE2-B670-D513D7AE785C}" type="pres">
      <dgm:prSet presAssocID="{75131708-B26B-46FF-A909-BE9C23AB7DC9}" presName="composite2" presStyleCnt="0"/>
      <dgm:spPr/>
    </dgm:pt>
    <dgm:pt modelId="{A570000E-0346-47BF-BBA9-3ED4B4D31566}" type="pres">
      <dgm:prSet presAssocID="{75131708-B26B-46FF-A909-BE9C23AB7DC9}" presName="background2" presStyleLbl="node2" presStyleIdx="5" presStyleCnt="7"/>
      <dgm:spPr/>
    </dgm:pt>
    <dgm:pt modelId="{2CACA50B-C48D-47AD-A4C1-8F90185BB5C3}" type="pres">
      <dgm:prSet presAssocID="{75131708-B26B-46FF-A909-BE9C23AB7DC9}" presName="text2" presStyleLbl="fgAcc2" presStyleIdx="5" presStyleCnt="7">
        <dgm:presLayoutVars>
          <dgm:chPref val="3"/>
        </dgm:presLayoutVars>
      </dgm:prSet>
      <dgm:spPr/>
    </dgm:pt>
    <dgm:pt modelId="{1D707BFA-7D27-4D7B-B031-0434A1593BB6}" type="pres">
      <dgm:prSet presAssocID="{75131708-B26B-46FF-A909-BE9C23AB7DC9}" presName="hierChild3" presStyleCnt="0"/>
      <dgm:spPr/>
    </dgm:pt>
    <dgm:pt modelId="{62BAFD11-B849-40BE-80E9-3E0DB6F55D41}" type="pres">
      <dgm:prSet presAssocID="{B146B176-A854-4D00-9D5E-75DA41F4CFAB}" presName="hierRoot1" presStyleCnt="0"/>
      <dgm:spPr/>
    </dgm:pt>
    <dgm:pt modelId="{9C669C12-B9E4-4222-9C5A-B36690FBD6EF}" type="pres">
      <dgm:prSet presAssocID="{B146B176-A854-4D00-9D5E-75DA41F4CFAB}" presName="composite" presStyleCnt="0"/>
      <dgm:spPr/>
    </dgm:pt>
    <dgm:pt modelId="{FC211F79-E5D2-45B4-A59E-3881D9218BE9}" type="pres">
      <dgm:prSet presAssocID="{B146B176-A854-4D00-9D5E-75DA41F4CFAB}" presName="background" presStyleLbl="node0" presStyleIdx="4" presStyleCnt="5"/>
      <dgm:spPr/>
    </dgm:pt>
    <dgm:pt modelId="{5227FBEA-5981-4E43-88FE-6B550209CC50}" type="pres">
      <dgm:prSet presAssocID="{B146B176-A854-4D00-9D5E-75DA41F4CFAB}" presName="text" presStyleLbl="fgAcc0" presStyleIdx="4" presStyleCnt="5">
        <dgm:presLayoutVars>
          <dgm:chPref val="3"/>
        </dgm:presLayoutVars>
      </dgm:prSet>
      <dgm:spPr/>
    </dgm:pt>
    <dgm:pt modelId="{4002F44D-408C-411D-9D3E-8BAC7571AA75}" type="pres">
      <dgm:prSet presAssocID="{B146B176-A854-4D00-9D5E-75DA41F4CFAB}" presName="hierChild2" presStyleCnt="0"/>
      <dgm:spPr/>
    </dgm:pt>
    <dgm:pt modelId="{D301B10F-99CC-401B-8903-73C6877A972A}" type="pres">
      <dgm:prSet presAssocID="{D66D949B-EDF5-44C0-9449-BFCDB851202B}" presName="Name10" presStyleLbl="parChTrans1D2" presStyleIdx="6" presStyleCnt="7"/>
      <dgm:spPr/>
    </dgm:pt>
    <dgm:pt modelId="{6DA3CB2E-675A-4A6C-954B-6F6EBF5F8BB7}" type="pres">
      <dgm:prSet presAssocID="{A7F53D8B-2E54-4808-8235-E9EF65B049FB}" presName="hierRoot2" presStyleCnt="0"/>
      <dgm:spPr/>
    </dgm:pt>
    <dgm:pt modelId="{91322C0B-F293-47A8-B310-F6562E52EB67}" type="pres">
      <dgm:prSet presAssocID="{A7F53D8B-2E54-4808-8235-E9EF65B049FB}" presName="composite2" presStyleCnt="0"/>
      <dgm:spPr/>
    </dgm:pt>
    <dgm:pt modelId="{F1A2F6A3-8EFC-453D-888D-F343823D198A}" type="pres">
      <dgm:prSet presAssocID="{A7F53D8B-2E54-4808-8235-E9EF65B049FB}" presName="background2" presStyleLbl="node2" presStyleIdx="6" presStyleCnt="7"/>
      <dgm:spPr/>
    </dgm:pt>
    <dgm:pt modelId="{7D1892CC-6A94-49F3-B980-650D867D770F}" type="pres">
      <dgm:prSet presAssocID="{A7F53D8B-2E54-4808-8235-E9EF65B049FB}" presName="text2" presStyleLbl="fgAcc2" presStyleIdx="6" presStyleCnt="7">
        <dgm:presLayoutVars>
          <dgm:chPref val="3"/>
        </dgm:presLayoutVars>
      </dgm:prSet>
      <dgm:spPr/>
    </dgm:pt>
    <dgm:pt modelId="{05CBE970-A54E-4246-ADA6-7B3CBD306899}" type="pres">
      <dgm:prSet presAssocID="{A7F53D8B-2E54-4808-8235-E9EF65B049FB}" presName="hierChild3" presStyleCnt="0"/>
      <dgm:spPr/>
    </dgm:pt>
  </dgm:ptLst>
  <dgm:cxnLst>
    <dgm:cxn modelId="{10480B06-BB7C-4643-85B2-A1EC200D5144}" type="presOf" srcId="{B61FC71C-3F0C-484C-B380-35A4CFF6E538}" destId="{5F8E176C-A732-4013-9CA3-480B928FF365}" srcOrd="0" destOrd="0" presId="urn:microsoft.com/office/officeart/2005/8/layout/hierarchy1"/>
    <dgm:cxn modelId="{3B951306-35BA-4EF6-B2DB-47B8BDE469E9}" type="presOf" srcId="{52F22A89-5AEA-41B3-AE71-B0C5CF3C318B}" destId="{0DA6DE38-DF7D-4E44-8EBE-E009179EC4ED}" srcOrd="0" destOrd="0" presId="urn:microsoft.com/office/officeart/2005/8/layout/hierarchy1"/>
    <dgm:cxn modelId="{170AF606-CEE2-40E3-9C74-5724F1795E60}" type="presOf" srcId="{C54C1E54-A467-4FC5-93D8-840E856710A4}" destId="{D186F506-5A4A-424B-A9EE-5F06AA0BA80B}" srcOrd="0" destOrd="0" presId="urn:microsoft.com/office/officeart/2005/8/layout/hierarchy1"/>
    <dgm:cxn modelId="{5600DB0F-0AF2-40A8-8E61-21B87BF04174}" srcId="{E828AE3D-7151-4A92-B1D1-F3158216B4C2}" destId="{F3BBCA2F-D922-4F36-B595-BA5733BAC130}" srcOrd="0" destOrd="0" parTransId="{95334252-8C31-491E-AB7C-3B9077B2500D}" sibTransId="{C82E02D0-8896-44EF-9837-8A9BDEE0612C}"/>
    <dgm:cxn modelId="{0A2C6F14-CB9B-44A7-A4AB-6824383E5F67}" srcId="{A6103D46-8351-49F4-A00E-84E0D53069E2}" destId="{B146B176-A854-4D00-9D5E-75DA41F4CFAB}" srcOrd="4" destOrd="0" parTransId="{6484A040-5F99-43F3-879D-E190B5FA8DE3}" sibTransId="{6B8BD219-9054-4F69-AF77-D907F53AE855}"/>
    <dgm:cxn modelId="{F954691E-9092-4386-B564-4495F0AD8AC5}" type="presOf" srcId="{5302A5C8-947B-45A7-BB8D-0B1BA93A96BA}" destId="{58115082-A4CA-4CE4-B47D-7EA1EE3730BC}" srcOrd="0" destOrd="0" presId="urn:microsoft.com/office/officeart/2005/8/layout/hierarchy1"/>
    <dgm:cxn modelId="{53B71A1F-C1BA-4435-A810-4F3BA599E037}" type="presOf" srcId="{D1C9C9AB-D5A6-4A74-A254-DEEFD5700ADB}" destId="{207D381B-E7C1-4F4E-BA17-EEB52D2C8AA5}" srcOrd="0" destOrd="0" presId="urn:microsoft.com/office/officeart/2005/8/layout/hierarchy1"/>
    <dgm:cxn modelId="{BF647D21-73EE-4286-B97B-E1E05CA695D2}" type="presOf" srcId="{D66D949B-EDF5-44C0-9449-BFCDB851202B}" destId="{D301B10F-99CC-401B-8903-73C6877A972A}" srcOrd="0" destOrd="0" presId="urn:microsoft.com/office/officeart/2005/8/layout/hierarchy1"/>
    <dgm:cxn modelId="{80F33924-AEBA-4188-B985-C84CC1B8D3EF}" srcId="{15848EB6-07E8-424D-B75D-50D6DA401F1D}" destId="{B61FC71C-3F0C-484C-B380-35A4CFF6E538}" srcOrd="0" destOrd="0" parTransId="{52F22A89-5AEA-41B3-AE71-B0C5CF3C318B}" sibTransId="{CFF8BA71-7CCD-4423-B0F2-A2FA087D63D6}"/>
    <dgm:cxn modelId="{B5045928-2977-4558-8D1F-118AABAC57EF}" type="presOf" srcId="{A6103D46-8351-49F4-A00E-84E0D53069E2}" destId="{99D53A17-0282-442E-ABB7-42EE3C86F3DC}" srcOrd="0" destOrd="0" presId="urn:microsoft.com/office/officeart/2005/8/layout/hierarchy1"/>
    <dgm:cxn modelId="{B3D54F2E-0846-4BCB-AD8E-19DE4AB75EAC}" type="presOf" srcId="{4B07B968-2C30-4942-A18D-EC8D561FCEF6}" destId="{42EF75DD-10A1-4D60-8536-A02214F442E7}" srcOrd="0" destOrd="0" presId="urn:microsoft.com/office/officeart/2005/8/layout/hierarchy1"/>
    <dgm:cxn modelId="{7B305C34-B283-4F70-8160-9794B25D7B30}" srcId="{4B07B968-2C30-4942-A18D-EC8D561FCEF6}" destId="{A6D70259-A35F-4F78-9C35-FA15F06714D8}" srcOrd="1" destOrd="0" parTransId="{D1C9C9AB-D5A6-4A74-A254-DEEFD5700ADB}" sibTransId="{6D49F307-445B-41F6-AA6A-35D7E66A3617}"/>
    <dgm:cxn modelId="{EB0B2037-4527-4AEF-AECE-F218B2E181FA}" type="presOf" srcId="{0DF59A6B-8766-4C2D-8EE5-C9D9A325379B}" destId="{9D2D64FA-D755-481D-87DD-3F67BCE6968E}" srcOrd="0" destOrd="0" presId="urn:microsoft.com/office/officeart/2005/8/layout/hierarchy1"/>
    <dgm:cxn modelId="{3CB6703D-17D6-428F-9809-9E0D52C55742}" type="presOf" srcId="{B146B176-A854-4D00-9D5E-75DA41F4CFAB}" destId="{5227FBEA-5981-4E43-88FE-6B550209CC50}" srcOrd="0" destOrd="0" presId="urn:microsoft.com/office/officeart/2005/8/layout/hierarchy1"/>
    <dgm:cxn modelId="{999F5B3F-1876-487F-907F-13C85C2A7EA4}" type="presOf" srcId="{75131708-B26B-46FF-A909-BE9C23AB7DC9}" destId="{2CACA50B-C48D-47AD-A4C1-8F90185BB5C3}" srcOrd="0" destOrd="0" presId="urn:microsoft.com/office/officeart/2005/8/layout/hierarchy1"/>
    <dgm:cxn modelId="{4B622F5D-037F-40EB-A152-DCA4A2A30F40}" type="presOf" srcId="{E828AE3D-7151-4A92-B1D1-F3158216B4C2}" destId="{25326BF6-D426-4849-96BC-21EB4C023D7E}" srcOrd="0" destOrd="0" presId="urn:microsoft.com/office/officeart/2005/8/layout/hierarchy1"/>
    <dgm:cxn modelId="{04C81E64-0A6A-4720-9A8B-C963CE06476C}" type="presOf" srcId="{A7F53D8B-2E54-4808-8235-E9EF65B049FB}" destId="{7D1892CC-6A94-49F3-B980-650D867D770F}" srcOrd="0" destOrd="0" presId="urn:microsoft.com/office/officeart/2005/8/layout/hierarchy1"/>
    <dgm:cxn modelId="{CF5E1C6C-59AF-4C48-B0E3-18E65EC9AE5D}" srcId="{B146B176-A854-4D00-9D5E-75DA41F4CFAB}" destId="{A7F53D8B-2E54-4808-8235-E9EF65B049FB}" srcOrd="0" destOrd="0" parTransId="{D66D949B-EDF5-44C0-9449-BFCDB851202B}" sibTransId="{EFB2674C-5B85-46AD-9330-14EF2C43A5B7}"/>
    <dgm:cxn modelId="{D0FC0454-9CD0-4A0A-8C76-BBC4F259A77D}" srcId="{15848EB6-07E8-424D-B75D-50D6DA401F1D}" destId="{47FE0AC0-8D16-46A0-9749-0D9AF5F858F5}" srcOrd="1" destOrd="0" parTransId="{3FFD83EB-DC5B-4537-B36F-2BD8C77DB117}" sibTransId="{0D821649-2CD9-42DC-9AFA-21981E722EAB}"/>
    <dgm:cxn modelId="{CDA4E158-686E-4983-8972-178A37DBDCA9}" type="presOf" srcId="{15848EB6-07E8-424D-B75D-50D6DA401F1D}" destId="{5BBDFB4F-639C-47EB-BF60-3E940D208DB5}" srcOrd="0" destOrd="0" presId="urn:microsoft.com/office/officeart/2005/8/layout/hierarchy1"/>
    <dgm:cxn modelId="{2F1A037C-7640-45A5-A9B0-96D173D7233B}" srcId="{A6103D46-8351-49F4-A00E-84E0D53069E2}" destId="{15848EB6-07E8-424D-B75D-50D6DA401F1D}" srcOrd="1" destOrd="0" parTransId="{8AF5C19D-A5B2-456F-8316-A2FE9AE73403}" sibTransId="{2CE55218-A48F-4DF9-9DDF-151BB46F46F2}"/>
    <dgm:cxn modelId="{7360207E-DBBF-47BC-B93F-7D713CD0A393}" type="presOf" srcId="{47FE0AC0-8D16-46A0-9749-0D9AF5F858F5}" destId="{A6AA4431-DB12-4083-A626-8AC3A49E8258}" srcOrd="0" destOrd="0" presId="urn:microsoft.com/office/officeart/2005/8/layout/hierarchy1"/>
    <dgm:cxn modelId="{5C7B9D7F-9E5C-43EA-A405-5E10500201CE}" type="presOf" srcId="{95334252-8C31-491E-AB7C-3B9077B2500D}" destId="{57F60057-18BE-49FB-B9D5-60CDE6C3EA6E}" srcOrd="0" destOrd="0" presId="urn:microsoft.com/office/officeart/2005/8/layout/hierarchy1"/>
    <dgm:cxn modelId="{027DCF98-AF83-4D1B-BE2B-28CD14F1403D}" srcId="{A6103D46-8351-49F4-A00E-84E0D53069E2}" destId="{E828AE3D-7151-4A92-B1D1-F3158216B4C2}" srcOrd="2" destOrd="0" parTransId="{4933F163-0309-41A3-8953-F719E3B0B4DD}" sibTransId="{E7011EB4-D44A-4BB0-A8A2-E9B09AA3EBD4}"/>
    <dgm:cxn modelId="{9BFC789E-CAB4-480A-921F-C0F7E760A092}" srcId="{A6103D46-8351-49F4-A00E-84E0D53069E2}" destId="{C54C1E54-A467-4FC5-93D8-840E856710A4}" srcOrd="3" destOrd="0" parTransId="{09C0D8B2-91AD-4B8B-89E0-D61753FA5B16}" sibTransId="{92E1CB41-A960-4C00-B425-E48B7DEF3274}"/>
    <dgm:cxn modelId="{B7CAFFA3-A8A8-4C60-B827-4F9D69FAEF04}" srcId="{4B07B968-2C30-4942-A18D-EC8D561FCEF6}" destId="{0DF59A6B-8766-4C2D-8EE5-C9D9A325379B}" srcOrd="0" destOrd="0" parTransId="{9664FCAC-0ACE-47E3-AA93-66B70DBD7E2D}" sibTransId="{63B209D0-E3BA-4803-A8A3-5167D4A0B388}"/>
    <dgm:cxn modelId="{7BA3DAAC-9413-4EB0-859E-2CC38470892B}" type="presOf" srcId="{9664FCAC-0ACE-47E3-AA93-66B70DBD7E2D}" destId="{D0A6F472-E56D-45FB-BFFA-CBAAAAF88CC6}" srcOrd="0" destOrd="0" presId="urn:microsoft.com/office/officeart/2005/8/layout/hierarchy1"/>
    <dgm:cxn modelId="{584DA1B1-A9E3-43CA-B419-12131C979A4D}" type="presOf" srcId="{F3BBCA2F-D922-4F36-B595-BA5733BAC130}" destId="{E6672000-DA60-4F1F-92DC-F3630C6E5F1C}" srcOrd="0" destOrd="0" presId="urn:microsoft.com/office/officeart/2005/8/layout/hierarchy1"/>
    <dgm:cxn modelId="{709EC9BF-DF33-499E-A5D7-FF1631C5154C}" type="presOf" srcId="{3FFD83EB-DC5B-4537-B36F-2BD8C77DB117}" destId="{09263CF3-86D9-486D-AE83-7D6A65B2A849}" srcOrd="0" destOrd="0" presId="urn:microsoft.com/office/officeart/2005/8/layout/hierarchy1"/>
    <dgm:cxn modelId="{39F79CC5-85FC-484D-933D-6CFD08E7B9B7}" type="presOf" srcId="{A6D70259-A35F-4F78-9C35-FA15F06714D8}" destId="{064BD57B-74EE-4A3D-AEF3-DAE8808DAD01}" srcOrd="0" destOrd="0" presId="urn:microsoft.com/office/officeart/2005/8/layout/hierarchy1"/>
    <dgm:cxn modelId="{1439D5E1-34DA-4552-8533-065F201C82D2}" srcId="{C54C1E54-A467-4FC5-93D8-840E856710A4}" destId="{75131708-B26B-46FF-A909-BE9C23AB7DC9}" srcOrd="0" destOrd="0" parTransId="{5302A5C8-947B-45A7-BB8D-0B1BA93A96BA}" sibTransId="{0C0189DE-61E9-463A-A399-FAD3E567EBB4}"/>
    <dgm:cxn modelId="{231830FF-602B-4D82-8F7E-A8E199DD0CB8}" srcId="{A6103D46-8351-49F4-A00E-84E0D53069E2}" destId="{4B07B968-2C30-4942-A18D-EC8D561FCEF6}" srcOrd="0" destOrd="0" parTransId="{280F6AC1-C0C4-438B-B3D4-B18EE9B05E38}" sibTransId="{AB558B99-BE41-49FA-A9A0-692B93FAFF6A}"/>
    <dgm:cxn modelId="{8D85390C-9C5B-4D6F-AE33-1EFCBD778A1C}" type="presParOf" srcId="{99D53A17-0282-442E-ABB7-42EE3C86F3DC}" destId="{B15D71D1-AF50-4F71-86D7-2E22806589B0}" srcOrd="0" destOrd="0" presId="urn:microsoft.com/office/officeart/2005/8/layout/hierarchy1"/>
    <dgm:cxn modelId="{7F87B953-2462-4658-9F6C-B174E8047173}" type="presParOf" srcId="{B15D71D1-AF50-4F71-86D7-2E22806589B0}" destId="{39CF98CD-7A4A-418A-9553-0E04A9CC1279}" srcOrd="0" destOrd="0" presId="urn:microsoft.com/office/officeart/2005/8/layout/hierarchy1"/>
    <dgm:cxn modelId="{F4574FE1-5E6E-4549-AD50-806FE5909728}" type="presParOf" srcId="{39CF98CD-7A4A-418A-9553-0E04A9CC1279}" destId="{6743EF83-417E-4A1D-93B9-E9C51D103401}" srcOrd="0" destOrd="0" presId="urn:microsoft.com/office/officeart/2005/8/layout/hierarchy1"/>
    <dgm:cxn modelId="{84160487-99AF-465E-8B30-476AA9929644}" type="presParOf" srcId="{39CF98CD-7A4A-418A-9553-0E04A9CC1279}" destId="{42EF75DD-10A1-4D60-8536-A02214F442E7}" srcOrd="1" destOrd="0" presId="urn:microsoft.com/office/officeart/2005/8/layout/hierarchy1"/>
    <dgm:cxn modelId="{4792F064-A7DF-4352-8812-D33CE57929AC}" type="presParOf" srcId="{B15D71D1-AF50-4F71-86D7-2E22806589B0}" destId="{7D70D73C-DF72-4CDB-A072-ADE2FE8BB7EE}" srcOrd="1" destOrd="0" presId="urn:microsoft.com/office/officeart/2005/8/layout/hierarchy1"/>
    <dgm:cxn modelId="{CA94CCCD-C180-4663-898E-20838ABD0877}" type="presParOf" srcId="{7D70D73C-DF72-4CDB-A072-ADE2FE8BB7EE}" destId="{D0A6F472-E56D-45FB-BFFA-CBAAAAF88CC6}" srcOrd="0" destOrd="0" presId="urn:microsoft.com/office/officeart/2005/8/layout/hierarchy1"/>
    <dgm:cxn modelId="{F44E837D-AC89-4303-A5AD-830BAD972D31}" type="presParOf" srcId="{7D70D73C-DF72-4CDB-A072-ADE2FE8BB7EE}" destId="{A0E055BB-00CB-49A3-9F85-A24C231DD086}" srcOrd="1" destOrd="0" presId="urn:microsoft.com/office/officeart/2005/8/layout/hierarchy1"/>
    <dgm:cxn modelId="{291DACBB-2F5A-41CA-B4F9-7F6453A80B33}" type="presParOf" srcId="{A0E055BB-00CB-49A3-9F85-A24C231DD086}" destId="{A10E1ED1-C336-4DB5-9C95-51FFED58979A}" srcOrd="0" destOrd="0" presId="urn:microsoft.com/office/officeart/2005/8/layout/hierarchy1"/>
    <dgm:cxn modelId="{3C1681EE-CBB9-4F8C-8CEE-F0ABDB4BAC0A}" type="presParOf" srcId="{A10E1ED1-C336-4DB5-9C95-51FFED58979A}" destId="{D8EB8E23-805B-40CB-8662-CF33E471B5CE}" srcOrd="0" destOrd="0" presId="urn:microsoft.com/office/officeart/2005/8/layout/hierarchy1"/>
    <dgm:cxn modelId="{39F0E4CA-0AE8-4E51-AC01-E50AB4908687}" type="presParOf" srcId="{A10E1ED1-C336-4DB5-9C95-51FFED58979A}" destId="{9D2D64FA-D755-481D-87DD-3F67BCE6968E}" srcOrd="1" destOrd="0" presId="urn:microsoft.com/office/officeart/2005/8/layout/hierarchy1"/>
    <dgm:cxn modelId="{2ECBB125-B44C-4C20-BE22-E86A420D4498}" type="presParOf" srcId="{A0E055BB-00CB-49A3-9F85-A24C231DD086}" destId="{112F595A-52EE-4E61-AC6B-BE8BF6B76F58}" srcOrd="1" destOrd="0" presId="urn:microsoft.com/office/officeart/2005/8/layout/hierarchy1"/>
    <dgm:cxn modelId="{A55F4414-E9AB-4FD6-BCEA-038EE6C27BCF}" type="presParOf" srcId="{7D70D73C-DF72-4CDB-A072-ADE2FE8BB7EE}" destId="{207D381B-E7C1-4F4E-BA17-EEB52D2C8AA5}" srcOrd="2" destOrd="0" presId="urn:microsoft.com/office/officeart/2005/8/layout/hierarchy1"/>
    <dgm:cxn modelId="{92FF53B8-A3B1-485F-A67A-91A746113891}" type="presParOf" srcId="{7D70D73C-DF72-4CDB-A072-ADE2FE8BB7EE}" destId="{EACBCC77-EBC2-4C38-873D-ED7E28776688}" srcOrd="3" destOrd="0" presId="urn:microsoft.com/office/officeart/2005/8/layout/hierarchy1"/>
    <dgm:cxn modelId="{BBD4F76F-6577-4707-85BD-1568046F2F63}" type="presParOf" srcId="{EACBCC77-EBC2-4C38-873D-ED7E28776688}" destId="{3CE5B7F0-4F49-44B5-A22D-0E51BD30B346}" srcOrd="0" destOrd="0" presId="urn:microsoft.com/office/officeart/2005/8/layout/hierarchy1"/>
    <dgm:cxn modelId="{094C8A13-6D39-4CC4-86D8-68FD287160AF}" type="presParOf" srcId="{3CE5B7F0-4F49-44B5-A22D-0E51BD30B346}" destId="{24273FF2-B74E-41A2-9B5B-6F2959F84AF1}" srcOrd="0" destOrd="0" presId="urn:microsoft.com/office/officeart/2005/8/layout/hierarchy1"/>
    <dgm:cxn modelId="{8E2B9AA6-D78E-4DEE-8106-239290D0D922}" type="presParOf" srcId="{3CE5B7F0-4F49-44B5-A22D-0E51BD30B346}" destId="{064BD57B-74EE-4A3D-AEF3-DAE8808DAD01}" srcOrd="1" destOrd="0" presId="urn:microsoft.com/office/officeart/2005/8/layout/hierarchy1"/>
    <dgm:cxn modelId="{4FFC39A1-EDA8-46B7-AFC0-2AAADA83BC7B}" type="presParOf" srcId="{EACBCC77-EBC2-4C38-873D-ED7E28776688}" destId="{9E89DD45-C6CE-46CE-A64D-E95255CF56C8}" srcOrd="1" destOrd="0" presId="urn:microsoft.com/office/officeart/2005/8/layout/hierarchy1"/>
    <dgm:cxn modelId="{2DEDC94E-DCA6-47E6-BD5E-708505B2A3C5}" type="presParOf" srcId="{99D53A17-0282-442E-ABB7-42EE3C86F3DC}" destId="{88E6CE53-CB3F-4D0F-8D20-10A14161BD7F}" srcOrd="1" destOrd="0" presId="urn:microsoft.com/office/officeart/2005/8/layout/hierarchy1"/>
    <dgm:cxn modelId="{C943160F-A27F-425C-B60F-4B01B1066FBD}" type="presParOf" srcId="{88E6CE53-CB3F-4D0F-8D20-10A14161BD7F}" destId="{566E63E7-E07D-4213-B4CD-69651D6B930D}" srcOrd="0" destOrd="0" presId="urn:microsoft.com/office/officeart/2005/8/layout/hierarchy1"/>
    <dgm:cxn modelId="{672644BA-4D41-40EF-851C-5C4D791C2D29}" type="presParOf" srcId="{566E63E7-E07D-4213-B4CD-69651D6B930D}" destId="{906309B8-9575-40BF-A9B7-997A108B81B9}" srcOrd="0" destOrd="0" presId="urn:microsoft.com/office/officeart/2005/8/layout/hierarchy1"/>
    <dgm:cxn modelId="{11D3CA10-F38B-4526-8038-51DAB9DBFBD4}" type="presParOf" srcId="{566E63E7-E07D-4213-B4CD-69651D6B930D}" destId="{5BBDFB4F-639C-47EB-BF60-3E940D208DB5}" srcOrd="1" destOrd="0" presId="urn:microsoft.com/office/officeart/2005/8/layout/hierarchy1"/>
    <dgm:cxn modelId="{C70DAC78-410C-4EBC-A9FD-8546D5693043}" type="presParOf" srcId="{88E6CE53-CB3F-4D0F-8D20-10A14161BD7F}" destId="{687A5525-1815-4529-AABF-6DCA974CE018}" srcOrd="1" destOrd="0" presId="urn:microsoft.com/office/officeart/2005/8/layout/hierarchy1"/>
    <dgm:cxn modelId="{DB68FF43-25A6-4BD6-ADE7-744A864641B8}" type="presParOf" srcId="{687A5525-1815-4529-AABF-6DCA974CE018}" destId="{0DA6DE38-DF7D-4E44-8EBE-E009179EC4ED}" srcOrd="0" destOrd="0" presId="urn:microsoft.com/office/officeart/2005/8/layout/hierarchy1"/>
    <dgm:cxn modelId="{D6F6B029-1C15-416A-B1AA-BD7181E698DF}" type="presParOf" srcId="{687A5525-1815-4529-AABF-6DCA974CE018}" destId="{1D2B3BDB-66B3-4173-AF7D-430A76ACD5C6}" srcOrd="1" destOrd="0" presId="urn:microsoft.com/office/officeart/2005/8/layout/hierarchy1"/>
    <dgm:cxn modelId="{39B582CC-16BF-4469-9F36-36C97807BCDC}" type="presParOf" srcId="{1D2B3BDB-66B3-4173-AF7D-430A76ACD5C6}" destId="{59F59626-3BF4-425D-8453-A1D840F5C5F0}" srcOrd="0" destOrd="0" presId="urn:microsoft.com/office/officeart/2005/8/layout/hierarchy1"/>
    <dgm:cxn modelId="{BB4C5FA1-7BF2-4DEE-84A7-BA0E9C29C163}" type="presParOf" srcId="{59F59626-3BF4-425D-8453-A1D840F5C5F0}" destId="{25CF8D01-1424-4D2C-A647-436F48AA6832}" srcOrd="0" destOrd="0" presId="urn:microsoft.com/office/officeart/2005/8/layout/hierarchy1"/>
    <dgm:cxn modelId="{616909B1-2A10-4478-9DC9-483B85AFA295}" type="presParOf" srcId="{59F59626-3BF4-425D-8453-A1D840F5C5F0}" destId="{5F8E176C-A732-4013-9CA3-480B928FF365}" srcOrd="1" destOrd="0" presId="urn:microsoft.com/office/officeart/2005/8/layout/hierarchy1"/>
    <dgm:cxn modelId="{1A45FC26-AD52-4189-AB93-EA72518D3644}" type="presParOf" srcId="{1D2B3BDB-66B3-4173-AF7D-430A76ACD5C6}" destId="{DE1B5E16-BF0F-4B14-A3DE-4461661E25E9}" srcOrd="1" destOrd="0" presId="urn:microsoft.com/office/officeart/2005/8/layout/hierarchy1"/>
    <dgm:cxn modelId="{E2E2CF39-97DF-448E-AB36-0D10E3E7CC59}" type="presParOf" srcId="{687A5525-1815-4529-AABF-6DCA974CE018}" destId="{09263CF3-86D9-486D-AE83-7D6A65B2A849}" srcOrd="2" destOrd="0" presId="urn:microsoft.com/office/officeart/2005/8/layout/hierarchy1"/>
    <dgm:cxn modelId="{882ECCC3-8131-4BCD-AB61-E4C3124A4FBD}" type="presParOf" srcId="{687A5525-1815-4529-AABF-6DCA974CE018}" destId="{79449367-B51A-4CA1-BDCA-3A60199C77C4}" srcOrd="3" destOrd="0" presId="urn:microsoft.com/office/officeart/2005/8/layout/hierarchy1"/>
    <dgm:cxn modelId="{B5690A18-B7A0-4907-B6F3-C91258728E61}" type="presParOf" srcId="{79449367-B51A-4CA1-BDCA-3A60199C77C4}" destId="{D7BBBFED-53B2-45EF-87C4-F6A6A51B74B7}" srcOrd="0" destOrd="0" presId="urn:microsoft.com/office/officeart/2005/8/layout/hierarchy1"/>
    <dgm:cxn modelId="{A619F45C-5FAE-4410-99C3-47FB4EEB53BE}" type="presParOf" srcId="{D7BBBFED-53B2-45EF-87C4-F6A6A51B74B7}" destId="{EF309740-7DC0-4E09-AF40-98F349F7D6A0}" srcOrd="0" destOrd="0" presId="urn:microsoft.com/office/officeart/2005/8/layout/hierarchy1"/>
    <dgm:cxn modelId="{EAF1963D-91FB-40A7-B6A1-596D285D5C6D}" type="presParOf" srcId="{D7BBBFED-53B2-45EF-87C4-F6A6A51B74B7}" destId="{A6AA4431-DB12-4083-A626-8AC3A49E8258}" srcOrd="1" destOrd="0" presId="urn:microsoft.com/office/officeart/2005/8/layout/hierarchy1"/>
    <dgm:cxn modelId="{24372ACE-0B1B-4172-8AE7-B4E4C66DB4BD}" type="presParOf" srcId="{79449367-B51A-4CA1-BDCA-3A60199C77C4}" destId="{1384EFBF-E853-47DD-BD2D-A60B6BA9B3BD}" srcOrd="1" destOrd="0" presId="urn:microsoft.com/office/officeart/2005/8/layout/hierarchy1"/>
    <dgm:cxn modelId="{8F404253-2EE0-43F5-9D04-4B4813FF5EE2}" type="presParOf" srcId="{99D53A17-0282-442E-ABB7-42EE3C86F3DC}" destId="{0F23DF5E-7E38-4547-A383-1EDE50E22EFF}" srcOrd="2" destOrd="0" presId="urn:microsoft.com/office/officeart/2005/8/layout/hierarchy1"/>
    <dgm:cxn modelId="{B18775A6-CDE4-472D-938B-AF8D668848C9}" type="presParOf" srcId="{0F23DF5E-7E38-4547-A383-1EDE50E22EFF}" destId="{86F7A8C8-8E95-4CAB-8AF3-BCFA6FE9DB28}" srcOrd="0" destOrd="0" presId="urn:microsoft.com/office/officeart/2005/8/layout/hierarchy1"/>
    <dgm:cxn modelId="{A4DB3396-4E6D-4C41-8652-815A4151BAA9}" type="presParOf" srcId="{86F7A8C8-8E95-4CAB-8AF3-BCFA6FE9DB28}" destId="{8AD1F819-4F7D-4F23-BFA2-5A5D7A3E337E}" srcOrd="0" destOrd="0" presId="urn:microsoft.com/office/officeart/2005/8/layout/hierarchy1"/>
    <dgm:cxn modelId="{931996A5-E893-451C-86F3-F3709D54A3F4}" type="presParOf" srcId="{86F7A8C8-8E95-4CAB-8AF3-BCFA6FE9DB28}" destId="{25326BF6-D426-4849-96BC-21EB4C023D7E}" srcOrd="1" destOrd="0" presId="urn:microsoft.com/office/officeart/2005/8/layout/hierarchy1"/>
    <dgm:cxn modelId="{7D639608-4376-4F79-88A7-80CCED9706CA}" type="presParOf" srcId="{0F23DF5E-7E38-4547-A383-1EDE50E22EFF}" destId="{92B144C8-7D35-4676-93EC-B66B37BA29F8}" srcOrd="1" destOrd="0" presId="urn:microsoft.com/office/officeart/2005/8/layout/hierarchy1"/>
    <dgm:cxn modelId="{FB8CC968-E717-4793-A45A-FB443EAD1CC1}" type="presParOf" srcId="{92B144C8-7D35-4676-93EC-B66B37BA29F8}" destId="{57F60057-18BE-49FB-B9D5-60CDE6C3EA6E}" srcOrd="0" destOrd="0" presId="urn:microsoft.com/office/officeart/2005/8/layout/hierarchy1"/>
    <dgm:cxn modelId="{1AC47C8C-382E-43D1-B289-EF8163467E0C}" type="presParOf" srcId="{92B144C8-7D35-4676-93EC-B66B37BA29F8}" destId="{35E68E41-F79F-409B-85A5-91D124C05FCF}" srcOrd="1" destOrd="0" presId="urn:microsoft.com/office/officeart/2005/8/layout/hierarchy1"/>
    <dgm:cxn modelId="{29EB1466-C30F-4B12-9F48-4CFEF3BC648F}" type="presParOf" srcId="{35E68E41-F79F-409B-85A5-91D124C05FCF}" destId="{B914537F-5C4A-4A8B-A82B-735E9DF4FE56}" srcOrd="0" destOrd="0" presId="urn:microsoft.com/office/officeart/2005/8/layout/hierarchy1"/>
    <dgm:cxn modelId="{51607382-A4B4-4DD7-A395-CE983BA3C20A}" type="presParOf" srcId="{B914537F-5C4A-4A8B-A82B-735E9DF4FE56}" destId="{4A6B9811-AC4D-4225-BABA-FAD18CDC9741}" srcOrd="0" destOrd="0" presId="urn:microsoft.com/office/officeart/2005/8/layout/hierarchy1"/>
    <dgm:cxn modelId="{74B6B262-F2E8-4492-B19A-4B2E7EA81997}" type="presParOf" srcId="{B914537F-5C4A-4A8B-A82B-735E9DF4FE56}" destId="{E6672000-DA60-4F1F-92DC-F3630C6E5F1C}" srcOrd="1" destOrd="0" presId="urn:microsoft.com/office/officeart/2005/8/layout/hierarchy1"/>
    <dgm:cxn modelId="{9FAFC979-EFD2-4995-A413-F12DEE795EB1}" type="presParOf" srcId="{35E68E41-F79F-409B-85A5-91D124C05FCF}" destId="{7CD440F1-C943-4687-9745-34E8324BC40D}" srcOrd="1" destOrd="0" presId="urn:microsoft.com/office/officeart/2005/8/layout/hierarchy1"/>
    <dgm:cxn modelId="{8FE563DC-BA16-4581-A251-36C5B88F9382}" type="presParOf" srcId="{99D53A17-0282-442E-ABB7-42EE3C86F3DC}" destId="{E51B8495-2C54-418C-8AE8-624CD1810047}" srcOrd="3" destOrd="0" presId="urn:microsoft.com/office/officeart/2005/8/layout/hierarchy1"/>
    <dgm:cxn modelId="{6BEB0F71-09E3-49E1-BF84-9EE0C5159CEB}" type="presParOf" srcId="{E51B8495-2C54-418C-8AE8-624CD1810047}" destId="{185F9A38-BCA5-45C0-B598-0120E0F9A19F}" srcOrd="0" destOrd="0" presId="urn:microsoft.com/office/officeart/2005/8/layout/hierarchy1"/>
    <dgm:cxn modelId="{6021588E-5D2E-4070-87D5-C89E038146EC}" type="presParOf" srcId="{185F9A38-BCA5-45C0-B598-0120E0F9A19F}" destId="{3AC90689-36B1-4C3A-9A44-4015D59A649A}" srcOrd="0" destOrd="0" presId="urn:microsoft.com/office/officeart/2005/8/layout/hierarchy1"/>
    <dgm:cxn modelId="{E5744755-9E09-4A58-9F68-B26D116DD948}" type="presParOf" srcId="{185F9A38-BCA5-45C0-B598-0120E0F9A19F}" destId="{D186F506-5A4A-424B-A9EE-5F06AA0BA80B}" srcOrd="1" destOrd="0" presId="urn:microsoft.com/office/officeart/2005/8/layout/hierarchy1"/>
    <dgm:cxn modelId="{4FA64E56-5B6B-49FC-AB71-8AE577197C83}" type="presParOf" srcId="{E51B8495-2C54-418C-8AE8-624CD1810047}" destId="{F1BA918F-69E9-4166-A678-20227AFFBD5D}" srcOrd="1" destOrd="0" presId="urn:microsoft.com/office/officeart/2005/8/layout/hierarchy1"/>
    <dgm:cxn modelId="{F07E2AD9-DD87-45AF-9742-3A555D6EC711}" type="presParOf" srcId="{F1BA918F-69E9-4166-A678-20227AFFBD5D}" destId="{58115082-A4CA-4CE4-B47D-7EA1EE3730BC}" srcOrd="0" destOrd="0" presId="urn:microsoft.com/office/officeart/2005/8/layout/hierarchy1"/>
    <dgm:cxn modelId="{D73D80D3-391D-4AB3-B6C4-4B161FC0648B}" type="presParOf" srcId="{F1BA918F-69E9-4166-A678-20227AFFBD5D}" destId="{74D5F904-50E2-4661-9CD3-1825A6CEF148}" srcOrd="1" destOrd="0" presId="urn:microsoft.com/office/officeart/2005/8/layout/hierarchy1"/>
    <dgm:cxn modelId="{AC1E3B5F-ADB7-4DCD-9D7B-581BE69FAB00}" type="presParOf" srcId="{74D5F904-50E2-4661-9CD3-1825A6CEF148}" destId="{6B8717E8-5370-4CE2-B670-D513D7AE785C}" srcOrd="0" destOrd="0" presId="urn:microsoft.com/office/officeart/2005/8/layout/hierarchy1"/>
    <dgm:cxn modelId="{31251947-190A-4B09-B14C-402D6FFD1BEE}" type="presParOf" srcId="{6B8717E8-5370-4CE2-B670-D513D7AE785C}" destId="{A570000E-0346-47BF-BBA9-3ED4B4D31566}" srcOrd="0" destOrd="0" presId="urn:microsoft.com/office/officeart/2005/8/layout/hierarchy1"/>
    <dgm:cxn modelId="{F5A0008B-D05C-4A4A-9F9E-C17634CD50B1}" type="presParOf" srcId="{6B8717E8-5370-4CE2-B670-D513D7AE785C}" destId="{2CACA50B-C48D-47AD-A4C1-8F90185BB5C3}" srcOrd="1" destOrd="0" presId="urn:microsoft.com/office/officeart/2005/8/layout/hierarchy1"/>
    <dgm:cxn modelId="{2A341ADD-5B40-4114-A6E3-998B74CB18CF}" type="presParOf" srcId="{74D5F904-50E2-4661-9CD3-1825A6CEF148}" destId="{1D707BFA-7D27-4D7B-B031-0434A1593BB6}" srcOrd="1" destOrd="0" presId="urn:microsoft.com/office/officeart/2005/8/layout/hierarchy1"/>
    <dgm:cxn modelId="{34F73919-D9C3-4CE3-BDDA-8B8AEEDB3AF9}" type="presParOf" srcId="{99D53A17-0282-442E-ABB7-42EE3C86F3DC}" destId="{62BAFD11-B849-40BE-80E9-3E0DB6F55D41}" srcOrd="4" destOrd="0" presId="urn:microsoft.com/office/officeart/2005/8/layout/hierarchy1"/>
    <dgm:cxn modelId="{25FC8CA6-857E-4AB1-B32C-5AF1E4109206}" type="presParOf" srcId="{62BAFD11-B849-40BE-80E9-3E0DB6F55D41}" destId="{9C669C12-B9E4-4222-9C5A-B36690FBD6EF}" srcOrd="0" destOrd="0" presId="urn:microsoft.com/office/officeart/2005/8/layout/hierarchy1"/>
    <dgm:cxn modelId="{CEF1F8B0-3D46-4E77-98DA-58FF33622B59}" type="presParOf" srcId="{9C669C12-B9E4-4222-9C5A-B36690FBD6EF}" destId="{FC211F79-E5D2-45B4-A59E-3881D9218BE9}" srcOrd="0" destOrd="0" presId="urn:microsoft.com/office/officeart/2005/8/layout/hierarchy1"/>
    <dgm:cxn modelId="{069B457F-8941-4930-88D2-3419DB76C050}" type="presParOf" srcId="{9C669C12-B9E4-4222-9C5A-B36690FBD6EF}" destId="{5227FBEA-5981-4E43-88FE-6B550209CC50}" srcOrd="1" destOrd="0" presId="urn:microsoft.com/office/officeart/2005/8/layout/hierarchy1"/>
    <dgm:cxn modelId="{5C758E72-4A7F-4C7E-B2C0-5B2C53A257F6}" type="presParOf" srcId="{62BAFD11-B849-40BE-80E9-3E0DB6F55D41}" destId="{4002F44D-408C-411D-9D3E-8BAC7571AA75}" srcOrd="1" destOrd="0" presId="urn:microsoft.com/office/officeart/2005/8/layout/hierarchy1"/>
    <dgm:cxn modelId="{54ABD584-499C-4B3C-9D94-C4EA3C071758}" type="presParOf" srcId="{4002F44D-408C-411D-9D3E-8BAC7571AA75}" destId="{D301B10F-99CC-401B-8903-73C6877A972A}" srcOrd="0" destOrd="0" presId="urn:microsoft.com/office/officeart/2005/8/layout/hierarchy1"/>
    <dgm:cxn modelId="{050466FC-D6C6-4065-B20D-256C15BC39CA}" type="presParOf" srcId="{4002F44D-408C-411D-9D3E-8BAC7571AA75}" destId="{6DA3CB2E-675A-4A6C-954B-6F6EBF5F8BB7}" srcOrd="1" destOrd="0" presId="urn:microsoft.com/office/officeart/2005/8/layout/hierarchy1"/>
    <dgm:cxn modelId="{C46123E4-AF93-4748-9AFD-64FD23F637B0}" type="presParOf" srcId="{6DA3CB2E-675A-4A6C-954B-6F6EBF5F8BB7}" destId="{91322C0B-F293-47A8-B310-F6562E52EB67}" srcOrd="0" destOrd="0" presId="urn:microsoft.com/office/officeart/2005/8/layout/hierarchy1"/>
    <dgm:cxn modelId="{2D0820C6-3121-43DB-B4F0-D7307BCF879B}" type="presParOf" srcId="{91322C0B-F293-47A8-B310-F6562E52EB67}" destId="{F1A2F6A3-8EFC-453D-888D-F343823D198A}" srcOrd="0" destOrd="0" presId="urn:microsoft.com/office/officeart/2005/8/layout/hierarchy1"/>
    <dgm:cxn modelId="{4C104A5D-01F4-4035-9BD9-02B5F6EDC9F6}" type="presParOf" srcId="{91322C0B-F293-47A8-B310-F6562E52EB67}" destId="{7D1892CC-6A94-49F3-B980-650D867D770F}" srcOrd="1" destOrd="0" presId="urn:microsoft.com/office/officeart/2005/8/layout/hierarchy1"/>
    <dgm:cxn modelId="{9B2485EA-ED57-4605-AA78-F8C42ADFA24F}" type="presParOf" srcId="{6DA3CB2E-675A-4A6C-954B-6F6EBF5F8BB7}" destId="{05CBE970-A54E-4246-ADA6-7B3CBD30689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85BCE0D-B3F1-4ED9-86B4-9B828EA57EEE}" type="doc">
      <dgm:prSet loTypeId="urn:microsoft.com/office/officeart/2005/8/layout/hierarchy2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EF6D0FC2-DCCA-4E90-B9BE-D4D2595A1BE9}">
      <dgm:prSet phldrT="[文本]" custT="1"/>
      <dgm:spPr/>
      <dgm:t>
        <a:bodyPr/>
        <a:lstStyle/>
        <a:p>
          <a:r>
            <a:rPr lang="zh-CN" altLang="en-US" sz="1800" b="1" dirty="0">
              <a:latin typeface="Times New Roman" pitchFamily="18" charset="0"/>
              <a:ea typeface="+mn-ea"/>
              <a:cs typeface="Times New Roman" pitchFamily="18" charset="0"/>
            </a:rPr>
            <a:t>工作模式</a:t>
          </a:r>
        </a:p>
      </dgm:t>
    </dgm:pt>
    <dgm:pt modelId="{7F0E9585-A592-48FC-841A-48DAEC0162A9}" type="parTrans" cxnId="{EAC59446-2496-40BE-9417-BE92D67F77F9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76AC1D55-4957-4C6E-A1E8-720F34055DE0}" type="sibTrans" cxnId="{EAC59446-2496-40BE-9417-BE92D67F77F9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8FC57A93-DAC3-43D0-B7E1-FBD7FCBA83FC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+mn-ea"/>
              <a:cs typeface="Times New Roman" pitchFamily="18" charset="0"/>
            </a:rPr>
            <a:t>推挽输出</a:t>
          </a:r>
        </a:p>
      </dgm:t>
    </dgm:pt>
    <dgm:pt modelId="{94DAFAD9-1AC6-478C-B8A5-0B7909FA7D40}" type="parTrans" cxnId="{BAD287BA-A7C5-4DE0-81D5-666BEF09D155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CE6A9587-4080-4E98-A86E-65849AE14358}" type="sibTrans" cxnId="{BAD287BA-A7C5-4DE0-81D5-666BEF09D155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90C3B4F1-2288-4047-8A96-91AA04A2E9FF}">
      <dgm:prSet phldrT="[文本]" custT="1"/>
      <dgm:spPr/>
      <dgm:t>
        <a:bodyPr/>
        <a:lstStyle/>
        <a:p>
          <a:r>
            <a:rPr lang="en-US" altLang="zh-CN" sz="1800" b="1" dirty="0">
              <a:latin typeface="Times New Roman" pitchFamily="18" charset="0"/>
              <a:ea typeface="+mn-ea"/>
              <a:cs typeface="Times New Roman" pitchFamily="18" charset="0"/>
            </a:rPr>
            <a:t>4</a:t>
          </a:r>
          <a:r>
            <a:rPr lang="zh-CN" altLang="zh-CN" sz="1800" b="1" dirty="0">
              <a:latin typeface="Times New Roman" pitchFamily="18" charset="0"/>
              <a:ea typeface="+mn-ea"/>
              <a:cs typeface="Times New Roman" pitchFamily="18" charset="0"/>
            </a:rPr>
            <a:t>种输入模式</a:t>
          </a:r>
          <a:endParaRPr lang="zh-CN" altLang="en-US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984A18FC-DB23-4CA9-82E4-5E6AF2228040}" type="parTrans" cxnId="{9F6A8129-E258-4D2B-B5EF-0607DDE2C8ED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2F320638-8F23-49C0-A2B3-13A1C8E85DF4}" type="sibTrans" cxnId="{9F6A8129-E258-4D2B-B5EF-0607DDE2C8ED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533D77A1-45DA-4F08-B713-91DB5B626400}">
      <dgm:prSet custT="1"/>
      <dgm:spPr/>
      <dgm:t>
        <a:bodyPr/>
        <a:lstStyle/>
        <a:p>
          <a:r>
            <a:rPr lang="zh-CN" altLang="zh-CN" sz="2000" b="1" dirty="0">
              <a:latin typeface="Times New Roman" pitchFamily="18" charset="0"/>
              <a:ea typeface="+mn-ea"/>
              <a:cs typeface="Times New Roman" pitchFamily="18" charset="0"/>
            </a:rPr>
            <a:t>开漏输出</a:t>
          </a:r>
        </a:p>
      </dgm:t>
    </dgm:pt>
    <dgm:pt modelId="{BB76E9ED-E02B-41A6-A06A-72898EDA8D87}" type="parTrans" cxnId="{25E9A623-941D-4E43-97FA-17E9E123A312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6C85159D-F9AD-4D62-98B4-CB43160DECDB}" type="sibTrans" cxnId="{25E9A623-941D-4E43-97FA-17E9E123A312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49E3DF59-8BF9-48D0-8C47-6772629B080C}">
      <dgm:prSet custT="1"/>
      <dgm:spPr/>
      <dgm:t>
        <a:bodyPr/>
        <a:lstStyle/>
        <a:p>
          <a:r>
            <a:rPr lang="zh-CN" altLang="zh-CN" sz="2000" b="1" dirty="0">
              <a:latin typeface="Times New Roman" pitchFamily="18" charset="0"/>
              <a:ea typeface="+mn-ea"/>
              <a:cs typeface="Times New Roman" pitchFamily="18" charset="0"/>
            </a:rPr>
            <a:t>复用推挽输出</a:t>
          </a:r>
        </a:p>
      </dgm:t>
    </dgm:pt>
    <dgm:pt modelId="{FFC4C620-7C0E-48ED-A734-C75E7BAB1BDF}" type="parTrans" cxnId="{B94F6B35-D106-4B9B-BA4F-A2E487C4C8B9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B725D028-C572-4E05-955B-5903FBFFA2EC}" type="sibTrans" cxnId="{B94F6B35-D106-4B9B-BA4F-A2E487C4C8B9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5E3BAFBB-E99F-4511-B4DA-E5F049CEC2DF}">
      <dgm:prSet custT="1"/>
      <dgm:spPr/>
      <dgm:t>
        <a:bodyPr/>
        <a:lstStyle/>
        <a:p>
          <a:r>
            <a:rPr lang="en-US" altLang="zh-CN" sz="1800" b="1" dirty="0">
              <a:latin typeface="Times New Roman" pitchFamily="18" charset="0"/>
              <a:ea typeface="+mn-ea"/>
              <a:cs typeface="Times New Roman" pitchFamily="18" charset="0"/>
            </a:rPr>
            <a:t> </a:t>
          </a:r>
          <a:r>
            <a:rPr lang="zh-CN" altLang="zh-CN" sz="1800" b="1" dirty="0">
              <a:latin typeface="Times New Roman" pitchFamily="18" charset="0"/>
              <a:ea typeface="+mn-ea"/>
              <a:cs typeface="Times New Roman" pitchFamily="18" charset="0"/>
            </a:rPr>
            <a:t>复用开漏输出</a:t>
          </a:r>
        </a:p>
      </dgm:t>
    </dgm:pt>
    <dgm:pt modelId="{CE1E6930-E923-4EFB-8634-95E59426B8A4}" type="parTrans" cxnId="{1A9B420F-EBC5-4945-A249-36E6977ECC88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6322FFF1-C1D0-4651-9159-8DF073F1C412}" type="sibTrans" cxnId="{1A9B420F-EBC5-4945-A249-36E6977ECC88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04EA0133-B423-40B5-8B06-8280F90E0BCE}">
      <dgm:prSet phldrT="[文本]" custT="1"/>
      <dgm:spPr/>
      <dgm:t>
        <a:bodyPr/>
        <a:lstStyle/>
        <a:p>
          <a:r>
            <a:rPr lang="en-US" altLang="zh-CN" sz="1800" b="1" dirty="0">
              <a:latin typeface="Times New Roman" pitchFamily="18" charset="0"/>
              <a:ea typeface="+mn-ea"/>
              <a:cs typeface="Times New Roman" pitchFamily="18" charset="0"/>
            </a:rPr>
            <a:t>4</a:t>
          </a:r>
          <a:r>
            <a:rPr lang="zh-CN" altLang="zh-CN" sz="1800" b="1" dirty="0">
              <a:latin typeface="Times New Roman" pitchFamily="18" charset="0"/>
              <a:ea typeface="+mn-ea"/>
              <a:cs typeface="Times New Roman" pitchFamily="18" charset="0"/>
            </a:rPr>
            <a:t>种输出模式</a:t>
          </a:r>
          <a:endParaRPr lang="zh-CN" altLang="en-US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9A095E81-15C2-42A6-B9C9-57AB48F31A00}" type="parTrans" cxnId="{D229D405-0232-408B-9D4A-C3493EB3F4FA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99E1223A-2205-4F82-8C1A-687793848E8B}" type="sibTrans" cxnId="{D229D405-0232-408B-9D4A-C3493EB3F4FA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EFD1B558-D25F-47EA-B6DE-BAE476DC11EE}">
      <dgm:prSet custT="1"/>
      <dgm:spPr/>
      <dgm:t>
        <a:bodyPr/>
        <a:lstStyle/>
        <a:p>
          <a:r>
            <a:rPr lang="zh-CN" altLang="zh-CN" sz="1800" b="1" dirty="0">
              <a:latin typeface="Times New Roman" pitchFamily="18" charset="0"/>
              <a:ea typeface="+mn-ea"/>
              <a:cs typeface="Times New Roman" pitchFamily="18" charset="0"/>
            </a:rPr>
            <a:t>上拉输入</a:t>
          </a:r>
        </a:p>
      </dgm:t>
    </dgm:pt>
    <dgm:pt modelId="{231157A0-C5A3-4203-89DC-64010445A915}" type="parTrans" cxnId="{D35C1530-3170-42EC-A9EF-AA87A59B6080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04DD94DB-AD55-44D6-ABEC-7AA4D0ECCA42}" type="sibTrans" cxnId="{D35C1530-3170-42EC-A9EF-AA87A59B6080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4B78A2C6-3EB3-49D4-8387-5AA0C9185003}">
      <dgm:prSet custT="1"/>
      <dgm:spPr/>
      <dgm:t>
        <a:bodyPr/>
        <a:lstStyle/>
        <a:p>
          <a:r>
            <a:rPr lang="zh-CN" altLang="zh-CN" sz="1800" b="1" dirty="0">
              <a:latin typeface="Times New Roman" pitchFamily="18" charset="0"/>
              <a:ea typeface="+mn-ea"/>
              <a:cs typeface="Times New Roman" pitchFamily="18" charset="0"/>
            </a:rPr>
            <a:t>下拉输入</a:t>
          </a:r>
        </a:p>
      </dgm:t>
    </dgm:pt>
    <dgm:pt modelId="{D0F690C1-ED97-4946-8E98-439F190AA9C1}" type="parTrans" cxnId="{5E4A1F73-F2A0-4CC3-819D-0006C62FF3BF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0C411DA9-3290-42DA-B31A-D1F525266DF5}" type="sibTrans" cxnId="{5E4A1F73-F2A0-4CC3-819D-0006C62FF3BF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329A92E9-6060-465F-B0F9-3739F3D990AD}">
      <dgm:prSet custT="1"/>
      <dgm:spPr/>
      <dgm:t>
        <a:bodyPr/>
        <a:lstStyle/>
        <a:p>
          <a:r>
            <a:rPr lang="zh-CN" altLang="zh-CN" sz="1800" b="1" dirty="0">
              <a:latin typeface="Times New Roman" pitchFamily="18" charset="0"/>
              <a:ea typeface="+mn-ea"/>
              <a:cs typeface="Times New Roman" pitchFamily="18" charset="0"/>
            </a:rPr>
            <a:t>模拟输入</a:t>
          </a:r>
        </a:p>
      </dgm:t>
    </dgm:pt>
    <dgm:pt modelId="{277ABC6B-0A8D-4256-BD47-CF548DB230F9}" type="parTrans" cxnId="{3FE2230B-93CB-4CC6-A113-B7D5A94C15F2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D2A226E7-66F7-4203-AC6C-013BD98A24BF}" type="sibTrans" cxnId="{3FE2230B-93CB-4CC6-A113-B7D5A94C15F2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3D0B63D1-A2BA-4B17-96C7-8472AE7F56F8}">
      <dgm:prSet custT="1"/>
      <dgm:spPr/>
      <dgm:t>
        <a:bodyPr/>
        <a:lstStyle/>
        <a:p>
          <a:r>
            <a:rPr lang="zh-CN" altLang="zh-CN" sz="1800" b="1" dirty="0">
              <a:latin typeface="Times New Roman" pitchFamily="18" charset="0"/>
              <a:ea typeface="+mn-ea"/>
              <a:cs typeface="Times New Roman" pitchFamily="18" charset="0"/>
            </a:rPr>
            <a:t>浮空输入</a:t>
          </a:r>
        </a:p>
      </dgm:t>
    </dgm:pt>
    <dgm:pt modelId="{59679FD3-4E73-4898-ADA9-77852092AF50}" type="parTrans" cxnId="{85B39EEF-62CB-47EB-AB66-B971F8298985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26EA8911-8ECE-43F7-B4C5-70D0AAFAC3F2}" type="sibTrans" cxnId="{85B39EEF-62CB-47EB-AB66-B971F8298985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888D5EA9-4CC0-4ADF-89F9-850DE9182F34}" type="pres">
      <dgm:prSet presAssocID="{785BCE0D-B3F1-4ED9-86B4-9B828EA57EE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72B30E4-B7A8-4E81-BFF0-F191CF76B11B}" type="pres">
      <dgm:prSet presAssocID="{EF6D0FC2-DCCA-4E90-B9BE-D4D2595A1BE9}" presName="root1" presStyleCnt="0"/>
      <dgm:spPr/>
    </dgm:pt>
    <dgm:pt modelId="{349801AA-D9C1-4B82-8B31-1DD2B68FE93D}" type="pres">
      <dgm:prSet presAssocID="{EF6D0FC2-DCCA-4E90-B9BE-D4D2595A1BE9}" presName="LevelOneTextNode" presStyleLbl="node0" presStyleIdx="0" presStyleCnt="1" custScaleX="164301">
        <dgm:presLayoutVars>
          <dgm:chPref val="3"/>
        </dgm:presLayoutVars>
      </dgm:prSet>
      <dgm:spPr/>
    </dgm:pt>
    <dgm:pt modelId="{BDB23304-05C1-438D-A7B0-D3E1CAD2617C}" type="pres">
      <dgm:prSet presAssocID="{EF6D0FC2-DCCA-4E90-B9BE-D4D2595A1BE9}" presName="level2hierChild" presStyleCnt="0"/>
      <dgm:spPr/>
    </dgm:pt>
    <dgm:pt modelId="{4AA70A89-A3A6-4345-832B-CB65B1785775}" type="pres">
      <dgm:prSet presAssocID="{9A095E81-15C2-42A6-B9C9-57AB48F31A00}" presName="conn2-1" presStyleLbl="parChTrans1D2" presStyleIdx="0" presStyleCnt="2"/>
      <dgm:spPr/>
    </dgm:pt>
    <dgm:pt modelId="{B9A72D90-1C55-40DE-8BD9-9245980850DA}" type="pres">
      <dgm:prSet presAssocID="{9A095E81-15C2-42A6-B9C9-57AB48F31A00}" presName="connTx" presStyleLbl="parChTrans1D2" presStyleIdx="0" presStyleCnt="2"/>
      <dgm:spPr/>
    </dgm:pt>
    <dgm:pt modelId="{85CE4DE5-16A7-41EA-B029-11219054CBC5}" type="pres">
      <dgm:prSet presAssocID="{04EA0133-B423-40B5-8B06-8280F90E0BCE}" presName="root2" presStyleCnt="0"/>
      <dgm:spPr/>
    </dgm:pt>
    <dgm:pt modelId="{0EA4A5F4-DCC8-40D1-9160-D41E725559D7}" type="pres">
      <dgm:prSet presAssocID="{04EA0133-B423-40B5-8B06-8280F90E0BCE}" presName="LevelTwoTextNode" presStyleLbl="node2" presStyleIdx="0" presStyleCnt="2" custScaleX="168722">
        <dgm:presLayoutVars>
          <dgm:chPref val="3"/>
        </dgm:presLayoutVars>
      </dgm:prSet>
      <dgm:spPr/>
    </dgm:pt>
    <dgm:pt modelId="{C94EFCAA-250E-427A-8986-AFC13285C51A}" type="pres">
      <dgm:prSet presAssocID="{04EA0133-B423-40B5-8B06-8280F90E0BCE}" presName="level3hierChild" presStyleCnt="0"/>
      <dgm:spPr/>
    </dgm:pt>
    <dgm:pt modelId="{6BBD33CF-2919-4214-90A6-5B45AC236AD7}" type="pres">
      <dgm:prSet presAssocID="{94DAFAD9-1AC6-478C-B8A5-0B7909FA7D40}" presName="conn2-1" presStyleLbl="parChTrans1D3" presStyleIdx="0" presStyleCnt="8"/>
      <dgm:spPr/>
    </dgm:pt>
    <dgm:pt modelId="{F60D934F-F380-4FC2-9201-6612BD0CADCC}" type="pres">
      <dgm:prSet presAssocID="{94DAFAD9-1AC6-478C-B8A5-0B7909FA7D40}" presName="connTx" presStyleLbl="parChTrans1D3" presStyleIdx="0" presStyleCnt="8"/>
      <dgm:spPr/>
    </dgm:pt>
    <dgm:pt modelId="{824E2FDB-3202-4E87-98FF-FF08243DAB90}" type="pres">
      <dgm:prSet presAssocID="{8FC57A93-DAC3-43D0-B7E1-FBD7FCBA83FC}" presName="root2" presStyleCnt="0"/>
      <dgm:spPr/>
    </dgm:pt>
    <dgm:pt modelId="{ECB23D1A-FFCF-4F25-8527-305A4A31D111}" type="pres">
      <dgm:prSet presAssocID="{8FC57A93-DAC3-43D0-B7E1-FBD7FCBA83FC}" presName="LevelTwoTextNode" presStyleLbl="node3" presStyleIdx="0" presStyleCnt="8" custScaleX="252744">
        <dgm:presLayoutVars>
          <dgm:chPref val="3"/>
        </dgm:presLayoutVars>
      </dgm:prSet>
      <dgm:spPr/>
    </dgm:pt>
    <dgm:pt modelId="{E99166AF-28DF-4041-98C7-D1D3E7AA7B9E}" type="pres">
      <dgm:prSet presAssocID="{8FC57A93-DAC3-43D0-B7E1-FBD7FCBA83FC}" presName="level3hierChild" presStyleCnt="0"/>
      <dgm:spPr/>
    </dgm:pt>
    <dgm:pt modelId="{FBC75CA1-F94D-4696-8539-D163FCCCBE77}" type="pres">
      <dgm:prSet presAssocID="{BB76E9ED-E02B-41A6-A06A-72898EDA8D87}" presName="conn2-1" presStyleLbl="parChTrans1D3" presStyleIdx="1" presStyleCnt="8"/>
      <dgm:spPr/>
    </dgm:pt>
    <dgm:pt modelId="{89CDF79A-D554-4CF1-BCEF-0330B95E22A4}" type="pres">
      <dgm:prSet presAssocID="{BB76E9ED-E02B-41A6-A06A-72898EDA8D87}" presName="connTx" presStyleLbl="parChTrans1D3" presStyleIdx="1" presStyleCnt="8"/>
      <dgm:spPr/>
    </dgm:pt>
    <dgm:pt modelId="{413126E0-E8A2-4669-A568-3FD2F8F9A125}" type="pres">
      <dgm:prSet presAssocID="{533D77A1-45DA-4F08-B713-91DB5B626400}" presName="root2" presStyleCnt="0"/>
      <dgm:spPr/>
    </dgm:pt>
    <dgm:pt modelId="{67F3B027-A787-47A3-9DCC-F43CADFD675F}" type="pres">
      <dgm:prSet presAssocID="{533D77A1-45DA-4F08-B713-91DB5B626400}" presName="LevelTwoTextNode" presStyleLbl="node3" presStyleIdx="1" presStyleCnt="8" custScaleX="252744">
        <dgm:presLayoutVars>
          <dgm:chPref val="3"/>
        </dgm:presLayoutVars>
      </dgm:prSet>
      <dgm:spPr/>
    </dgm:pt>
    <dgm:pt modelId="{8E1797A0-F25C-4B84-82D0-93E7DD80F9BA}" type="pres">
      <dgm:prSet presAssocID="{533D77A1-45DA-4F08-B713-91DB5B626400}" presName="level3hierChild" presStyleCnt="0"/>
      <dgm:spPr/>
    </dgm:pt>
    <dgm:pt modelId="{3DE14EEC-6C35-4EF3-BA0B-5438FEBC16A0}" type="pres">
      <dgm:prSet presAssocID="{FFC4C620-7C0E-48ED-A734-C75E7BAB1BDF}" presName="conn2-1" presStyleLbl="parChTrans1D3" presStyleIdx="2" presStyleCnt="8"/>
      <dgm:spPr/>
    </dgm:pt>
    <dgm:pt modelId="{56CEA282-B03A-41CC-8A8C-EF254F3E7A18}" type="pres">
      <dgm:prSet presAssocID="{FFC4C620-7C0E-48ED-A734-C75E7BAB1BDF}" presName="connTx" presStyleLbl="parChTrans1D3" presStyleIdx="2" presStyleCnt="8"/>
      <dgm:spPr/>
    </dgm:pt>
    <dgm:pt modelId="{AAD7E4E7-06A6-433D-998A-361CBB1E61C1}" type="pres">
      <dgm:prSet presAssocID="{49E3DF59-8BF9-48D0-8C47-6772629B080C}" presName="root2" presStyleCnt="0"/>
      <dgm:spPr/>
    </dgm:pt>
    <dgm:pt modelId="{1A523B74-D03B-481B-B8A3-F57D5EA187FF}" type="pres">
      <dgm:prSet presAssocID="{49E3DF59-8BF9-48D0-8C47-6772629B080C}" presName="LevelTwoTextNode" presStyleLbl="node3" presStyleIdx="2" presStyleCnt="8" custScaleX="252744">
        <dgm:presLayoutVars>
          <dgm:chPref val="3"/>
        </dgm:presLayoutVars>
      </dgm:prSet>
      <dgm:spPr/>
    </dgm:pt>
    <dgm:pt modelId="{3D282DC7-8266-45B8-83C9-98743BC9F47F}" type="pres">
      <dgm:prSet presAssocID="{49E3DF59-8BF9-48D0-8C47-6772629B080C}" presName="level3hierChild" presStyleCnt="0"/>
      <dgm:spPr/>
    </dgm:pt>
    <dgm:pt modelId="{281A6B5A-9E8C-4C5F-BDE4-F4EC8A3E3514}" type="pres">
      <dgm:prSet presAssocID="{CE1E6930-E923-4EFB-8634-95E59426B8A4}" presName="conn2-1" presStyleLbl="parChTrans1D3" presStyleIdx="3" presStyleCnt="8"/>
      <dgm:spPr/>
    </dgm:pt>
    <dgm:pt modelId="{4A095829-3390-4F9B-9B44-376C6505988D}" type="pres">
      <dgm:prSet presAssocID="{CE1E6930-E923-4EFB-8634-95E59426B8A4}" presName="connTx" presStyleLbl="parChTrans1D3" presStyleIdx="3" presStyleCnt="8"/>
      <dgm:spPr/>
    </dgm:pt>
    <dgm:pt modelId="{00BA0A83-8D39-468F-95FF-EE907D5CC3B6}" type="pres">
      <dgm:prSet presAssocID="{5E3BAFBB-E99F-4511-B4DA-E5F049CEC2DF}" presName="root2" presStyleCnt="0"/>
      <dgm:spPr/>
    </dgm:pt>
    <dgm:pt modelId="{906E305C-D325-4464-9603-04B6F7871F4C}" type="pres">
      <dgm:prSet presAssocID="{5E3BAFBB-E99F-4511-B4DA-E5F049CEC2DF}" presName="LevelTwoTextNode" presStyleLbl="node3" presStyleIdx="3" presStyleCnt="8" custScaleX="252744">
        <dgm:presLayoutVars>
          <dgm:chPref val="3"/>
        </dgm:presLayoutVars>
      </dgm:prSet>
      <dgm:spPr/>
    </dgm:pt>
    <dgm:pt modelId="{C933384A-EC01-411A-8A2E-1A2802F4EEC4}" type="pres">
      <dgm:prSet presAssocID="{5E3BAFBB-E99F-4511-B4DA-E5F049CEC2DF}" presName="level3hierChild" presStyleCnt="0"/>
      <dgm:spPr/>
    </dgm:pt>
    <dgm:pt modelId="{ADD60F7E-F129-4FAA-9717-6BBCD5214DDA}" type="pres">
      <dgm:prSet presAssocID="{984A18FC-DB23-4CA9-82E4-5E6AF2228040}" presName="conn2-1" presStyleLbl="parChTrans1D2" presStyleIdx="1" presStyleCnt="2"/>
      <dgm:spPr/>
    </dgm:pt>
    <dgm:pt modelId="{449D759B-5FA0-4863-85FB-23528C315F39}" type="pres">
      <dgm:prSet presAssocID="{984A18FC-DB23-4CA9-82E4-5E6AF2228040}" presName="connTx" presStyleLbl="parChTrans1D2" presStyleIdx="1" presStyleCnt="2"/>
      <dgm:spPr/>
    </dgm:pt>
    <dgm:pt modelId="{9404CF60-5CFB-42DC-B559-4DEB8536120B}" type="pres">
      <dgm:prSet presAssocID="{90C3B4F1-2288-4047-8A96-91AA04A2E9FF}" presName="root2" presStyleCnt="0"/>
      <dgm:spPr/>
    </dgm:pt>
    <dgm:pt modelId="{0F98E39D-9477-4FD6-913C-B6D96817538C}" type="pres">
      <dgm:prSet presAssocID="{90C3B4F1-2288-4047-8A96-91AA04A2E9FF}" presName="LevelTwoTextNode" presStyleLbl="node2" presStyleIdx="1" presStyleCnt="2" custScaleX="168722">
        <dgm:presLayoutVars>
          <dgm:chPref val="3"/>
        </dgm:presLayoutVars>
      </dgm:prSet>
      <dgm:spPr/>
    </dgm:pt>
    <dgm:pt modelId="{9F9B2178-2060-4F9A-8136-6DFD3E30323E}" type="pres">
      <dgm:prSet presAssocID="{90C3B4F1-2288-4047-8A96-91AA04A2E9FF}" presName="level3hierChild" presStyleCnt="0"/>
      <dgm:spPr/>
    </dgm:pt>
    <dgm:pt modelId="{1A87A03B-87E2-4E67-8D08-2D1AD5866C90}" type="pres">
      <dgm:prSet presAssocID="{231157A0-C5A3-4203-89DC-64010445A915}" presName="conn2-1" presStyleLbl="parChTrans1D3" presStyleIdx="4" presStyleCnt="8"/>
      <dgm:spPr/>
    </dgm:pt>
    <dgm:pt modelId="{5E1A914C-9D96-415D-BAEC-BDC5CEF7EEE2}" type="pres">
      <dgm:prSet presAssocID="{231157A0-C5A3-4203-89DC-64010445A915}" presName="connTx" presStyleLbl="parChTrans1D3" presStyleIdx="4" presStyleCnt="8"/>
      <dgm:spPr/>
    </dgm:pt>
    <dgm:pt modelId="{C2819769-1B23-4692-BF0A-3E0D5652B9F9}" type="pres">
      <dgm:prSet presAssocID="{EFD1B558-D25F-47EA-B6DE-BAE476DC11EE}" presName="root2" presStyleCnt="0"/>
      <dgm:spPr/>
    </dgm:pt>
    <dgm:pt modelId="{A983D636-3235-436F-BD62-DDB644BC6864}" type="pres">
      <dgm:prSet presAssocID="{EFD1B558-D25F-47EA-B6DE-BAE476DC11EE}" presName="LevelTwoTextNode" presStyleLbl="node3" presStyleIdx="4" presStyleCnt="8" custScaleX="252744">
        <dgm:presLayoutVars>
          <dgm:chPref val="3"/>
        </dgm:presLayoutVars>
      </dgm:prSet>
      <dgm:spPr/>
    </dgm:pt>
    <dgm:pt modelId="{CFED1340-8B0C-415F-9579-EB971EE79AF8}" type="pres">
      <dgm:prSet presAssocID="{EFD1B558-D25F-47EA-B6DE-BAE476DC11EE}" presName="level3hierChild" presStyleCnt="0"/>
      <dgm:spPr/>
    </dgm:pt>
    <dgm:pt modelId="{4077A17C-4E0C-4DF4-A91D-92B88CD103A3}" type="pres">
      <dgm:prSet presAssocID="{D0F690C1-ED97-4946-8E98-439F190AA9C1}" presName="conn2-1" presStyleLbl="parChTrans1D3" presStyleIdx="5" presStyleCnt="8"/>
      <dgm:spPr/>
    </dgm:pt>
    <dgm:pt modelId="{3F877650-7E89-4984-83DC-A2430573A9BB}" type="pres">
      <dgm:prSet presAssocID="{D0F690C1-ED97-4946-8E98-439F190AA9C1}" presName="connTx" presStyleLbl="parChTrans1D3" presStyleIdx="5" presStyleCnt="8"/>
      <dgm:spPr/>
    </dgm:pt>
    <dgm:pt modelId="{9A66127E-0831-4F0B-8B1F-8D55D6BBEC36}" type="pres">
      <dgm:prSet presAssocID="{4B78A2C6-3EB3-49D4-8387-5AA0C9185003}" presName="root2" presStyleCnt="0"/>
      <dgm:spPr/>
    </dgm:pt>
    <dgm:pt modelId="{5802D046-5ABB-4471-976F-ED6B844932BF}" type="pres">
      <dgm:prSet presAssocID="{4B78A2C6-3EB3-49D4-8387-5AA0C9185003}" presName="LevelTwoTextNode" presStyleLbl="node3" presStyleIdx="5" presStyleCnt="8" custScaleX="252744">
        <dgm:presLayoutVars>
          <dgm:chPref val="3"/>
        </dgm:presLayoutVars>
      </dgm:prSet>
      <dgm:spPr/>
    </dgm:pt>
    <dgm:pt modelId="{BC19792B-5ABA-4C0A-809E-62395AF328F7}" type="pres">
      <dgm:prSet presAssocID="{4B78A2C6-3EB3-49D4-8387-5AA0C9185003}" presName="level3hierChild" presStyleCnt="0"/>
      <dgm:spPr/>
    </dgm:pt>
    <dgm:pt modelId="{2A2F1687-526D-4F2D-9121-85CCA9346E75}" type="pres">
      <dgm:prSet presAssocID="{277ABC6B-0A8D-4256-BD47-CF548DB230F9}" presName="conn2-1" presStyleLbl="parChTrans1D3" presStyleIdx="6" presStyleCnt="8"/>
      <dgm:spPr/>
    </dgm:pt>
    <dgm:pt modelId="{B32563BE-8F78-40BE-B571-4B61489E80B4}" type="pres">
      <dgm:prSet presAssocID="{277ABC6B-0A8D-4256-BD47-CF548DB230F9}" presName="connTx" presStyleLbl="parChTrans1D3" presStyleIdx="6" presStyleCnt="8"/>
      <dgm:spPr/>
    </dgm:pt>
    <dgm:pt modelId="{63BB5844-1785-4F90-B99E-F007F9F0879B}" type="pres">
      <dgm:prSet presAssocID="{329A92E9-6060-465F-B0F9-3739F3D990AD}" presName="root2" presStyleCnt="0"/>
      <dgm:spPr/>
    </dgm:pt>
    <dgm:pt modelId="{2CFC73B7-5CF8-4873-BF74-E98CB1CDDB53}" type="pres">
      <dgm:prSet presAssocID="{329A92E9-6060-465F-B0F9-3739F3D990AD}" presName="LevelTwoTextNode" presStyleLbl="node3" presStyleIdx="6" presStyleCnt="8" custScaleX="252744">
        <dgm:presLayoutVars>
          <dgm:chPref val="3"/>
        </dgm:presLayoutVars>
      </dgm:prSet>
      <dgm:spPr/>
    </dgm:pt>
    <dgm:pt modelId="{883D3DF7-80C5-4466-B99B-FBE06B6D13BB}" type="pres">
      <dgm:prSet presAssocID="{329A92E9-6060-465F-B0F9-3739F3D990AD}" presName="level3hierChild" presStyleCnt="0"/>
      <dgm:spPr/>
    </dgm:pt>
    <dgm:pt modelId="{1F48238A-3A92-4B7F-8B5A-10EC12CF50E0}" type="pres">
      <dgm:prSet presAssocID="{59679FD3-4E73-4898-ADA9-77852092AF50}" presName="conn2-1" presStyleLbl="parChTrans1D3" presStyleIdx="7" presStyleCnt="8"/>
      <dgm:spPr/>
    </dgm:pt>
    <dgm:pt modelId="{24290433-3C3D-4C91-8CF5-28E67EF9EC6E}" type="pres">
      <dgm:prSet presAssocID="{59679FD3-4E73-4898-ADA9-77852092AF50}" presName="connTx" presStyleLbl="parChTrans1D3" presStyleIdx="7" presStyleCnt="8"/>
      <dgm:spPr/>
    </dgm:pt>
    <dgm:pt modelId="{70B545E6-9C73-4386-A11D-CF03D44BC93A}" type="pres">
      <dgm:prSet presAssocID="{3D0B63D1-A2BA-4B17-96C7-8472AE7F56F8}" presName="root2" presStyleCnt="0"/>
      <dgm:spPr/>
    </dgm:pt>
    <dgm:pt modelId="{B6FD28BD-D259-491C-8A10-4ADAAEF77098}" type="pres">
      <dgm:prSet presAssocID="{3D0B63D1-A2BA-4B17-96C7-8472AE7F56F8}" presName="LevelTwoTextNode" presStyleLbl="node3" presStyleIdx="7" presStyleCnt="8" custScaleX="252744">
        <dgm:presLayoutVars>
          <dgm:chPref val="3"/>
        </dgm:presLayoutVars>
      </dgm:prSet>
      <dgm:spPr/>
    </dgm:pt>
    <dgm:pt modelId="{947D007E-3539-43B0-A45F-24A435215405}" type="pres">
      <dgm:prSet presAssocID="{3D0B63D1-A2BA-4B17-96C7-8472AE7F56F8}" presName="level3hierChild" presStyleCnt="0"/>
      <dgm:spPr/>
    </dgm:pt>
  </dgm:ptLst>
  <dgm:cxnLst>
    <dgm:cxn modelId="{FA8EDA04-328C-455C-8DA0-15A7F04677BD}" type="presOf" srcId="{90C3B4F1-2288-4047-8A96-91AA04A2E9FF}" destId="{0F98E39D-9477-4FD6-913C-B6D96817538C}" srcOrd="0" destOrd="0" presId="urn:microsoft.com/office/officeart/2005/8/layout/hierarchy2"/>
    <dgm:cxn modelId="{D229D405-0232-408B-9D4A-C3493EB3F4FA}" srcId="{EF6D0FC2-DCCA-4E90-B9BE-D4D2595A1BE9}" destId="{04EA0133-B423-40B5-8B06-8280F90E0BCE}" srcOrd="0" destOrd="0" parTransId="{9A095E81-15C2-42A6-B9C9-57AB48F31A00}" sibTransId="{99E1223A-2205-4F82-8C1A-687793848E8B}"/>
    <dgm:cxn modelId="{3084020B-E537-4946-9074-B8258872ECA8}" type="presOf" srcId="{8FC57A93-DAC3-43D0-B7E1-FBD7FCBA83FC}" destId="{ECB23D1A-FFCF-4F25-8527-305A4A31D111}" srcOrd="0" destOrd="0" presId="urn:microsoft.com/office/officeart/2005/8/layout/hierarchy2"/>
    <dgm:cxn modelId="{3FE2230B-93CB-4CC6-A113-B7D5A94C15F2}" srcId="{90C3B4F1-2288-4047-8A96-91AA04A2E9FF}" destId="{329A92E9-6060-465F-B0F9-3739F3D990AD}" srcOrd="2" destOrd="0" parTransId="{277ABC6B-0A8D-4256-BD47-CF548DB230F9}" sibTransId="{D2A226E7-66F7-4203-AC6C-013BD98A24BF}"/>
    <dgm:cxn modelId="{1A9B420F-EBC5-4945-A249-36E6977ECC88}" srcId="{04EA0133-B423-40B5-8B06-8280F90E0BCE}" destId="{5E3BAFBB-E99F-4511-B4DA-E5F049CEC2DF}" srcOrd="3" destOrd="0" parTransId="{CE1E6930-E923-4EFB-8634-95E59426B8A4}" sibTransId="{6322FFF1-C1D0-4651-9159-8DF073F1C412}"/>
    <dgm:cxn modelId="{88111413-DBA3-4EA8-B9CF-9BB0CD0D499B}" type="presOf" srcId="{533D77A1-45DA-4F08-B713-91DB5B626400}" destId="{67F3B027-A787-47A3-9DCC-F43CADFD675F}" srcOrd="0" destOrd="0" presId="urn:microsoft.com/office/officeart/2005/8/layout/hierarchy2"/>
    <dgm:cxn modelId="{035A221C-4B50-44F6-81D0-95CA7C445C7F}" type="presOf" srcId="{9A095E81-15C2-42A6-B9C9-57AB48F31A00}" destId="{B9A72D90-1C55-40DE-8BD9-9245980850DA}" srcOrd="1" destOrd="0" presId="urn:microsoft.com/office/officeart/2005/8/layout/hierarchy2"/>
    <dgm:cxn modelId="{25E9A623-941D-4E43-97FA-17E9E123A312}" srcId="{04EA0133-B423-40B5-8B06-8280F90E0BCE}" destId="{533D77A1-45DA-4F08-B713-91DB5B626400}" srcOrd="1" destOrd="0" parTransId="{BB76E9ED-E02B-41A6-A06A-72898EDA8D87}" sibTransId="{6C85159D-F9AD-4D62-98B4-CB43160DECDB}"/>
    <dgm:cxn modelId="{A06F7028-4F4D-479D-BEBC-FB1D1C8FA2C1}" type="presOf" srcId="{231157A0-C5A3-4203-89DC-64010445A915}" destId="{1A87A03B-87E2-4E67-8D08-2D1AD5866C90}" srcOrd="0" destOrd="0" presId="urn:microsoft.com/office/officeart/2005/8/layout/hierarchy2"/>
    <dgm:cxn modelId="{9F6A8129-E258-4D2B-B5EF-0607DDE2C8ED}" srcId="{EF6D0FC2-DCCA-4E90-B9BE-D4D2595A1BE9}" destId="{90C3B4F1-2288-4047-8A96-91AA04A2E9FF}" srcOrd="1" destOrd="0" parTransId="{984A18FC-DB23-4CA9-82E4-5E6AF2228040}" sibTransId="{2F320638-8F23-49C0-A2B3-13A1C8E85DF4}"/>
    <dgm:cxn modelId="{DF94F92E-E62B-4AD4-9D54-D5FB20F5C400}" type="presOf" srcId="{CE1E6930-E923-4EFB-8634-95E59426B8A4}" destId="{281A6B5A-9E8C-4C5F-BDE4-F4EC8A3E3514}" srcOrd="0" destOrd="0" presId="urn:microsoft.com/office/officeart/2005/8/layout/hierarchy2"/>
    <dgm:cxn modelId="{8D459B2F-2F5B-44A2-9042-2EC161D6A0DF}" type="presOf" srcId="{04EA0133-B423-40B5-8B06-8280F90E0BCE}" destId="{0EA4A5F4-DCC8-40D1-9160-D41E725559D7}" srcOrd="0" destOrd="0" presId="urn:microsoft.com/office/officeart/2005/8/layout/hierarchy2"/>
    <dgm:cxn modelId="{D35C1530-3170-42EC-A9EF-AA87A59B6080}" srcId="{90C3B4F1-2288-4047-8A96-91AA04A2E9FF}" destId="{EFD1B558-D25F-47EA-B6DE-BAE476DC11EE}" srcOrd="0" destOrd="0" parTransId="{231157A0-C5A3-4203-89DC-64010445A915}" sibTransId="{04DD94DB-AD55-44D6-ABEC-7AA4D0ECCA42}"/>
    <dgm:cxn modelId="{B94F6B35-D106-4B9B-BA4F-A2E487C4C8B9}" srcId="{04EA0133-B423-40B5-8B06-8280F90E0BCE}" destId="{49E3DF59-8BF9-48D0-8C47-6772629B080C}" srcOrd="2" destOrd="0" parTransId="{FFC4C620-7C0E-48ED-A734-C75E7BAB1BDF}" sibTransId="{B725D028-C572-4E05-955B-5903FBFFA2EC}"/>
    <dgm:cxn modelId="{372B9238-4BD2-4400-85AF-CBCA02D06CE0}" type="presOf" srcId="{94DAFAD9-1AC6-478C-B8A5-0B7909FA7D40}" destId="{6BBD33CF-2919-4214-90A6-5B45AC236AD7}" srcOrd="0" destOrd="0" presId="urn:microsoft.com/office/officeart/2005/8/layout/hierarchy2"/>
    <dgm:cxn modelId="{5208085D-456F-4975-AB08-91C13533D452}" type="presOf" srcId="{D0F690C1-ED97-4946-8E98-439F190AA9C1}" destId="{4077A17C-4E0C-4DF4-A91D-92B88CD103A3}" srcOrd="0" destOrd="0" presId="urn:microsoft.com/office/officeart/2005/8/layout/hierarchy2"/>
    <dgm:cxn modelId="{EAC59446-2496-40BE-9417-BE92D67F77F9}" srcId="{785BCE0D-B3F1-4ED9-86B4-9B828EA57EEE}" destId="{EF6D0FC2-DCCA-4E90-B9BE-D4D2595A1BE9}" srcOrd="0" destOrd="0" parTransId="{7F0E9585-A592-48FC-841A-48DAEC0162A9}" sibTransId="{76AC1D55-4957-4C6E-A1E8-720F34055DE0}"/>
    <dgm:cxn modelId="{2BBD0968-8725-49D8-AEA1-BDB43C0F333C}" type="presOf" srcId="{785BCE0D-B3F1-4ED9-86B4-9B828EA57EEE}" destId="{888D5EA9-4CC0-4ADF-89F9-850DE9182F34}" srcOrd="0" destOrd="0" presId="urn:microsoft.com/office/officeart/2005/8/layout/hierarchy2"/>
    <dgm:cxn modelId="{A8F19A48-0ED1-4585-9338-AD22C2598C15}" type="presOf" srcId="{49E3DF59-8BF9-48D0-8C47-6772629B080C}" destId="{1A523B74-D03B-481B-B8A3-F57D5EA187FF}" srcOrd="0" destOrd="0" presId="urn:microsoft.com/office/officeart/2005/8/layout/hierarchy2"/>
    <dgm:cxn modelId="{93A3DF49-58A7-4761-A324-BFB259EA8AD7}" type="presOf" srcId="{CE1E6930-E923-4EFB-8634-95E59426B8A4}" destId="{4A095829-3390-4F9B-9B44-376C6505988D}" srcOrd="1" destOrd="0" presId="urn:microsoft.com/office/officeart/2005/8/layout/hierarchy2"/>
    <dgm:cxn modelId="{7320E24D-C4E0-4752-9097-2E29C57004AF}" type="presOf" srcId="{D0F690C1-ED97-4946-8E98-439F190AA9C1}" destId="{3F877650-7E89-4984-83DC-A2430573A9BB}" srcOrd="1" destOrd="0" presId="urn:microsoft.com/office/officeart/2005/8/layout/hierarchy2"/>
    <dgm:cxn modelId="{64755A70-5780-47EA-9F08-D4F6F3C94EA8}" type="presOf" srcId="{4B78A2C6-3EB3-49D4-8387-5AA0C9185003}" destId="{5802D046-5ABB-4471-976F-ED6B844932BF}" srcOrd="0" destOrd="0" presId="urn:microsoft.com/office/officeart/2005/8/layout/hierarchy2"/>
    <dgm:cxn modelId="{5E4A1F73-F2A0-4CC3-819D-0006C62FF3BF}" srcId="{90C3B4F1-2288-4047-8A96-91AA04A2E9FF}" destId="{4B78A2C6-3EB3-49D4-8387-5AA0C9185003}" srcOrd="1" destOrd="0" parTransId="{D0F690C1-ED97-4946-8E98-439F190AA9C1}" sibTransId="{0C411DA9-3290-42DA-B31A-D1F525266DF5}"/>
    <dgm:cxn modelId="{64375B58-2D00-477A-A621-31173899B0A4}" type="presOf" srcId="{231157A0-C5A3-4203-89DC-64010445A915}" destId="{5E1A914C-9D96-415D-BAEC-BDC5CEF7EEE2}" srcOrd="1" destOrd="0" presId="urn:microsoft.com/office/officeart/2005/8/layout/hierarchy2"/>
    <dgm:cxn modelId="{9D6EB57B-F5AC-4C24-AF45-C0669B399C10}" type="presOf" srcId="{59679FD3-4E73-4898-ADA9-77852092AF50}" destId="{1F48238A-3A92-4B7F-8B5A-10EC12CF50E0}" srcOrd="0" destOrd="0" presId="urn:microsoft.com/office/officeart/2005/8/layout/hierarchy2"/>
    <dgm:cxn modelId="{D741117C-8A09-41AF-B692-E86C179D5BBB}" type="presOf" srcId="{984A18FC-DB23-4CA9-82E4-5E6AF2228040}" destId="{449D759B-5FA0-4863-85FB-23528C315F39}" srcOrd="1" destOrd="0" presId="urn:microsoft.com/office/officeart/2005/8/layout/hierarchy2"/>
    <dgm:cxn modelId="{81B28788-969D-4A42-83A5-E68E79BEF90D}" type="presOf" srcId="{EFD1B558-D25F-47EA-B6DE-BAE476DC11EE}" destId="{A983D636-3235-436F-BD62-DDB644BC6864}" srcOrd="0" destOrd="0" presId="urn:microsoft.com/office/officeart/2005/8/layout/hierarchy2"/>
    <dgm:cxn modelId="{5CF2E78E-6B3B-4112-99F4-FF681631C03D}" type="presOf" srcId="{984A18FC-DB23-4CA9-82E4-5E6AF2228040}" destId="{ADD60F7E-F129-4FAA-9717-6BBCD5214DDA}" srcOrd="0" destOrd="0" presId="urn:microsoft.com/office/officeart/2005/8/layout/hierarchy2"/>
    <dgm:cxn modelId="{3F2A6F93-4B1E-49D2-B2B5-2C2B468E5EFF}" type="presOf" srcId="{329A92E9-6060-465F-B0F9-3739F3D990AD}" destId="{2CFC73B7-5CF8-4873-BF74-E98CB1CDDB53}" srcOrd="0" destOrd="0" presId="urn:microsoft.com/office/officeart/2005/8/layout/hierarchy2"/>
    <dgm:cxn modelId="{536F09A3-0278-498B-9D9D-E20A7580FBF0}" type="presOf" srcId="{59679FD3-4E73-4898-ADA9-77852092AF50}" destId="{24290433-3C3D-4C91-8CF5-28E67EF9EC6E}" srcOrd="1" destOrd="0" presId="urn:microsoft.com/office/officeart/2005/8/layout/hierarchy2"/>
    <dgm:cxn modelId="{ED055DA4-E26F-4392-A058-50423A05DC63}" type="presOf" srcId="{FFC4C620-7C0E-48ED-A734-C75E7BAB1BDF}" destId="{56CEA282-B03A-41CC-8A8C-EF254F3E7A18}" srcOrd="1" destOrd="0" presId="urn:microsoft.com/office/officeart/2005/8/layout/hierarchy2"/>
    <dgm:cxn modelId="{46165FA6-D6DF-46EF-B001-F02D50CF9F03}" type="presOf" srcId="{277ABC6B-0A8D-4256-BD47-CF548DB230F9}" destId="{2A2F1687-526D-4F2D-9121-85CCA9346E75}" srcOrd="0" destOrd="0" presId="urn:microsoft.com/office/officeart/2005/8/layout/hierarchy2"/>
    <dgm:cxn modelId="{705C1AA8-8270-4DAA-B1EF-783CC839F060}" type="presOf" srcId="{94DAFAD9-1AC6-478C-B8A5-0B7909FA7D40}" destId="{F60D934F-F380-4FC2-9201-6612BD0CADCC}" srcOrd="1" destOrd="0" presId="urn:microsoft.com/office/officeart/2005/8/layout/hierarchy2"/>
    <dgm:cxn modelId="{056F35A8-96BA-481F-BD80-E754B9EB5D27}" type="presOf" srcId="{FFC4C620-7C0E-48ED-A734-C75E7BAB1BDF}" destId="{3DE14EEC-6C35-4EF3-BA0B-5438FEBC16A0}" srcOrd="0" destOrd="0" presId="urn:microsoft.com/office/officeart/2005/8/layout/hierarchy2"/>
    <dgm:cxn modelId="{CC08A6B4-A6CA-4F5F-B7F3-EDB745F0B606}" type="presOf" srcId="{BB76E9ED-E02B-41A6-A06A-72898EDA8D87}" destId="{89CDF79A-D554-4CF1-BCEF-0330B95E22A4}" srcOrd="1" destOrd="0" presId="urn:microsoft.com/office/officeart/2005/8/layout/hierarchy2"/>
    <dgm:cxn modelId="{BAD287BA-A7C5-4DE0-81D5-666BEF09D155}" srcId="{04EA0133-B423-40B5-8B06-8280F90E0BCE}" destId="{8FC57A93-DAC3-43D0-B7E1-FBD7FCBA83FC}" srcOrd="0" destOrd="0" parTransId="{94DAFAD9-1AC6-478C-B8A5-0B7909FA7D40}" sibTransId="{CE6A9587-4080-4E98-A86E-65849AE14358}"/>
    <dgm:cxn modelId="{326824CC-71D0-439C-BC00-218B4B1D1759}" type="presOf" srcId="{9A095E81-15C2-42A6-B9C9-57AB48F31A00}" destId="{4AA70A89-A3A6-4345-832B-CB65B1785775}" srcOrd="0" destOrd="0" presId="urn:microsoft.com/office/officeart/2005/8/layout/hierarchy2"/>
    <dgm:cxn modelId="{33F76FD7-E5E4-4818-B017-DDDC82F8D48C}" type="presOf" srcId="{5E3BAFBB-E99F-4511-B4DA-E5F049CEC2DF}" destId="{906E305C-D325-4464-9603-04B6F7871F4C}" srcOrd="0" destOrd="0" presId="urn:microsoft.com/office/officeart/2005/8/layout/hierarchy2"/>
    <dgm:cxn modelId="{9C879FD9-9605-49A1-AA7A-099084816CE4}" type="presOf" srcId="{EF6D0FC2-DCCA-4E90-B9BE-D4D2595A1BE9}" destId="{349801AA-D9C1-4B82-8B31-1DD2B68FE93D}" srcOrd="0" destOrd="0" presId="urn:microsoft.com/office/officeart/2005/8/layout/hierarchy2"/>
    <dgm:cxn modelId="{7131A1DE-EDDA-4846-A510-6DA80E790638}" type="presOf" srcId="{BB76E9ED-E02B-41A6-A06A-72898EDA8D87}" destId="{FBC75CA1-F94D-4696-8539-D163FCCCBE77}" srcOrd="0" destOrd="0" presId="urn:microsoft.com/office/officeart/2005/8/layout/hierarchy2"/>
    <dgm:cxn modelId="{1D24A8E1-91F3-4B35-B916-AB2D2BA3E6A9}" type="presOf" srcId="{277ABC6B-0A8D-4256-BD47-CF548DB230F9}" destId="{B32563BE-8F78-40BE-B571-4B61489E80B4}" srcOrd="1" destOrd="0" presId="urn:microsoft.com/office/officeart/2005/8/layout/hierarchy2"/>
    <dgm:cxn modelId="{85B39EEF-62CB-47EB-AB66-B971F8298985}" srcId="{90C3B4F1-2288-4047-8A96-91AA04A2E9FF}" destId="{3D0B63D1-A2BA-4B17-96C7-8472AE7F56F8}" srcOrd="3" destOrd="0" parTransId="{59679FD3-4E73-4898-ADA9-77852092AF50}" sibTransId="{26EA8911-8ECE-43F7-B4C5-70D0AAFAC3F2}"/>
    <dgm:cxn modelId="{A83416FD-4D0E-4F7E-9ED6-683F7727C43F}" type="presOf" srcId="{3D0B63D1-A2BA-4B17-96C7-8472AE7F56F8}" destId="{B6FD28BD-D259-491C-8A10-4ADAAEF77098}" srcOrd="0" destOrd="0" presId="urn:microsoft.com/office/officeart/2005/8/layout/hierarchy2"/>
    <dgm:cxn modelId="{C9791CB9-C9FB-4167-8980-BBC75537F698}" type="presParOf" srcId="{888D5EA9-4CC0-4ADF-89F9-850DE9182F34}" destId="{E72B30E4-B7A8-4E81-BFF0-F191CF76B11B}" srcOrd="0" destOrd="0" presId="urn:microsoft.com/office/officeart/2005/8/layout/hierarchy2"/>
    <dgm:cxn modelId="{2573ED58-C72C-4517-8BE5-21C938FEA9D8}" type="presParOf" srcId="{E72B30E4-B7A8-4E81-BFF0-F191CF76B11B}" destId="{349801AA-D9C1-4B82-8B31-1DD2B68FE93D}" srcOrd="0" destOrd="0" presId="urn:microsoft.com/office/officeart/2005/8/layout/hierarchy2"/>
    <dgm:cxn modelId="{457A0D2E-3E44-4B60-830B-2AB94D29BD5A}" type="presParOf" srcId="{E72B30E4-B7A8-4E81-BFF0-F191CF76B11B}" destId="{BDB23304-05C1-438D-A7B0-D3E1CAD2617C}" srcOrd="1" destOrd="0" presId="urn:microsoft.com/office/officeart/2005/8/layout/hierarchy2"/>
    <dgm:cxn modelId="{71F00F75-BA08-4AFB-8BFD-FF0308A7EE0A}" type="presParOf" srcId="{BDB23304-05C1-438D-A7B0-D3E1CAD2617C}" destId="{4AA70A89-A3A6-4345-832B-CB65B1785775}" srcOrd="0" destOrd="0" presId="urn:microsoft.com/office/officeart/2005/8/layout/hierarchy2"/>
    <dgm:cxn modelId="{81A2E891-EA1E-4C24-8669-D5E8B8A5C418}" type="presParOf" srcId="{4AA70A89-A3A6-4345-832B-CB65B1785775}" destId="{B9A72D90-1C55-40DE-8BD9-9245980850DA}" srcOrd="0" destOrd="0" presId="urn:microsoft.com/office/officeart/2005/8/layout/hierarchy2"/>
    <dgm:cxn modelId="{E9E5FDC9-79EC-4C07-A121-46D73638AD62}" type="presParOf" srcId="{BDB23304-05C1-438D-A7B0-D3E1CAD2617C}" destId="{85CE4DE5-16A7-41EA-B029-11219054CBC5}" srcOrd="1" destOrd="0" presId="urn:microsoft.com/office/officeart/2005/8/layout/hierarchy2"/>
    <dgm:cxn modelId="{5A451A59-E3B1-4515-8D61-B81653AEEB42}" type="presParOf" srcId="{85CE4DE5-16A7-41EA-B029-11219054CBC5}" destId="{0EA4A5F4-DCC8-40D1-9160-D41E725559D7}" srcOrd="0" destOrd="0" presId="urn:microsoft.com/office/officeart/2005/8/layout/hierarchy2"/>
    <dgm:cxn modelId="{DA169F18-53A6-42B4-AB27-25C2251AF922}" type="presParOf" srcId="{85CE4DE5-16A7-41EA-B029-11219054CBC5}" destId="{C94EFCAA-250E-427A-8986-AFC13285C51A}" srcOrd="1" destOrd="0" presId="urn:microsoft.com/office/officeart/2005/8/layout/hierarchy2"/>
    <dgm:cxn modelId="{22619D56-EDD1-4190-998D-8CB9A3117A1B}" type="presParOf" srcId="{C94EFCAA-250E-427A-8986-AFC13285C51A}" destId="{6BBD33CF-2919-4214-90A6-5B45AC236AD7}" srcOrd="0" destOrd="0" presId="urn:microsoft.com/office/officeart/2005/8/layout/hierarchy2"/>
    <dgm:cxn modelId="{18A3DE9B-26D8-4E70-A33C-3B32EC870AEE}" type="presParOf" srcId="{6BBD33CF-2919-4214-90A6-5B45AC236AD7}" destId="{F60D934F-F380-4FC2-9201-6612BD0CADCC}" srcOrd="0" destOrd="0" presId="urn:microsoft.com/office/officeart/2005/8/layout/hierarchy2"/>
    <dgm:cxn modelId="{A5C4A025-DC92-4173-AEE0-8EEBD16A84B4}" type="presParOf" srcId="{C94EFCAA-250E-427A-8986-AFC13285C51A}" destId="{824E2FDB-3202-4E87-98FF-FF08243DAB90}" srcOrd="1" destOrd="0" presId="urn:microsoft.com/office/officeart/2005/8/layout/hierarchy2"/>
    <dgm:cxn modelId="{14FEB696-335D-4F60-83E8-1A9F21569767}" type="presParOf" srcId="{824E2FDB-3202-4E87-98FF-FF08243DAB90}" destId="{ECB23D1A-FFCF-4F25-8527-305A4A31D111}" srcOrd="0" destOrd="0" presId="urn:microsoft.com/office/officeart/2005/8/layout/hierarchy2"/>
    <dgm:cxn modelId="{5B49B7E7-DAC6-4E2B-8658-1DE1FC4377F3}" type="presParOf" srcId="{824E2FDB-3202-4E87-98FF-FF08243DAB90}" destId="{E99166AF-28DF-4041-98C7-D1D3E7AA7B9E}" srcOrd="1" destOrd="0" presId="urn:microsoft.com/office/officeart/2005/8/layout/hierarchy2"/>
    <dgm:cxn modelId="{9C4C4297-5C15-4DCE-8A4E-DAFD975EE9B5}" type="presParOf" srcId="{C94EFCAA-250E-427A-8986-AFC13285C51A}" destId="{FBC75CA1-F94D-4696-8539-D163FCCCBE77}" srcOrd="2" destOrd="0" presId="urn:microsoft.com/office/officeart/2005/8/layout/hierarchy2"/>
    <dgm:cxn modelId="{D982735F-FC35-4DDC-AF56-A4E3AC0D4364}" type="presParOf" srcId="{FBC75CA1-F94D-4696-8539-D163FCCCBE77}" destId="{89CDF79A-D554-4CF1-BCEF-0330B95E22A4}" srcOrd="0" destOrd="0" presId="urn:microsoft.com/office/officeart/2005/8/layout/hierarchy2"/>
    <dgm:cxn modelId="{330ECBC7-46BE-4095-B2C4-E92267557713}" type="presParOf" srcId="{C94EFCAA-250E-427A-8986-AFC13285C51A}" destId="{413126E0-E8A2-4669-A568-3FD2F8F9A125}" srcOrd="3" destOrd="0" presId="urn:microsoft.com/office/officeart/2005/8/layout/hierarchy2"/>
    <dgm:cxn modelId="{E1706060-9DF1-4C1A-9E28-AD7462845E84}" type="presParOf" srcId="{413126E0-E8A2-4669-A568-3FD2F8F9A125}" destId="{67F3B027-A787-47A3-9DCC-F43CADFD675F}" srcOrd="0" destOrd="0" presId="urn:microsoft.com/office/officeart/2005/8/layout/hierarchy2"/>
    <dgm:cxn modelId="{2B72A94F-5C5F-4B4F-A003-E386A9B164E3}" type="presParOf" srcId="{413126E0-E8A2-4669-A568-3FD2F8F9A125}" destId="{8E1797A0-F25C-4B84-82D0-93E7DD80F9BA}" srcOrd="1" destOrd="0" presId="urn:microsoft.com/office/officeart/2005/8/layout/hierarchy2"/>
    <dgm:cxn modelId="{85A62566-0D43-4389-8EAE-150998D4F2FA}" type="presParOf" srcId="{C94EFCAA-250E-427A-8986-AFC13285C51A}" destId="{3DE14EEC-6C35-4EF3-BA0B-5438FEBC16A0}" srcOrd="4" destOrd="0" presId="urn:microsoft.com/office/officeart/2005/8/layout/hierarchy2"/>
    <dgm:cxn modelId="{FB1C1927-433D-4B75-96FD-A713B498EDE8}" type="presParOf" srcId="{3DE14EEC-6C35-4EF3-BA0B-5438FEBC16A0}" destId="{56CEA282-B03A-41CC-8A8C-EF254F3E7A18}" srcOrd="0" destOrd="0" presId="urn:microsoft.com/office/officeart/2005/8/layout/hierarchy2"/>
    <dgm:cxn modelId="{C82BEEBF-A8AF-4EC7-9595-9CA5984A7B3E}" type="presParOf" srcId="{C94EFCAA-250E-427A-8986-AFC13285C51A}" destId="{AAD7E4E7-06A6-433D-998A-361CBB1E61C1}" srcOrd="5" destOrd="0" presId="urn:microsoft.com/office/officeart/2005/8/layout/hierarchy2"/>
    <dgm:cxn modelId="{61D04E4C-35B5-4E80-A544-65F7EC75CB87}" type="presParOf" srcId="{AAD7E4E7-06A6-433D-998A-361CBB1E61C1}" destId="{1A523B74-D03B-481B-B8A3-F57D5EA187FF}" srcOrd="0" destOrd="0" presId="urn:microsoft.com/office/officeart/2005/8/layout/hierarchy2"/>
    <dgm:cxn modelId="{7E139AE3-FAE2-463D-B3C5-585C25046AB5}" type="presParOf" srcId="{AAD7E4E7-06A6-433D-998A-361CBB1E61C1}" destId="{3D282DC7-8266-45B8-83C9-98743BC9F47F}" srcOrd="1" destOrd="0" presId="urn:microsoft.com/office/officeart/2005/8/layout/hierarchy2"/>
    <dgm:cxn modelId="{8FB939A7-D6EA-40EE-9A31-40CA4FDF2F6E}" type="presParOf" srcId="{C94EFCAA-250E-427A-8986-AFC13285C51A}" destId="{281A6B5A-9E8C-4C5F-BDE4-F4EC8A3E3514}" srcOrd="6" destOrd="0" presId="urn:microsoft.com/office/officeart/2005/8/layout/hierarchy2"/>
    <dgm:cxn modelId="{B1919EA1-6302-4A0E-B0E4-6DBDAB3F41F2}" type="presParOf" srcId="{281A6B5A-9E8C-4C5F-BDE4-F4EC8A3E3514}" destId="{4A095829-3390-4F9B-9B44-376C6505988D}" srcOrd="0" destOrd="0" presId="urn:microsoft.com/office/officeart/2005/8/layout/hierarchy2"/>
    <dgm:cxn modelId="{F02ECFC2-54CD-404F-9C93-7D98DEAA4519}" type="presParOf" srcId="{C94EFCAA-250E-427A-8986-AFC13285C51A}" destId="{00BA0A83-8D39-468F-95FF-EE907D5CC3B6}" srcOrd="7" destOrd="0" presId="urn:microsoft.com/office/officeart/2005/8/layout/hierarchy2"/>
    <dgm:cxn modelId="{62FB9316-CB78-40BE-A166-DB161114E487}" type="presParOf" srcId="{00BA0A83-8D39-468F-95FF-EE907D5CC3B6}" destId="{906E305C-D325-4464-9603-04B6F7871F4C}" srcOrd="0" destOrd="0" presId="urn:microsoft.com/office/officeart/2005/8/layout/hierarchy2"/>
    <dgm:cxn modelId="{AA8145B7-9F52-4327-BBCC-5AFF158A9E92}" type="presParOf" srcId="{00BA0A83-8D39-468F-95FF-EE907D5CC3B6}" destId="{C933384A-EC01-411A-8A2E-1A2802F4EEC4}" srcOrd="1" destOrd="0" presId="urn:microsoft.com/office/officeart/2005/8/layout/hierarchy2"/>
    <dgm:cxn modelId="{1AB33FED-9210-4215-A7AD-355001FAC905}" type="presParOf" srcId="{BDB23304-05C1-438D-A7B0-D3E1CAD2617C}" destId="{ADD60F7E-F129-4FAA-9717-6BBCD5214DDA}" srcOrd="2" destOrd="0" presId="urn:microsoft.com/office/officeart/2005/8/layout/hierarchy2"/>
    <dgm:cxn modelId="{2397B0AA-1D9B-4954-93DC-AD2DC5DD763F}" type="presParOf" srcId="{ADD60F7E-F129-4FAA-9717-6BBCD5214DDA}" destId="{449D759B-5FA0-4863-85FB-23528C315F39}" srcOrd="0" destOrd="0" presId="urn:microsoft.com/office/officeart/2005/8/layout/hierarchy2"/>
    <dgm:cxn modelId="{8C4168F0-D559-478D-AAE6-E5EEA3CBB219}" type="presParOf" srcId="{BDB23304-05C1-438D-A7B0-D3E1CAD2617C}" destId="{9404CF60-5CFB-42DC-B559-4DEB8536120B}" srcOrd="3" destOrd="0" presId="urn:microsoft.com/office/officeart/2005/8/layout/hierarchy2"/>
    <dgm:cxn modelId="{F2AB636B-D0BF-4077-80BE-3440A8924B16}" type="presParOf" srcId="{9404CF60-5CFB-42DC-B559-4DEB8536120B}" destId="{0F98E39D-9477-4FD6-913C-B6D96817538C}" srcOrd="0" destOrd="0" presId="urn:microsoft.com/office/officeart/2005/8/layout/hierarchy2"/>
    <dgm:cxn modelId="{38E73102-EECD-4105-902E-B8DB87CD173D}" type="presParOf" srcId="{9404CF60-5CFB-42DC-B559-4DEB8536120B}" destId="{9F9B2178-2060-4F9A-8136-6DFD3E30323E}" srcOrd="1" destOrd="0" presId="urn:microsoft.com/office/officeart/2005/8/layout/hierarchy2"/>
    <dgm:cxn modelId="{E462CA78-7922-4AE9-9606-FDB741BE171B}" type="presParOf" srcId="{9F9B2178-2060-4F9A-8136-6DFD3E30323E}" destId="{1A87A03B-87E2-4E67-8D08-2D1AD5866C90}" srcOrd="0" destOrd="0" presId="urn:microsoft.com/office/officeart/2005/8/layout/hierarchy2"/>
    <dgm:cxn modelId="{3AC3C4D2-6F3A-4A00-B6A2-BEFC4A16448C}" type="presParOf" srcId="{1A87A03B-87E2-4E67-8D08-2D1AD5866C90}" destId="{5E1A914C-9D96-415D-BAEC-BDC5CEF7EEE2}" srcOrd="0" destOrd="0" presId="urn:microsoft.com/office/officeart/2005/8/layout/hierarchy2"/>
    <dgm:cxn modelId="{CBC56650-4E2D-446B-9EAD-53064B508F3D}" type="presParOf" srcId="{9F9B2178-2060-4F9A-8136-6DFD3E30323E}" destId="{C2819769-1B23-4692-BF0A-3E0D5652B9F9}" srcOrd="1" destOrd="0" presId="urn:microsoft.com/office/officeart/2005/8/layout/hierarchy2"/>
    <dgm:cxn modelId="{E31F4054-45DF-4E38-A169-01A66A65BFA9}" type="presParOf" srcId="{C2819769-1B23-4692-BF0A-3E0D5652B9F9}" destId="{A983D636-3235-436F-BD62-DDB644BC6864}" srcOrd="0" destOrd="0" presId="urn:microsoft.com/office/officeart/2005/8/layout/hierarchy2"/>
    <dgm:cxn modelId="{E3299C86-8F27-4FC0-B475-795A6CAF1244}" type="presParOf" srcId="{C2819769-1B23-4692-BF0A-3E0D5652B9F9}" destId="{CFED1340-8B0C-415F-9579-EB971EE79AF8}" srcOrd="1" destOrd="0" presId="urn:microsoft.com/office/officeart/2005/8/layout/hierarchy2"/>
    <dgm:cxn modelId="{80189C4F-C023-493A-B7A9-9E20BCA7FED1}" type="presParOf" srcId="{9F9B2178-2060-4F9A-8136-6DFD3E30323E}" destId="{4077A17C-4E0C-4DF4-A91D-92B88CD103A3}" srcOrd="2" destOrd="0" presId="urn:microsoft.com/office/officeart/2005/8/layout/hierarchy2"/>
    <dgm:cxn modelId="{165FC1F7-2D78-476D-A017-DB7ECFFB90A3}" type="presParOf" srcId="{4077A17C-4E0C-4DF4-A91D-92B88CD103A3}" destId="{3F877650-7E89-4984-83DC-A2430573A9BB}" srcOrd="0" destOrd="0" presId="urn:microsoft.com/office/officeart/2005/8/layout/hierarchy2"/>
    <dgm:cxn modelId="{EBE9ADD6-DD58-4B48-8B4B-F4132A6582E5}" type="presParOf" srcId="{9F9B2178-2060-4F9A-8136-6DFD3E30323E}" destId="{9A66127E-0831-4F0B-8B1F-8D55D6BBEC36}" srcOrd="3" destOrd="0" presId="urn:microsoft.com/office/officeart/2005/8/layout/hierarchy2"/>
    <dgm:cxn modelId="{E1B85F5B-1B22-449A-BC0F-3A0B9C633549}" type="presParOf" srcId="{9A66127E-0831-4F0B-8B1F-8D55D6BBEC36}" destId="{5802D046-5ABB-4471-976F-ED6B844932BF}" srcOrd="0" destOrd="0" presId="urn:microsoft.com/office/officeart/2005/8/layout/hierarchy2"/>
    <dgm:cxn modelId="{B0BEF899-D4CC-4A86-B44B-B68A4C5AEF1A}" type="presParOf" srcId="{9A66127E-0831-4F0B-8B1F-8D55D6BBEC36}" destId="{BC19792B-5ABA-4C0A-809E-62395AF328F7}" srcOrd="1" destOrd="0" presId="urn:microsoft.com/office/officeart/2005/8/layout/hierarchy2"/>
    <dgm:cxn modelId="{A3E2A0D6-4891-421C-BCCC-B41717DD54C2}" type="presParOf" srcId="{9F9B2178-2060-4F9A-8136-6DFD3E30323E}" destId="{2A2F1687-526D-4F2D-9121-85CCA9346E75}" srcOrd="4" destOrd="0" presId="urn:microsoft.com/office/officeart/2005/8/layout/hierarchy2"/>
    <dgm:cxn modelId="{87D033BE-7256-4B4C-9F7E-896ABAE04F4E}" type="presParOf" srcId="{2A2F1687-526D-4F2D-9121-85CCA9346E75}" destId="{B32563BE-8F78-40BE-B571-4B61489E80B4}" srcOrd="0" destOrd="0" presId="urn:microsoft.com/office/officeart/2005/8/layout/hierarchy2"/>
    <dgm:cxn modelId="{0190149A-DE91-4599-9E24-C62CE72E6254}" type="presParOf" srcId="{9F9B2178-2060-4F9A-8136-6DFD3E30323E}" destId="{63BB5844-1785-4F90-B99E-F007F9F0879B}" srcOrd="5" destOrd="0" presId="urn:microsoft.com/office/officeart/2005/8/layout/hierarchy2"/>
    <dgm:cxn modelId="{1873C41C-DA32-486E-962A-7950254E3504}" type="presParOf" srcId="{63BB5844-1785-4F90-B99E-F007F9F0879B}" destId="{2CFC73B7-5CF8-4873-BF74-E98CB1CDDB53}" srcOrd="0" destOrd="0" presId="urn:microsoft.com/office/officeart/2005/8/layout/hierarchy2"/>
    <dgm:cxn modelId="{A45CE9A7-D395-480A-B5FC-3828B29C1E41}" type="presParOf" srcId="{63BB5844-1785-4F90-B99E-F007F9F0879B}" destId="{883D3DF7-80C5-4466-B99B-FBE06B6D13BB}" srcOrd="1" destOrd="0" presId="urn:microsoft.com/office/officeart/2005/8/layout/hierarchy2"/>
    <dgm:cxn modelId="{F497C3F8-6C3D-48D0-B597-26EE36034737}" type="presParOf" srcId="{9F9B2178-2060-4F9A-8136-6DFD3E30323E}" destId="{1F48238A-3A92-4B7F-8B5A-10EC12CF50E0}" srcOrd="6" destOrd="0" presId="urn:microsoft.com/office/officeart/2005/8/layout/hierarchy2"/>
    <dgm:cxn modelId="{1F5EC2B4-7EC9-4DFA-9BAE-3C82FEE67FD1}" type="presParOf" srcId="{1F48238A-3A92-4B7F-8B5A-10EC12CF50E0}" destId="{24290433-3C3D-4C91-8CF5-28E67EF9EC6E}" srcOrd="0" destOrd="0" presId="urn:microsoft.com/office/officeart/2005/8/layout/hierarchy2"/>
    <dgm:cxn modelId="{E7DCB2FC-4088-4B92-98FF-0B3302AE45A9}" type="presParOf" srcId="{9F9B2178-2060-4F9A-8136-6DFD3E30323E}" destId="{70B545E6-9C73-4386-A11D-CF03D44BC93A}" srcOrd="7" destOrd="0" presId="urn:microsoft.com/office/officeart/2005/8/layout/hierarchy2"/>
    <dgm:cxn modelId="{6443F0B9-74D6-4703-85E1-F78C8091CB7C}" type="presParOf" srcId="{70B545E6-9C73-4386-A11D-CF03D44BC93A}" destId="{B6FD28BD-D259-491C-8A10-4ADAAEF77098}" srcOrd="0" destOrd="0" presId="urn:microsoft.com/office/officeart/2005/8/layout/hierarchy2"/>
    <dgm:cxn modelId="{259AC010-886B-4FDD-9C94-EB2A98A91E32}" type="presParOf" srcId="{70B545E6-9C73-4386-A11D-CF03D44BC93A}" destId="{947D007E-3539-43B0-A45F-24A43521540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235117-6B41-4D47-BCD4-3C168D72C23A}" type="doc">
      <dgm:prSet loTypeId="urn:microsoft.com/office/officeart/2005/8/layout/cycle8" loCatId="cycle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E859FAEA-7043-4A06-8E52-7B65D66A758B}">
      <dgm:prSet custT="1"/>
      <dgm:spPr/>
      <dgm:t>
        <a:bodyPr/>
        <a:lstStyle/>
        <a:p>
          <a:pPr rtl="0"/>
          <a:r>
            <a:rPr lang="zh-CN" altLang="en-US" sz="1600" b="1" dirty="0"/>
            <a:t>利用外部电路的驱动能力，减少芯片内部的驱动。</a:t>
          </a:r>
        </a:p>
      </dgm:t>
    </dgm:pt>
    <dgm:pt modelId="{F21A1CF1-34BA-4514-BFBC-BA9DCC41DCA4}" type="parTrans" cxnId="{3A5B4388-529E-4467-897B-D287A3342780}">
      <dgm:prSet/>
      <dgm:spPr/>
      <dgm:t>
        <a:bodyPr/>
        <a:lstStyle/>
        <a:p>
          <a:endParaRPr lang="zh-CN" altLang="en-US" sz="2800" b="1"/>
        </a:p>
      </dgm:t>
    </dgm:pt>
    <dgm:pt modelId="{78708C42-57AB-46A7-A781-7609E9F3DACE}" type="sibTrans" cxnId="{3A5B4388-529E-4467-897B-D287A3342780}">
      <dgm:prSet/>
      <dgm:spPr/>
      <dgm:t>
        <a:bodyPr/>
        <a:lstStyle/>
        <a:p>
          <a:endParaRPr lang="zh-CN" altLang="en-US" sz="2800" b="1"/>
        </a:p>
      </dgm:t>
    </dgm:pt>
    <dgm:pt modelId="{33A2CED8-9979-40AD-893D-305C6C758D1F}">
      <dgm:prSet custT="1"/>
      <dgm:spPr/>
      <dgm:t>
        <a:bodyPr/>
        <a:lstStyle/>
        <a:p>
          <a:pPr rtl="0"/>
          <a:r>
            <a:rPr lang="zh-CN" altLang="en-US" sz="1600" b="1" dirty="0"/>
            <a:t>无上拉电阻时，只能输出低电平，要输出高电平，则必需外接上拉电阻。</a:t>
          </a:r>
        </a:p>
      </dgm:t>
    </dgm:pt>
    <dgm:pt modelId="{DB7E7D39-00FB-4DAD-A833-2ECF08285DAF}" type="parTrans" cxnId="{EA1E8448-D4EC-4080-AB78-6E7B41E6C768}">
      <dgm:prSet/>
      <dgm:spPr/>
      <dgm:t>
        <a:bodyPr/>
        <a:lstStyle/>
        <a:p>
          <a:endParaRPr lang="zh-CN" altLang="en-US" sz="2800" b="1"/>
        </a:p>
      </dgm:t>
    </dgm:pt>
    <dgm:pt modelId="{8B656079-79D9-4CD2-A3BA-68AC063F2D3F}" type="sibTrans" cxnId="{EA1E8448-D4EC-4080-AB78-6E7B41E6C768}">
      <dgm:prSet/>
      <dgm:spPr/>
      <dgm:t>
        <a:bodyPr/>
        <a:lstStyle/>
        <a:p>
          <a:endParaRPr lang="zh-CN" altLang="en-US" sz="2800" b="1"/>
        </a:p>
      </dgm:t>
    </dgm:pt>
    <dgm:pt modelId="{7D7E8ED2-68E3-4369-BEC3-5DF617ED6510}">
      <dgm:prSet custT="1"/>
      <dgm:spPr/>
      <dgm:t>
        <a:bodyPr/>
        <a:lstStyle/>
        <a:p>
          <a:pPr rtl="0"/>
          <a:r>
            <a:rPr lang="zh-CN" altLang="en-US" sz="1600" b="1" dirty="0"/>
            <a:t>开漏输出能够方便的实现 “逻辑与”功能。</a:t>
          </a:r>
        </a:p>
      </dgm:t>
    </dgm:pt>
    <dgm:pt modelId="{23069F76-CCE6-478F-B65A-D75C66DC59DC}" type="parTrans" cxnId="{1686B9C5-36CC-41B2-8387-0A0B23F19037}">
      <dgm:prSet/>
      <dgm:spPr/>
      <dgm:t>
        <a:bodyPr/>
        <a:lstStyle/>
        <a:p>
          <a:endParaRPr lang="zh-CN" altLang="en-US" sz="2800" b="1"/>
        </a:p>
      </dgm:t>
    </dgm:pt>
    <dgm:pt modelId="{204FAF35-0E43-486F-9D64-7CBBF0B5E406}" type="sibTrans" cxnId="{1686B9C5-36CC-41B2-8387-0A0B23F19037}">
      <dgm:prSet/>
      <dgm:spPr/>
      <dgm:t>
        <a:bodyPr/>
        <a:lstStyle/>
        <a:p>
          <a:endParaRPr lang="zh-CN" altLang="en-US" sz="2800" b="1"/>
        </a:p>
      </dgm:t>
    </dgm:pt>
    <dgm:pt modelId="{C3442FA1-5511-4AC4-A0A6-327258C38C0B}" type="pres">
      <dgm:prSet presAssocID="{9E235117-6B41-4D47-BCD4-3C168D72C23A}" presName="compositeShape" presStyleCnt="0">
        <dgm:presLayoutVars>
          <dgm:chMax val="7"/>
          <dgm:dir/>
          <dgm:resizeHandles val="exact"/>
        </dgm:presLayoutVars>
      </dgm:prSet>
      <dgm:spPr/>
    </dgm:pt>
    <dgm:pt modelId="{D24122BD-BEBC-42A9-A2A4-98042DD9C2F4}" type="pres">
      <dgm:prSet presAssocID="{9E235117-6B41-4D47-BCD4-3C168D72C23A}" presName="wedge1" presStyleLbl="node1" presStyleIdx="0" presStyleCnt="3"/>
      <dgm:spPr/>
    </dgm:pt>
    <dgm:pt modelId="{58E8BFFA-5C97-4DD2-AB70-5023366EC4E6}" type="pres">
      <dgm:prSet presAssocID="{9E235117-6B41-4D47-BCD4-3C168D72C23A}" presName="dummy1a" presStyleCnt="0"/>
      <dgm:spPr/>
    </dgm:pt>
    <dgm:pt modelId="{1A6B9608-8BA6-4EA1-9238-990608A55F81}" type="pres">
      <dgm:prSet presAssocID="{9E235117-6B41-4D47-BCD4-3C168D72C23A}" presName="dummy1b" presStyleCnt="0"/>
      <dgm:spPr/>
    </dgm:pt>
    <dgm:pt modelId="{5D278802-D2AF-494C-B89D-5AA17A68EAF1}" type="pres">
      <dgm:prSet presAssocID="{9E235117-6B41-4D47-BCD4-3C168D72C23A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1EF1277-E600-46B5-94A1-5B800E4928A6}" type="pres">
      <dgm:prSet presAssocID="{9E235117-6B41-4D47-BCD4-3C168D72C23A}" presName="wedge2" presStyleLbl="node1" presStyleIdx="1" presStyleCnt="3"/>
      <dgm:spPr/>
    </dgm:pt>
    <dgm:pt modelId="{9FF8C866-EA1A-4FB7-8E88-3D53EB1A48C6}" type="pres">
      <dgm:prSet presAssocID="{9E235117-6B41-4D47-BCD4-3C168D72C23A}" presName="dummy2a" presStyleCnt="0"/>
      <dgm:spPr/>
    </dgm:pt>
    <dgm:pt modelId="{E510ACDC-934B-4643-92BA-7CFCAC0F7AB1}" type="pres">
      <dgm:prSet presAssocID="{9E235117-6B41-4D47-BCD4-3C168D72C23A}" presName="dummy2b" presStyleCnt="0"/>
      <dgm:spPr/>
    </dgm:pt>
    <dgm:pt modelId="{00F5CED8-B198-42B4-A61B-CB87645D6974}" type="pres">
      <dgm:prSet presAssocID="{9E235117-6B41-4D47-BCD4-3C168D72C23A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2616E5BD-7A91-432A-9DFB-1051CD8FF312}" type="pres">
      <dgm:prSet presAssocID="{9E235117-6B41-4D47-BCD4-3C168D72C23A}" presName="wedge3" presStyleLbl="node1" presStyleIdx="2" presStyleCnt="3"/>
      <dgm:spPr/>
    </dgm:pt>
    <dgm:pt modelId="{D1F91675-BD6F-4E52-A5CE-D66143EE7AF1}" type="pres">
      <dgm:prSet presAssocID="{9E235117-6B41-4D47-BCD4-3C168D72C23A}" presName="dummy3a" presStyleCnt="0"/>
      <dgm:spPr/>
    </dgm:pt>
    <dgm:pt modelId="{4598A9B2-5AD7-4D2C-925A-183FE9C5AC6D}" type="pres">
      <dgm:prSet presAssocID="{9E235117-6B41-4D47-BCD4-3C168D72C23A}" presName="dummy3b" presStyleCnt="0"/>
      <dgm:spPr/>
    </dgm:pt>
    <dgm:pt modelId="{0B37C91B-5E19-4291-B4B6-7323C5B2E89E}" type="pres">
      <dgm:prSet presAssocID="{9E235117-6B41-4D47-BCD4-3C168D72C23A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CFFD374E-09D8-4FA4-8ED9-E9555F34D88A}" type="pres">
      <dgm:prSet presAssocID="{78708C42-57AB-46A7-A781-7609E9F3DACE}" presName="arrowWedge1" presStyleLbl="fgSibTrans2D1" presStyleIdx="0" presStyleCnt="3"/>
      <dgm:spPr/>
    </dgm:pt>
    <dgm:pt modelId="{B7AC0343-A5D8-40A2-9B53-254E3A56D048}" type="pres">
      <dgm:prSet presAssocID="{8B656079-79D9-4CD2-A3BA-68AC063F2D3F}" presName="arrowWedge2" presStyleLbl="fgSibTrans2D1" presStyleIdx="1" presStyleCnt="3"/>
      <dgm:spPr/>
    </dgm:pt>
    <dgm:pt modelId="{5DDF7786-2F0B-4F47-9E70-979AD7A18994}" type="pres">
      <dgm:prSet presAssocID="{204FAF35-0E43-486F-9D64-7CBBF0B5E406}" presName="arrowWedge3" presStyleLbl="fgSibTrans2D1" presStyleIdx="2" presStyleCnt="3"/>
      <dgm:spPr/>
    </dgm:pt>
  </dgm:ptLst>
  <dgm:cxnLst>
    <dgm:cxn modelId="{F21AFF10-A010-437C-8612-19A281644306}" type="presOf" srcId="{E859FAEA-7043-4A06-8E52-7B65D66A758B}" destId="{D24122BD-BEBC-42A9-A2A4-98042DD9C2F4}" srcOrd="0" destOrd="0" presId="urn:microsoft.com/office/officeart/2005/8/layout/cycle8"/>
    <dgm:cxn modelId="{EA1E8448-D4EC-4080-AB78-6E7B41E6C768}" srcId="{9E235117-6B41-4D47-BCD4-3C168D72C23A}" destId="{33A2CED8-9979-40AD-893D-305C6C758D1F}" srcOrd="1" destOrd="0" parTransId="{DB7E7D39-00FB-4DAD-A833-2ECF08285DAF}" sibTransId="{8B656079-79D9-4CD2-A3BA-68AC063F2D3F}"/>
    <dgm:cxn modelId="{34A0A350-CB75-44E0-A4F4-1D4A6FB67161}" type="presOf" srcId="{9E235117-6B41-4D47-BCD4-3C168D72C23A}" destId="{C3442FA1-5511-4AC4-A0A6-327258C38C0B}" srcOrd="0" destOrd="0" presId="urn:microsoft.com/office/officeart/2005/8/layout/cycle8"/>
    <dgm:cxn modelId="{3A5B4388-529E-4467-897B-D287A3342780}" srcId="{9E235117-6B41-4D47-BCD4-3C168D72C23A}" destId="{E859FAEA-7043-4A06-8E52-7B65D66A758B}" srcOrd="0" destOrd="0" parTransId="{F21A1CF1-34BA-4514-BFBC-BA9DCC41DCA4}" sibTransId="{78708C42-57AB-46A7-A781-7609E9F3DACE}"/>
    <dgm:cxn modelId="{1686B9C5-36CC-41B2-8387-0A0B23F19037}" srcId="{9E235117-6B41-4D47-BCD4-3C168D72C23A}" destId="{7D7E8ED2-68E3-4369-BEC3-5DF617ED6510}" srcOrd="2" destOrd="0" parTransId="{23069F76-CCE6-478F-B65A-D75C66DC59DC}" sibTransId="{204FAF35-0E43-486F-9D64-7CBBF0B5E406}"/>
    <dgm:cxn modelId="{99B189C6-19FD-4B02-8C06-13EA4649BE40}" type="presOf" srcId="{7D7E8ED2-68E3-4369-BEC3-5DF617ED6510}" destId="{2616E5BD-7A91-432A-9DFB-1051CD8FF312}" srcOrd="0" destOrd="0" presId="urn:microsoft.com/office/officeart/2005/8/layout/cycle8"/>
    <dgm:cxn modelId="{6A8123CF-AC5A-4DB5-BEBE-763D25C35920}" type="presOf" srcId="{33A2CED8-9979-40AD-893D-305C6C758D1F}" destId="{00F5CED8-B198-42B4-A61B-CB87645D6974}" srcOrd="1" destOrd="0" presId="urn:microsoft.com/office/officeart/2005/8/layout/cycle8"/>
    <dgm:cxn modelId="{63D011D9-273D-409A-900D-F93EA31C710B}" type="presOf" srcId="{7D7E8ED2-68E3-4369-BEC3-5DF617ED6510}" destId="{0B37C91B-5E19-4291-B4B6-7323C5B2E89E}" srcOrd="1" destOrd="0" presId="urn:microsoft.com/office/officeart/2005/8/layout/cycle8"/>
    <dgm:cxn modelId="{3AC23AE3-365B-43CC-8454-6F09238B74F8}" type="presOf" srcId="{33A2CED8-9979-40AD-893D-305C6C758D1F}" destId="{A1EF1277-E600-46B5-94A1-5B800E4928A6}" srcOrd="0" destOrd="0" presId="urn:microsoft.com/office/officeart/2005/8/layout/cycle8"/>
    <dgm:cxn modelId="{3AEB83FA-D811-4387-816E-64E213B95963}" type="presOf" srcId="{E859FAEA-7043-4A06-8E52-7B65D66A758B}" destId="{5D278802-D2AF-494C-B89D-5AA17A68EAF1}" srcOrd="1" destOrd="0" presId="urn:microsoft.com/office/officeart/2005/8/layout/cycle8"/>
    <dgm:cxn modelId="{9C1C246B-29E6-4B5C-95BD-706E8E2E53FD}" type="presParOf" srcId="{C3442FA1-5511-4AC4-A0A6-327258C38C0B}" destId="{D24122BD-BEBC-42A9-A2A4-98042DD9C2F4}" srcOrd="0" destOrd="0" presId="urn:microsoft.com/office/officeart/2005/8/layout/cycle8"/>
    <dgm:cxn modelId="{3893BE75-FB97-4569-A232-6EB70CBAE9D2}" type="presParOf" srcId="{C3442FA1-5511-4AC4-A0A6-327258C38C0B}" destId="{58E8BFFA-5C97-4DD2-AB70-5023366EC4E6}" srcOrd="1" destOrd="0" presId="urn:microsoft.com/office/officeart/2005/8/layout/cycle8"/>
    <dgm:cxn modelId="{9BEE67CF-1FA1-47AD-9FA4-5EB6145F4EF2}" type="presParOf" srcId="{C3442FA1-5511-4AC4-A0A6-327258C38C0B}" destId="{1A6B9608-8BA6-4EA1-9238-990608A55F81}" srcOrd="2" destOrd="0" presId="urn:microsoft.com/office/officeart/2005/8/layout/cycle8"/>
    <dgm:cxn modelId="{6F41BABA-4BA1-4D75-9F29-C3BAD14249FC}" type="presParOf" srcId="{C3442FA1-5511-4AC4-A0A6-327258C38C0B}" destId="{5D278802-D2AF-494C-B89D-5AA17A68EAF1}" srcOrd="3" destOrd="0" presId="urn:microsoft.com/office/officeart/2005/8/layout/cycle8"/>
    <dgm:cxn modelId="{0D54231A-8549-4748-8283-0AD11E12AED0}" type="presParOf" srcId="{C3442FA1-5511-4AC4-A0A6-327258C38C0B}" destId="{A1EF1277-E600-46B5-94A1-5B800E4928A6}" srcOrd="4" destOrd="0" presId="urn:microsoft.com/office/officeart/2005/8/layout/cycle8"/>
    <dgm:cxn modelId="{9B29E794-02E3-4761-9AFB-C47A10A7645C}" type="presParOf" srcId="{C3442FA1-5511-4AC4-A0A6-327258C38C0B}" destId="{9FF8C866-EA1A-4FB7-8E88-3D53EB1A48C6}" srcOrd="5" destOrd="0" presId="urn:microsoft.com/office/officeart/2005/8/layout/cycle8"/>
    <dgm:cxn modelId="{BD4DF701-50D9-44DD-BF4C-47696554CEB6}" type="presParOf" srcId="{C3442FA1-5511-4AC4-A0A6-327258C38C0B}" destId="{E510ACDC-934B-4643-92BA-7CFCAC0F7AB1}" srcOrd="6" destOrd="0" presId="urn:microsoft.com/office/officeart/2005/8/layout/cycle8"/>
    <dgm:cxn modelId="{63A28769-5287-4C34-96F1-B2315959A4A3}" type="presParOf" srcId="{C3442FA1-5511-4AC4-A0A6-327258C38C0B}" destId="{00F5CED8-B198-42B4-A61B-CB87645D6974}" srcOrd="7" destOrd="0" presId="urn:microsoft.com/office/officeart/2005/8/layout/cycle8"/>
    <dgm:cxn modelId="{D7585137-E4B7-459F-8D4F-3CC7A4688668}" type="presParOf" srcId="{C3442FA1-5511-4AC4-A0A6-327258C38C0B}" destId="{2616E5BD-7A91-432A-9DFB-1051CD8FF312}" srcOrd="8" destOrd="0" presId="urn:microsoft.com/office/officeart/2005/8/layout/cycle8"/>
    <dgm:cxn modelId="{E04E9117-CE8A-4DA5-B9FE-6BA59F3A9BA3}" type="presParOf" srcId="{C3442FA1-5511-4AC4-A0A6-327258C38C0B}" destId="{D1F91675-BD6F-4E52-A5CE-D66143EE7AF1}" srcOrd="9" destOrd="0" presId="urn:microsoft.com/office/officeart/2005/8/layout/cycle8"/>
    <dgm:cxn modelId="{C5CE9570-E492-48B5-BE53-3DE3A27B4452}" type="presParOf" srcId="{C3442FA1-5511-4AC4-A0A6-327258C38C0B}" destId="{4598A9B2-5AD7-4D2C-925A-183FE9C5AC6D}" srcOrd="10" destOrd="0" presId="urn:microsoft.com/office/officeart/2005/8/layout/cycle8"/>
    <dgm:cxn modelId="{63A8BCD6-D848-4936-AFD5-B9EBC4F7F90D}" type="presParOf" srcId="{C3442FA1-5511-4AC4-A0A6-327258C38C0B}" destId="{0B37C91B-5E19-4291-B4B6-7323C5B2E89E}" srcOrd="11" destOrd="0" presId="urn:microsoft.com/office/officeart/2005/8/layout/cycle8"/>
    <dgm:cxn modelId="{7AD73E63-BA33-4CB7-97EF-DA14C097E771}" type="presParOf" srcId="{C3442FA1-5511-4AC4-A0A6-327258C38C0B}" destId="{CFFD374E-09D8-4FA4-8ED9-E9555F34D88A}" srcOrd="12" destOrd="0" presId="urn:microsoft.com/office/officeart/2005/8/layout/cycle8"/>
    <dgm:cxn modelId="{730135F3-F916-4F12-B308-0CC9E41F6F6C}" type="presParOf" srcId="{C3442FA1-5511-4AC4-A0A6-327258C38C0B}" destId="{B7AC0343-A5D8-40A2-9B53-254E3A56D048}" srcOrd="13" destOrd="0" presId="urn:microsoft.com/office/officeart/2005/8/layout/cycle8"/>
    <dgm:cxn modelId="{D23BC25B-BB09-4970-8BD0-D5588539AE0C}" type="presParOf" srcId="{C3442FA1-5511-4AC4-A0A6-327258C38C0B}" destId="{5DDF7786-2F0B-4F47-9E70-979AD7A18994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BF8E695-FB31-47FC-A67B-82418D9D63AF}" type="doc">
      <dgm:prSet loTypeId="urn:microsoft.com/office/officeart/2005/8/layout/cycle8" loCatId="cycle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zh-CN" altLang="en-US"/>
        </a:p>
      </dgm:t>
    </dgm:pt>
    <dgm:pt modelId="{89C1CCA6-1084-4FB3-9F33-D20480C559BE}">
      <dgm:prSet custT="1"/>
      <dgm:spPr/>
      <dgm:t>
        <a:bodyPr/>
        <a:lstStyle/>
        <a:p>
          <a:pPr rtl="0"/>
          <a:r>
            <a:rPr lang="zh-CN" sz="2000" b="1" dirty="0"/>
            <a:t>当</a:t>
          </a:r>
          <a:r>
            <a:rPr lang="en-US" sz="2000" b="1" dirty="0"/>
            <a:t>I/O</a:t>
          </a:r>
          <a:r>
            <a:rPr lang="zh-CN" sz="2000" b="1" dirty="0"/>
            <a:t>引脚作为复用功能时，可选择复用推挽输出模式或复用开漏输出模式，在选择复用开漏输出模式时，需外接上拉电阻。</a:t>
          </a:r>
        </a:p>
      </dgm:t>
    </dgm:pt>
    <dgm:pt modelId="{DF804F2E-372D-469A-9427-3D208C1649B9}" type="parTrans" cxnId="{54B5B4FD-6283-4734-8399-E1E561E45315}">
      <dgm:prSet/>
      <dgm:spPr/>
      <dgm:t>
        <a:bodyPr/>
        <a:lstStyle/>
        <a:p>
          <a:endParaRPr lang="zh-CN" altLang="en-US" sz="2000" b="1"/>
        </a:p>
      </dgm:t>
    </dgm:pt>
    <dgm:pt modelId="{77E80AB6-8906-40D1-9EAD-B5746F7056A3}" type="sibTrans" cxnId="{54B5B4FD-6283-4734-8399-E1E561E45315}">
      <dgm:prSet/>
      <dgm:spPr/>
      <dgm:t>
        <a:bodyPr/>
        <a:lstStyle/>
        <a:p>
          <a:endParaRPr lang="zh-CN" altLang="en-US" sz="2000" b="1"/>
        </a:p>
      </dgm:t>
    </dgm:pt>
    <dgm:pt modelId="{3DB443E4-94E7-4D10-8A4E-0168DE9338AE}" type="pres">
      <dgm:prSet presAssocID="{BBF8E695-FB31-47FC-A67B-82418D9D63AF}" presName="compositeShape" presStyleCnt="0">
        <dgm:presLayoutVars>
          <dgm:chMax val="7"/>
          <dgm:dir/>
          <dgm:resizeHandles val="exact"/>
        </dgm:presLayoutVars>
      </dgm:prSet>
      <dgm:spPr/>
    </dgm:pt>
    <dgm:pt modelId="{1B8B3BAB-3584-4F11-B7A6-CD8C1B19CE99}" type="pres">
      <dgm:prSet presAssocID="{BBF8E695-FB31-47FC-A67B-82418D9D63AF}" presName="wedge1" presStyleLbl="node1" presStyleIdx="0" presStyleCnt="1"/>
      <dgm:spPr/>
    </dgm:pt>
    <dgm:pt modelId="{A0EAE872-D9B9-45E3-B399-76DD23C0C453}" type="pres">
      <dgm:prSet presAssocID="{BBF8E695-FB31-47FC-A67B-82418D9D63AF}" presName="dummy1a" presStyleCnt="0"/>
      <dgm:spPr/>
    </dgm:pt>
    <dgm:pt modelId="{65D7C47C-9F7F-4B51-9F54-6653BD37FD13}" type="pres">
      <dgm:prSet presAssocID="{BBF8E695-FB31-47FC-A67B-82418D9D63AF}" presName="dummy1b" presStyleCnt="0"/>
      <dgm:spPr/>
    </dgm:pt>
    <dgm:pt modelId="{AD6003A1-FF40-4D7D-8EAA-AB1808C7F104}" type="pres">
      <dgm:prSet presAssocID="{BBF8E695-FB31-47FC-A67B-82418D9D63AF}" presName="wedge1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57D4D449-2DC4-4A3F-99D4-C0DF3652022D}" type="pres">
      <dgm:prSet presAssocID="{77E80AB6-8906-40D1-9EAD-B5746F7056A3}" presName="arrowWedge1single" presStyleLbl="fgSibTrans2D1" presStyleIdx="0" presStyleCnt="1"/>
      <dgm:spPr/>
    </dgm:pt>
  </dgm:ptLst>
  <dgm:cxnLst>
    <dgm:cxn modelId="{C352DB79-1F70-4F30-83B0-70EFC679EC95}" type="presOf" srcId="{89C1CCA6-1084-4FB3-9F33-D20480C559BE}" destId="{1B8B3BAB-3584-4F11-B7A6-CD8C1B19CE99}" srcOrd="0" destOrd="0" presId="urn:microsoft.com/office/officeart/2005/8/layout/cycle8"/>
    <dgm:cxn modelId="{9B0FA6B1-90DA-491C-8B25-A9733EE4A4E4}" type="presOf" srcId="{89C1CCA6-1084-4FB3-9F33-D20480C559BE}" destId="{AD6003A1-FF40-4D7D-8EAA-AB1808C7F104}" srcOrd="1" destOrd="0" presId="urn:microsoft.com/office/officeart/2005/8/layout/cycle8"/>
    <dgm:cxn modelId="{3BF548E9-41C7-42D2-8703-B41C016F56B5}" type="presOf" srcId="{BBF8E695-FB31-47FC-A67B-82418D9D63AF}" destId="{3DB443E4-94E7-4D10-8A4E-0168DE9338AE}" srcOrd="0" destOrd="0" presId="urn:microsoft.com/office/officeart/2005/8/layout/cycle8"/>
    <dgm:cxn modelId="{54B5B4FD-6283-4734-8399-E1E561E45315}" srcId="{BBF8E695-FB31-47FC-A67B-82418D9D63AF}" destId="{89C1CCA6-1084-4FB3-9F33-D20480C559BE}" srcOrd="0" destOrd="0" parTransId="{DF804F2E-372D-469A-9427-3D208C1649B9}" sibTransId="{77E80AB6-8906-40D1-9EAD-B5746F7056A3}"/>
    <dgm:cxn modelId="{605A8B60-DE5A-4F09-B66D-AC6092187BB8}" type="presParOf" srcId="{3DB443E4-94E7-4D10-8A4E-0168DE9338AE}" destId="{1B8B3BAB-3584-4F11-B7A6-CD8C1B19CE99}" srcOrd="0" destOrd="0" presId="urn:microsoft.com/office/officeart/2005/8/layout/cycle8"/>
    <dgm:cxn modelId="{630068B3-1461-4EE8-B427-DF648ABA3E7C}" type="presParOf" srcId="{3DB443E4-94E7-4D10-8A4E-0168DE9338AE}" destId="{A0EAE872-D9B9-45E3-B399-76DD23C0C453}" srcOrd="1" destOrd="0" presId="urn:microsoft.com/office/officeart/2005/8/layout/cycle8"/>
    <dgm:cxn modelId="{24269564-25F1-4D7F-8610-403B18C0BE79}" type="presParOf" srcId="{3DB443E4-94E7-4D10-8A4E-0168DE9338AE}" destId="{65D7C47C-9F7F-4B51-9F54-6653BD37FD13}" srcOrd="2" destOrd="0" presId="urn:microsoft.com/office/officeart/2005/8/layout/cycle8"/>
    <dgm:cxn modelId="{2D5EABF0-EABB-434E-9633-35F16D9F9E4F}" type="presParOf" srcId="{3DB443E4-94E7-4D10-8A4E-0168DE9338AE}" destId="{AD6003A1-FF40-4D7D-8EAA-AB1808C7F104}" srcOrd="3" destOrd="0" presId="urn:microsoft.com/office/officeart/2005/8/layout/cycle8"/>
    <dgm:cxn modelId="{D1454D78-7D72-4349-8E0D-EB964264C5F8}" type="presParOf" srcId="{3DB443E4-94E7-4D10-8A4E-0168DE9338AE}" destId="{57D4D449-2DC4-4A3F-99D4-C0DF3652022D}" srcOrd="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28B11D6-DBD7-40CB-842A-97E759277E47}" type="doc">
      <dgm:prSet loTypeId="urn:microsoft.com/office/officeart/2008/layout/LinedList" loCatId="hierarchy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zh-CN" altLang="en-US"/>
        </a:p>
      </dgm:t>
    </dgm:pt>
    <dgm:pt modelId="{4D5B6498-D33A-4AB4-A68D-E2B44512CFAF}">
      <dgm:prSet custT="1"/>
      <dgm:spPr/>
      <dgm:t>
        <a:bodyPr anchor="ctr"/>
        <a:lstStyle/>
        <a:p>
          <a:pPr rtl="0"/>
          <a:r>
            <a:rPr lang="zh-CN" sz="1800" b="1" dirty="0"/>
            <a:t>上拉输入模式（</a:t>
          </a:r>
          <a:r>
            <a:rPr lang="en-US" sz="1800" b="1" dirty="0"/>
            <a:t>Input Pull-up</a:t>
          </a:r>
          <a:r>
            <a:rPr lang="zh-CN" sz="1800" b="1" dirty="0"/>
            <a:t>）</a:t>
          </a:r>
          <a:endParaRPr lang="zh-CN" sz="1800" dirty="0"/>
        </a:p>
      </dgm:t>
    </dgm:pt>
    <dgm:pt modelId="{31040CB1-B0EB-4EA8-8FD3-D804609C71D7}" type="parTrans" cxnId="{012519B2-F4E5-46C0-BB00-84F7D1A67EF4}">
      <dgm:prSet/>
      <dgm:spPr/>
      <dgm:t>
        <a:bodyPr/>
        <a:lstStyle/>
        <a:p>
          <a:endParaRPr lang="zh-CN" altLang="en-US" sz="2000"/>
        </a:p>
      </dgm:t>
    </dgm:pt>
    <dgm:pt modelId="{04AB1971-A064-4254-AC51-5B2A21654507}" type="sibTrans" cxnId="{012519B2-F4E5-46C0-BB00-84F7D1A67EF4}">
      <dgm:prSet/>
      <dgm:spPr/>
      <dgm:t>
        <a:bodyPr/>
        <a:lstStyle/>
        <a:p>
          <a:endParaRPr lang="zh-CN" altLang="en-US" sz="2000"/>
        </a:p>
      </dgm:t>
    </dgm:pt>
    <dgm:pt modelId="{84DB0D5F-BAE8-4630-9C0C-7333B0B9CACD}">
      <dgm:prSet custT="1"/>
      <dgm:spPr/>
      <dgm:t>
        <a:bodyPr/>
        <a:lstStyle/>
        <a:p>
          <a:pPr rtl="0"/>
          <a:r>
            <a:rPr lang="zh-CN" sz="1600" dirty="0"/>
            <a:t>上拉输入模式，引脚内部有个上拉电阻，通过开关连接到电源</a:t>
          </a:r>
          <a:r>
            <a:rPr lang="en-US" sz="1600" dirty="0"/>
            <a:t>VDD</a:t>
          </a:r>
          <a:r>
            <a:rPr lang="zh-CN" sz="1600" dirty="0"/>
            <a:t>，当</a:t>
          </a:r>
          <a:r>
            <a:rPr lang="en-US" sz="1600" dirty="0"/>
            <a:t>I/O</a:t>
          </a:r>
          <a:r>
            <a:rPr lang="zh-CN" sz="1600" dirty="0"/>
            <a:t>引脚无输入信号时，默认输入高电平。</a:t>
          </a:r>
        </a:p>
      </dgm:t>
    </dgm:pt>
    <dgm:pt modelId="{6F9FFCB3-933A-44A6-8774-04C811FBD095}" type="parTrans" cxnId="{8609984A-F396-4A59-A836-6B9AFDADDA2D}">
      <dgm:prSet/>
      <dgm:spPr/>
      <dgm:t>
        <a:bodyPr/>
        <a:lstStyle/>
        <a:p>
          <a:endParaRPr lang="zh-CN" altLang="en-US" sz="2000"/>
        </a:p>
      </dgm:t>
    </dgm:pt>
    <dgm:pt modelId="{7385B14B-D32F-41F6-8E3D-2AE947BB5073}" type="sibTrans" cxnId="{8609984A-F396-4A59-A836-6B9AFDADDA2D}">
      <dgm:prSet/>
      <dgm:spPr/>
      <dgm:t>
        <a:bodyPr/>
        <a:lstStyle/>
        <a:p>
          <a:endParaRPr lang="zh-CN" altLang="en-US" sz="2000"/>
        </a:p>
      </dgm:t>
    </dgm:pt>
    <dgm:pt modelId="{D94B728A-53FA-406A-8234-5DC9AEEE8887}">
      <dgm:prSet custT="1"/>
      <dgm:spPr/>
      <dgm:t>
        <a:bodyPr anchor="ctr"/>
        <a:lstStyle/>
        <a:p>
          <a:pPr rtl="0"/>
          <a:r>
            <a:rPr lang="zh-CN" sz="1800" b="1" dirty="0">
              <a:solidFill>
                <a:schemeClr val="accent5">
                  <a:lumMod val="75000"/>
                </a:schemeClr>
              </a:solidFill>
            </a:rPr>
            <a:t>下拉输入模式（</a:t>
          </a:r>
          <a:r>
            <a:rPr lang="en-US" sz="1800" b="1" dirty="0">
              <a:solidFill>
                <a:schemeClr val="accent5">
                  <a:lumMod val="75000"/>
                </a:schemeClr>
              </a:solidFill>
            </a:rPr>
            <a:t>Input Pull-down</a:t>
          </a:r>
          <a:r>
            <a:rPr lang="zh-CN" sz="1800" b="1" dirty="0">
              <a:solidFill>
                <a:schemeClr val="accent5">
                  <a:lumMod val="75000"/>
                </a:schemeClr>
              </a:solidFill>
            </a:rPr>
            <a:t>）</a:t>
          </a:r>
        </a:p>
      </dgm:t>
    </dgm:pt>
    <dgm:pt modelId="{B932D44D-2538-4D40-9DE9-DBD24977EE6B}" type="parTrans" cxnId="{9B77DCB5-0935-4E93-9BC3-BE507C5A05AE}">
      <dgm:prSet/>
      <dgm:spPr/>
      <dgm:t>
        <a:bodyPr/>
        <a:lstStyle/>
        <a:p>
          <a:endParaRPr lang="zh-CN" altLang="en-US" sz="2000"/>
        </a:p>
      </dgm:t>
    </dgm:pt>
    <dgm:pt modelId="{1DCB6F2B-BF07-438C-8C5D-2C7DB2D33350}" type="sibTrans" cxnId="{9B77DCB5-0935-4E93-9BC3-BE507C5A05AE}">
      <dgm:prSet/>
      <dgm:spPr/>
      <dgm:t>
        <a:bodyPr/>
        <a:lstStyle/>
        <a:p>
          <a:endParaRPr lang="zh-CN" altLang="en-US" sz="2000"/>
        </a:p>
      </dgm:t>
    </dgm:pt>
    <dgm:pt modelId="{2CDF1FBE-108A-41CA-BA58-30199C26894B}">
      <dgm:prSet custT="1"/>
      <dgm:spPr/>
      <dgm:t>
        <a:bodyPr/>
        <a:lstStyle/>
        <a:p>
          <a:pPr rtl="0"/>
          <a:r>
            <a:rPr lang="zh-CN" sz="1600" dirty="0"/>
            <a:t>下拉输入模式和上拉输入模式正好相反，当</a:t>
          </a:r>
          <a:r>
            <a:rPr lang="en-US" sz="1600" dirty="0"/>
            <a:t>I/O</a:t>
          </a:r>
          <a:r>
            <a:rPr lang="zh-CN" sz="1600" dirty="0"/>
            <a:t>引脚无输入信号时，默认输入低电平。</a:t>
          </a:r>
        </a:p>
      </dgm:t>
    </dgm:pt>
    <dgm:pt modelId="{AA29BBBF-CD92-45A7-B78D-94D63AA32466}" type="parTrans" cxnId="{515F8958-0EA9-4B98-AABA-B71895FDEA6E}">
      <dgm:prSet/>
      <dgm:spPr/>
      <dgm:t>
        <a:bodyPr/>
        <a:lstStyle/>
        <a:p>
          <a:endParaRPr lang="zh-CN" altLang="en-US" sz="2000"/>
        </a:p>
      </dgm:t>
    </dgm:pt>
    <dgm:pt modelId="{E20F9BA8-CBF6-4C0C-9E35-B2D769E074DC}" type="sibTrans" cxnId="{515F8958-0EA9-4B98-AABA-B71895FDEA6E}">
      <dgm:prSet/>
      <dgm:spPr/>
      <dgm:t>
        <a:bodyPr/>
        <a:lstStyle/>
        <a:p>
          <a:endParaRPr lang="zh-CN" altLang="en-US" sz="2000"/>
        </a:p>
      </dgm:t>
    </dgm:pt>
    <dgm:pt modelId="{25AEBFB7-EF2C-477C-80D4-C99F3A417397}">
      <dgm:prSet custT="1"/>
      <dgm:spPr/>
      <dgm:t>
        <a:bodyPr anchor="ctr"/>
        <a:lstStyle/>
        <a:p>
          <a:pPr rtl="0"/>
          <a:r>
            <a:rPr lang="zh-CN" altLang="en-US" sz="1800" b="1" dirty="0">
              <a:solidFill>
                <a:srgbClr val="00B050"/>
              </a:solidFill>
            </a:rPr>
            <a:t>浮空输入模式</a:t>
          </a:r>
        </a:p>
      </dgm:t>
    </dgm:pt>
    <dgm:pt modelId="{72D07620-6146-4DD9-8D41-A59CB28BBC90}" type="parTrans" cxnId="{28C1B127-ED0E-4230-A65F-91E17F69FE85}">
      <dgm:prSet/>
      <dgm:spPr/>
      <dgm:t>
        <a:bodyPr/>
        <a:lstStyle/>
        <a:p>
          <a:endParaRPr lang="zh-CN" altLang="en-US" sz="2000"/>
        </a:p>
      </dgm:t>
    </dgm:pt>
    <dgm:pt modelId="{16F19A88-A18B-40B7-9377-802630DC27E6}" type="sibTrans" cxnId="{28C1B127-ED0E-4230-A65F-91E17F69FE85}">
      <dgm:prSet/>
      <dgm:spPr/>
      <dgm:t>
        <a:bodyPr/>
        <a:lstStyle/>
        <a:p>
          <a:endParaRPr lang="zh-CN" altLang="en-US" sz="2000"/>
        </a:p>
      </dgm:t>
    </dgm:pt>
    <dgm:pt modelId="{455C546A-80FF-44C6-898E-79FDDFBD024D}">
      <dgm:prSet custT="1"/>
      <dgm:spPr/>
      <dgm:t>
        <a:bodyPr/>
        <a:lstStyle/>
        <a:p>
          <a:pPr rtl="0"/>
          <a:r>
            <a:rPr lang="zh-CN" sz="1600" dirty="0"/>
            <a:t>浮空输入模式下引脚内部既不接上拉电阻也不连接下拉电阻，直接经施密特触发器输入</a:t>
          </a:r>
          <a:r>
            <a:rPr lang="en-US" sz="1600" dirty="0"/>
            <a:t>I/O</a:t>
          </a:r>
          <a:r>
            <a:rPr lang="zh-CN" sz="1600" dirty="0"/>
            <a:t>引脚的信号。</a:t>
          </a:r>
        </a:p>
      </dgm:t>
    </dgm:pt>
    <dgm:pt modelId="{8217B62B-6AFC-4921-9963-C14A0D33BC99}" type="parTrans" cxnId="{DB800F92-69E7-4778-A42A-EA28CA85B429}">
      <dgm:prSet/>
      <dgm:spPr/>
      <dgm:t>
        <a:bodyPr/>
        <a:lstStyle/>
        <a:p>
          <a:endParaRPr lang="zh-CN" altLang="en-US" sz="2000"/>
        </a:p>
      </dgm:t>
    </dgm:pt>
    <dgm:pt modelId="{27098F0C-E437-4A04-B6AD-F0D228271E95}" type="sibTrans" cxnId="{DB800F92-69E7-4778-A42A-EA28CA85B429}">
      <dgm:prSet/>
      <dgm:spPr/>
      <dgm:t>
        <a:bodyPr/>
        <a:lstStyle/>
        <a:p>
          <a:endParaRPr lang="zh-CN" altLang="en-US" sz="2000"/>
        </a:p>
      </dgm:t>
    </dgm:pt>
    <dgm:pt modelId="{9A77BCD0-2754-4269-A3A7-8AA109DB10F2}" type="pres">
      <dgm:prSet presAssocID="{128B11D6-DBD7-40CB-842A-97E759277E47}" presName="vert0" presStyleCnt="0">
        <dgm:presLayoutVars>
          <dgm:dir/>
          <dgm:animOne val="branch"/>
          <dgm:animLvl val="lvl"/>
        </dgm:presLayoutVars>
      </dgm:prSet>
      <dgm:spPr/>
    </dgm:pt>
    <dgm:pt modelId="{F9193ACF-CDF9-4570-8B78-D9979F55B8A4}" type="pres">
      <dgm:prSet presAssocID="{4D5B6498-D33A-4AB4-A68D-E2B44512CFAF}" presName="thickLine" presStyleLbl="alignNode1" presStyleIdx="0" presStyleCnt="3"/>
      <dgm:spPr/>
    </dgm:pt>
    <dgm:pt modelId="{7A2C5B19-0D68-4D1F-BED7-AE0A80FBE1A9}" type="pres">
      <dgm:prSet presAssocID="{4D5B6498-D33A-4AB4-A68D-E2B44512CFAF}" presName="horz1" presStyleCnt="0"/>
      <dgm:spPr/>
    </dgm:pt>
    <dgm:pt modelId="{3B2AA267-9B2C-43A5-984F-53975C68A69E}" type="pres">
      <dgm:prSet presAssocID="{4D5B6498-D33A-4AB4-A68D-E2B44512CFAF}" presName="tx1" presStyleLbl="revTx" presStyleIdx="0" presStyleCnt="6" custScaleX="127450"/>
      <dgm:spPr/>
    </dgm:pt>
    <dgm:pt modelId="{32600D5A-B515-47EB-AEB8-429BFDD30D4F}" type="pres">
      <dgm:prSet presAssocID="{4D5B6498-D33A-4AB4-A68D-E2B44512CFAF}" presName="vert1" presStyleCnt="0"/>
      <dgm:spPr/>
    </dgm:pt>
    <dgm:pt modelId="{B8023A03-33E8-4A80-952C-E17F2A6D90CE}" type="pres">
      <dgm:prSet presAssocID="{84DB0D5F-BAE8-4630-9C0C-7333B0B9CACD}" presName="vertSpace2a" presStyleCnt="0"/>
      <dgm:spPr/>
    </dgm:pt>
    <dgm:pt modelId="{9048C6E9-5EB4-47DF-8541-638EE7D7FD06}" type="pres">
      <dgm:prSet presAssocID="{84DB0D5F-BAE8-4630-9C0C-7333B0B9CACD}" presName="horz2" presStyleCnt="0"/>
      <dgm:spPr/>
    </dgm:pt>
    <dgm:pt modelId="{3473C7D7-2CB5-42A5-8375-33EAECAB746A}" type="pres">
      <dgm:prSet presAssocID="{84DB0D5F-BAE8-4630-9C0C-7333B0B9CACD}" presName="horzSpace2" presStyleCnt="0"/>
      <dgm:spPr/>
    </dgm:pt>
    <dgm:pt modelId="{86274A93-5903-4702-9552-772EAF425DFF}" type="pres">
      <dgm:prSet presAssocID="{84DB0D5F-BAE8-4630-9C0C-7333B0B9CACD}" presName="tx2" presStyleLbl="revTx" presStyleIdx="1" presStyleCnt="6"/>
      <dgm:spPr/>
    </dgm:pt>
    <dgm:pt modelId="{88851943-0A82-4B4F-AD7E-AED2B6ABDCC0}" type="pres">
      <dgm:prSet presAssocID="{84DB0D5F-BAE8-4630-9C0C-7333B0B9CACD}" presName="vert2" presStyleCnt="0"/>
      <dgm:spPr/>
    </dgm:pt>
    <dgm:pt modelId="{D13ADACA-4562-485B-BD90-DDC501ED7CF0}" type="pres">
      <dgm:prSet presAssocID="{84DB0D5F-BAE8-4630-9C0C-7333B0B9CACD}" presName="thinLine2b" presStyleLbl="callout" presStyleIdx="0" presStyleCnt="3"/>
      <dgm:spPr/>
    </dgm:pt>
    <dgm:pt modelId="{F8154BAD-3B10-490C-A0A3-D6446E428166}" type="pres">
      <dgm:prSet presAssocID="{84DB0D5F-BAE8-4630-9C0C-7333B0B9CACD}" presName="vertSpace2b" presStyleCnt="0"/>
      <dgm:spPr/>
    </dgm:pt>
    <dgm:pt modelId="{4FF37045-EC9F-4592-B5E6-F659B4970D37}" type="pres">
      <dgm:prSet presAssocID="{D94B728A-53FA-406A-8234-5DC9AEEE8887}" presName="thickLine" presStyleLbl="alignNode1" presStyleIdx="1" presStyleCnt="3"/>
      <dgm:spPr/>
    </dgm:pt>
    <dgm:pt modelId="{38C80834-C2DE-44F2-892B-54B5ED809CF9}" type="pres">
      <dgm:prSet presAssocID="{D94B728A-53FA-406A-8234-5DC9AEEE8887}" presName="horz1" presStyleCnt="0"/>
      <dgm:spPr/>
    </dgm:pt>
    <dgm:pt modelId="{A708CDF9-D0A2-4A11-99BF-C1065EF811E1}" type="pres">
      <dgm:prSet presAssocID="{D94B728A-53FA-406A-8234-5DC9AEEE8887}" presName="tx1" presStyleLbl="revTx" presStyleIdx="2" presStyleCnt="6" custScaleX="136974"/>
      <dgm:spPr/>
    </dgm:pt>
    <dgm:pt modelId="{86E03D87-D4C8-40F5-92D7-5A5701C77D4C}" type="pres">
      <dgm:prSet presAssocID="{D94B728A-53FA-406A-8234-5DC9AEEE8887}" presName="vert1" presStyleCnt="0"/>
      <dgm:spPr/>
    </dgm:pt>
    <dgm:pt modelId="{A1476BC9-4D0F-4143-B405-152D5B07BBF9}" type="pres">
      <dgm:prSet presAssocID="{2CDF1FBE-108A-41CA-BA58-30199C26894B}" presName="vertSpace2a" presStyleCnt="0"/>
      <dgm:spPr/>
    </dgm:pt>
    <dgm:pt modelId="{785BE037-C4DF-4C70-BFB4-883E0F553764}" type="pres">
      <dgm:prSet presAssocID="{2CDF1FBE-108A-41CA-BA58-30199C26894B}" presName="horz2" presStyleCnt="0"/>
      <dgm:spPr/>
    </dgm:pt>
    <dgm:pt modelId="{D3221B67-8A6A-4470-82FB-C98B7FC60B2B}" type="pres">
      <dgm:prSet presAssocID="{2CDF1FBE-108A-41CA-BA58-30199C26894B}" presName="horzSpace2" presStyleCnt="0"/>
      <dgm:spPr/>
    </dgm:pt>
    <dgm:pt modelId="{0D89C4F6-B9DD-4D5D-B624-544F3F90A348}" type="pres">
      <dgm:prSet presAssocID="{2CDF1FBE-108A-41CA-BA58-30199C26894B}" presName="tx2" presStyleLbl="revTx" presStyleIdx="3" presStyleCnt="6"/>
      <dgm:spPr/>
    </dgm:pt>
    <dgm:pt modelId="{CEAE115D-AE64-4268-904F-73A96DBFE24C}" type="pres">
      <dgm:prSet presAssocID="{2CDF1FBE-108A-41CA-BA58-30199C26894B}" presName="vert2" presStyleCnt="0"/>
      <dgm:spPr/>
    </dgm:pt>
    <dgm:pt modelId="{4343A4F5-438E-458D-B77F-56057ED78A4D}" type="pres">
      <dgm:prSet presAssocID="{2CDF1FBE-108A-41CA-BA58-30199C26894B}" presName="thinLine2b" presStyleLbl="callout" presStyleIdx="1" presStyleCnt="3"/>
      <dgm:spPr/>
    </dgm:pt>
    <dgm:pt modelId="{4F699137-80FF-4023-8559-A6B3AF815E69}" type="pres">
      <dgm:prSet presAssocID="{2CDF1FBE-108A-41CA-BA58-30199C26894B}" presName="vertSpace2b" presStyleCnt="0"/>
      <dgm:spPr/>
    </dgm:pt>
    <dgm:pt modelId="{312E7B9D-08F1-4BB2-8B8D-DFAFC8DBAC4E}" type="pres">
      <dgm:prSet presAssocID="{25AEBFB7-EF2C-477C-80D4-C99F3A417397}" presName="thickLine" presStyleLbl="alignNode1" presStyleIdx="2" presStyleCnt="3"/>
      <dgm:spPr/>
    </dgm:pt>
    <dgm:pt modelId="{68569DC9-3B42-4FAB-87E1-97786C143EBB}" type="pres">
      <dgm:prSet presAssocID="{25AEBFB7-EF2C-477C-80D4-C99F3A417397}" presName="horz1" presStyleCnt="0"/>
      <dgm:spPr/>
    </dgm:pt>
    <dgm:pt modelId="{2C085B24-F995-4734-88DA-24E9A08B77B3}" type="pres">
      <dgm:prSet presAssocID="{25AEBFB7-EF2C-477C-80D4-C99F3A417397}" presName="tx1" presStyleLbl="revTx" presStyleIdx="4" presStyleCnt="6" custScaleX="142824"/>
      <dgm:spPr/>
    </dgm:pt>
    <dgm:pt modelId="{5A7ED1F7-7336-4164-94BD-E9CC2FC46FDB}" type="pres">
      <dgm:prSet presAssocID="{25AEBFB7-EF2C-477C-80D4-C99F3A417397}" presName="vert1" presStyleCnt="0"/>
      <dgm:spPr/>
    </dgm:pt>
    <dgm:pt modelId="{F348308C-20C8-4C26-BF6E-BC5FFEF16594}" type="pres">
      <dgm:prSet presAssocID="{455C546A-80FF-44C6-898E-79FDDFBD024D}" presName="vertSpace2a" presStyleCnt="0"/>
      <dgm:spPr/>
    </dgm:pt>
    <dgm:pt modelId="{900313AB-F3BA-48DE-8D49-9B752E87A27B}" type="pres">
      <dgm:prSet presAssocID="{455C546A-80FF-44C6-898E-79FDDFBD024D}" presName="horz2" presStyleCnt="0"/>
      <dgm:spPr/>
    </dgm:pt>
    <dgm:pt modelId="{145DF056-D903-42A6-B89C-BBE728B37ACF}" type="pres">
      <dgm:prSet presAssocID="{455C546A-80FF-44C6-898E-79FDDFBD024D}" presName="horzSpace2" presStyleCnt="0"/>
      <dgm:spPr/>
    </dgm:pt>
    <dgm:pt modelId="{AC93868A-FD0A-48A9-88C7-DD9EE2F647CF}" type="pres">
      <dgm:prSet presAssocID="{455C546A-80FF-44C6-898E-79FDDFBD024D}" presName="tx2" presStyleLbl="revTx" presStyleIdx="5" presStyleCnt="6"/>
      <dgm:spPr/>
    </dgm:pt>
    <dgm:pt modelId="{60D84CC9-545A-446F-88D4-15F4CC28AA44}" type="pres">
      <dgm:prSet presAssocID="{455C546A-80FF-44C6-898E-79FDDFBD024D}" presName="vert2" presStyleCnt="0"/>
      <dgm:spPr/>
    </dgm:pt>
    <dgm:pt modelId="{48D1ADBE-22A8-416C-A6E9-4A0DB820BB90}" type="pres">
      <dgm:prSet presAssocID="{455C546A-80FF-44C6-898E-79FDDFBD024D}" presName="thinLine2b" presStyleLbl="callout" presStyleIdx="2" presStyleCnt="3"/>
      <dgm:spPr/>
    </dgm:pt>
    <dgm:pt modelId="{2895F30F-38CD-4B40-875B-6969FF8EE836}" type="pres">
      <dgm:prSet presAssocID="{455C546A-80FF-44C6-898E-79FDDFBD024D}" presName="vertSpace2b" presStyleCnt="0"/>
      <dgm:spPr/>
    </dgm:pt>
  </dgm:ptLst>
  <dgm:cxnLst>
    <dgm:cxn modelId="{F4DCD200-5C5B-43D9-ADD3-21CC95024643}" type="presOf" srcId="{4D5B6498-D33A-4AB4-A68D-E2B44512CFAF}" destId="{3B2AA267-9B2C-43A5-984F-53975C68A69E}" srcOrd="0" destOrd="0" presId="urn:microsoft.com/office/officeart/2008/layout/LinedList"/>
    <dgm:cxn modelId="{28C1B127-ED0E-4230-A65F-91E17F69FE85}" srcId="{128B11D6-DBD7-40CB-842A-97E759277E47}" destId="{25AEBFB7-EF2C-477C-80D4-C99F3A417397}" srcOrd="2" destOrd="0" parTransId="{72D07620-6146-4DD9-8D41-A59CB28BBC90}" sibTransId="{16F19A88-A18B-40B7-9377-802630DC27E6}"/>
    <dgm:cxn modelId="{C36A6C44-3D26-48E5-B476-6530DAF416EF}" type="presOf" srcId="{D94B728A-53FA-406A-8234-5DC9AEEE8887}" destId="{A708CDF9-D0A2-4A11-99BF-C1065EF811E1}" srcOrd="0" destOrd="0" presId="urn:microsoft.com/office/officeart/2008/layout/LinedList"/>
    <dgm:cxn modelId="{15C64D4A-52A9-4D8D-A0DA-0EF6F85198BD}" type="presOf" srcId="{2CDF1FBE-108A-41CA-BA58-30199C26894B}" destId="{0D89C4F6-B9DD-4D5D-B624-544F3F90A348}" srcOrd="0" destOrd="0" presId="urn:microsoft.com/office/officeart/2008/layout/LinedList"/>
    <dgm:cxn modelId="{8609984A-F396-4A59-A836-6B9AFDADDA2D}" srcId="{4D5B6498-D33A-4AB4-A68D-E2B44512CFAF}" destId="{84DB0D5F-BAE8-4630-9C0C-7333B0B9CACD}" srcOrd="0" destOrd="0" parTransId="{6F9FFCB3-933A-44A6-8774-04C811FBD095}" sibTransId="{7385B14B-D32F-41F6-8E3D-2AE947BB5073}"/>
    <dgm:cxn modelId="{E53DE456-DEBF-4E7D-9195-AC4454985471}" type="presOf" srcId="{25AEBFB7-EF2C-477C-80D4-C99F3A417397}" destId="{2C085B24-F995-4734-88DA-24E9A08B77B3}" srcOrd="0" destOrd="0" presId="urn:microsoft.com/office/officeart/2008/layout/LinedList"/>
    <dgm:cxn modelId="{232A2658-893E-477E-AB7A-8FF225E3C4CA}" type="presOf" srcId="{128B11D6-DBD7-40CB-842A-97E759277E47}" destId="{9A77BCD0-2754-4269-A3A7-8AA109DB10F2}" srcOrd="0" destOrd="0" presId="urn:microsoft.com/office/officeart/2008/layout/LinedList"/>
    <dgm:cxn modelId="{515F8958-0EA9-4B98-AABA-B71895FDEA6E}" srcId="{D94B728A-53FA-406A-8234-5DC9AEEE8887}" destId="{2CDF1FBE-108A-41CA-BA58-30199C26894B}" srcOrd="0" destOrd="0" parTransId="{AA29BBBF-CD92-45A7-B78D-94D63AA32466}" sibTransId="{E20F9BA8-CBF6-4C0C-9E35-B2D769E074DC}"/>
    <dgm:cxn modelId="{DB800F92-69E7-4778-A42A-EA28CA85B429}" srcId="{25AEBFB7-EF2C-477C-80D4-C99F3A417397}" destId="{455C546A-80FF-44C6-898E-79FDDFBD024D}" srcOrd="0" destOrd="0" parTransId="{8217B62B-6AFC-4921-9963-C14A0D33BC99}" sibTransId="{27098F0C-E437-4A04-B6AD-F0D228271E95}"/>
    <dgm:cxn modelId="{46A864A6-794D-4B88-8EA2-3648D19317B6}" type="presOf" srcId="{455C546A-80FF-44C6-898E-79FDDFBD024D}" destId="{AC93868A-FD0A-48A9-88C7-DD9EE2F647CF}" srcOrd="0" destOrd="0" presId="urn:microsoft.com/office/officeart/2008/layout/LinedList"/>
    <dgm:cxn modelId="{7F9E16B2-4862-40D0-8AB2-5AE22B3E5DF8}" type="presOf" srcId="{84DB0D5F-BAE8-4630-9C0C-7333B0B9CACD}" destId="{86274A93-5903-4702-9552-772EAF425DFF}" srcOrd="0" destOrd="0" presId="urn:microsoft.com/office/officeart/2008/layout/LinedList"/>
    <dgm:cxn modelId="{012519B2-F4E5-46C0-BB00-84F7D1A67EF4}" srcId="{128B11D6-DBD7-40CB-842A-97E759277E47}" destId="{4D5B6498-D33A-4AB4-A68D-E2B44512CFAF}" srcOrd="0" destOrd="0" parTransId="{31040CB1-B0EB-4EA8-8FD3-D804609C71D7}" sibTransId="{04AB1971-A064-4254-AC51-5B2A21654507}"/>
    <dgm:cxn modelId="{9B77DCB5-0935-4E93-9BC3-BE507C5A05AE}" srcId="{128B11D6-DBD7-40CB-842A-97E759277E47}" destId="{D94B728A-53FA-406A-8234-5DC9AEEE8887}" srcOrd="1" destOrd="0" parTransId="{B932D44D-2538-4D40-9DE9-DBD24977EE6B}" sibTransId="{1DCB6F2B-BF07-438C-8C5D-2C7DB2D33350}"/>
    <dgm:cxn modelId="{ED1F07CD-02C8-40C5-B459-CA7D5D74F359}" type="presParOf" srcId="{9A77BCD0-2754-4269-A3A7-8AA109DB10F2}" destId="{F9193ACF-CDF9-4570-8B78-D9979F55B8A4}" srcOrd="0" destOrd="0" presId="urn:microsoft.com/office/officeart/2008/layout/LinedList"/>
    <dgm:cxn modelId="{0333CBB5-484C-454F-A27A-78C18AA41345}" type="presParOf" srcId="{9A77BCD0-2754-4269-A3A7-8AA109DB10F2}" destId="{7A2C5B19-0D68-4D1F-BED7-AE0A80FBE1A9}" srcOrd="1" destOrd="0" presId="urn:microsoft.com/office/officeart/2008/layout/LinedList"/>
    <dgm:cxn modelId="{25FE1829-2038-4746-B796-6869E319EEFF}" type="presParOf" srcId="{7A2C5B19-0D68-4D1F-BED7-AE0A80FBE1A9}" destId="{3B2AA267-9B2C-43A5-984F-53975C68A69E}" srcOrd="0" destOrd="0" presId="urn:microsoft.com/office/officeart/2008/layout/LinedList"/>
    <dgm:cxn modelId="{999C84C3-C294-460C-866C-E5F43050B9D6}" type="presParOf" srcId="{7A2C5B19-0D68-4D1F-BED7-AE0A80FBE1A9}" destId="{32600D5A-B515-47EB-AEB8-429BFDD30D4F}" srcOrd="1" destOrd="0" presId="urn:microsoft.com/office/officeart/2008/layout/LinedList"/>
    <dgm:cxn modelId="{8F3F1D56-8CB9-4B38-AF86-C80E2B8C164A}" type="presParOf" srcId="{32600D5A-B515-47EB-AEB8-429BFDD30D4F}" destId="{B8023A03-33E8-4A80-952C-E17F2A6D90CE}" srcOrd="0" destOrd="0" presId="urn:microsoft.com/office/officeart/2008/layout/LinedList"/>
    <dgm:cxn modelId="{574FA9C7-0D85-4A35-96B5-43FAAE4A96F1}" type="presParOf" srcId="{32600D5A-B515-47EB-AEB8-429BFDD30D4F}" destId="{9048C6E9-5EB4-47DF-8541-638EE7D7FD06}" srcOrd="1" destOrd="0" presId="urn:microsoft.com/office/officeart/2008/layout/LinedList"/>
    <dgm:cxn modelId="{D21DF058-5AAF-4FD3-B1BF-B6FAABCBDF0F}" type="presParOf" srcId="{9048C6E9-5EB4-47DF-8541-638EE7D7FD06}" destId="{3473C7D7-2CB5-42A5-8375-33EAECAB746A}" srcOrd="0" destOrd="0" presId="urn:microsoft.com/office/officeart/2008/layout/LinedList"/>
    <dgm:cxn modelId="{8CDE6303-9228-4EE6-A47B-3C98B17D4311}" type="presParOf" srcId="{9048C6E9-5EB4-47DF-8541-638EE7D7FD06}" destId="{86274A93-5903-4702-9552-772EAF425DFF}" srcOrd="1" destOrd="0" presId="urn:microsoft.com/office/officeart/2008/layout/LinedList"/>
    <dgm:cxn modelId="{EF504CBC-1F7B-446D-B79A-91C242B9F434}" type="presParOf" srcId="{9048C6E9-5EB4-47DF-8541-638EE7D7FD06}" destId="{88851943-0A82-4B4F-AD7E-AED2B6ABDCC0}" srcOrd="2" destOrd="0" presId="urn:microsoft.com/office/officeart/2008/layout/LinedList"/>
    <dgm:cxn modelId="{E038D9CF-1B12-444F-91EA-178DED37DFA8}" type="presParOf" srcId="{32600D5A-B515-47EB-AEB8-429BFDD30D4F}" destId="{D13ADACA-4562-485B-BD90-DDC501ED7CF0}" srcOrd="2" destOrd="0" presId="urn:microsoft.com/office/officeart/2008/layout/LinedList"/>
    <dgm:cxn modelId="{4525BB94-32D5-487D-B90C-4FA22E9F9782}" type="presParOf" srcId="{32600D5A-B515-47EB-AEB8-429BFDD30D4F}" destId="{F8154BAD-3B10-490C-A0A3-D6446E428166}" srcOrd="3" destOrd="0" presId="urn:microsoft.com/office/officeart/2008/layout/LinedList"/>
    <dgm:cxn modelId="{D76D694B-5100-4058-87E4-3654D13FA892}" type="presParOf" srcId="{9A77BCD0-2754-4269-A3A7-8AA109DB10F2}" destId="{4FF37045-EC9F-4592-B5E6-F659B4970D37}" srcOrd="2" destOrd="0" presId="urn:microsoft.com/office/officeart/2008/layout/LinedList"/>
    <dgm:cxn modelId="{9243C5DB-9B15-47F1-AF56-939B62F27B34}" type="presParOf" srcId="{9A77BCD0-2754-4269-A3A7-8AA109DB10F2}" destId="{38C80834-C2DE-44F2-892B-54B5ED809CF9}" srcOrd="3" destOrd="0" presId="urn:microsoft.com/office/officeart/2008/layout/LinedList"/>
    <dgm:cxn modelId="{775164F9-0CCE-43E5-B7E5-6D06E80D872D}" type="presParOf" srcId="{38C80834-C2DE-44F2-892B-54B5ED809CF9}" destId="{A708CDF9-D0A2-4A11-99BF-C1065EF811E1}" srcOrd="0" destOrd="0" presId="urn:microsoft.com/office/officeart/2008/layout/LinedList"/>
    <dgm:cxn modelId="{5B7F61C4-252E-4220-9D30-D534B407C952}" type="presParOf" srcId="{38C80834-C2DE-44F2-892B-54B5ED809CF9}" destId="{86E03D87-D4C8-40F5-92D7-5A5701C77D4C}" srcOrd="1" destOrd="0" presId="urn:microsoft.com/office/officeart/2008/layout/LinedList"/>
    <dgm:cxn modelId="{AA89D749-0605-4E5D-A0A5-F52FABAF31A3}" type="presParOf" srcId="{86E03D87-D4C8-40F5-92D7-5A5701C77D4C}" destId="{A1476BC9-4D0F-4143-B405-152D5B07BBF9}" srcOrd="0" destOrd="0" presId="urn:microsoft.com/office/officeart/2008/layout/LinedList"/>
    <dgm:cxn modelId="{BCB433B8-C733-4AF3-8EF8-AC745552334C}" type="presParOf" srcId="{86E03D87-D4C8-40F5-92D7-5A5701C77D4C}" destId="{785BE037-C4DF-4C70-BFB4-883E0F553764}" srcOrd="1" destOrd="0" presId="urn:microsoft.com/office/officeart/2008/layout/LinedList"/>
    <dgm:cxn modelId="{17182AB9-5FA0-400D-B6ED-1F8EFB452AB8}" type="presParOf" srcId="{785BE037-C4DF-4C70-BFB4-883E0F553764}" destId="{D3221B67-8A6A-4470-82FB-C98B7FC60B2B}" srcOrd="0" destOrd="0" presId="urn:microsoft.com/office/officeart/2008/layout/LinedList"/>
    <dgm:cxn modelId="{C75FE687-ABD1-4430-9F47-38B0485AEB4D}" type="presParOf" srcId="{785BE037-C4DF-4C70-BFB4-883E0F553764}" destId="{0D89C4F6-B9DD-4D5D-B624-544F3F90A348}" srcOrd="1" destOrd="0" presId="urn:microsoft.com/office/officeart/2008/layout/LinedList"/>
    <dgm:cxn modelId="{BF475FB4-77EB-4545-92BC-1F2B6265E2C7}" type="presParOf" srcId="{785BE037-C4DF-4C70-BFB4-883E0F553764}" destId="{CEAE115D-AE64-4268-904F-73A96DBFE24C}" srcOrd="2" destOrd="0" presId="urn:microsoft.com/office/officeart/2008/layout/LinedList"/>
    <dgm:cxn modelId="{EB616E9F-62E5-43CF-A540-9629355399D0}" type="presParOf" srcId="{86E03D87-D4C8-40F5-92D7-5A5701C77D4C}" destId="{4343A4F5-438E-458D-B77F-56057ED78A4D}" srcOrd="2" destOrd="0" presId="urn:microsoft.com/office/officeart/2008/layout/LinedList"/>
    <dgm:cxn modelId="{73E8F9A4-E5C2-4B5D-85A8-6684AD440D97}" type="presParOf" srcId="{86E03D87-D4C8-40F5-92D7-5A5701C77D4C}" destId="{4F699137-80FF-4023-8559-A6B3AF815E69}" srcOrd="3" destOrd="0" presId="urn:microsoft.com/office/officeart/2008/layout/LinedList"/>
    <dgm:cxn modelId="{EB8169DE-63DF-4D4C-BBCC-B5352F69DA79}" type="presParOf" srcId="{9A77BCD0-2754-4269-A3A7-8AA109DB10F2}" destId="{312E7B9D-08F1-4BB2-8B8D-DFAFC8DBAC4E}" srcOrd="4" destOrd="0" presId="urn:microsoft.com/office/officeart/2008/layout/LinedList"/>
    <dgm:cxn modelId="{6B4D5F3B-B936-473C-90F5-64888AFA0D93}" type="presParOf" srcId="{9A77BCD0-2754-4269-A3A7-8AA109DB10F2}" destId="{68569DC9-3B42-4FAB-87E1-97786C143EBB}" srcOrd="5" destOrd="0" presId="urn:microsoft.com/office/officeart/2008/layout/LinedList"/>
    <dgm:cxn modelId="{58F262D9-CEC5-4FB7-B1C2-8A4B57CDB317}" type="presParOf" srcId="{68569DC9-3B42-4FAB-87E1-97786C143EBB}" destId="{2C085B24-F995-4734-88DA-24E9A08B77B3}" srcOrd="0" destOrd="0" presId="urn:microsoft.com/office/officeart/2008/layout/LinedList"/>
    <dgm:cxn modelId="{3DA4793A-F349-417D-BA3E-7010243C4ADE}" type="presParOf" srcId="{68569DC9-3B42-4FAB-87E1-97786C143EBB}" destId="{5A7ED1F7-7336-4164-94BD-E9CC2FC46FDB}" srcOrd="1" destOrd="0" presId="urn:microsoft.com/office/officeart/2008/layout/LinedList"/>
    <dgm:cxn modelId="{CAB9FC6F-8A3C-4039-9566-6457F5157DCC}" type="presParOf" srcId="{5A7ED1F7-7336-4164-94BD-E9CC2FC46FDB}" destId="{F348308C-20C8-4C26-BF6E-BC5FFEF16594}" srcOrd="0" destOrd="0" presId="urn:microsoft.com/office/officeart/2008/layout/LinedList"/>
    <dgm:cxn modelId="{C081D4E0-3CC0-4B5A-B2FC-87AB2C3B9F7D}" type="presParOf" srcId="{5A7ED1F7-7336-4164-94BD-E9CC2FC46FDB}" destId="{900313AB-F3BA-48DE-8D49-9B752E87A27B}" srcOrd="1" destOrd="0" presId="urn:microsoft.com/office/officeart/2008/layout/LinedList"/>
    <dgm:cxn modelId="{A7D2B0D9-E4A6-4E51-A3A5-B29EBBC81549}" type="presParOf" srcId="{900313AB-F3BA-48DE-8D49-9B752E87A27B}" destId="{145DF056-D903-42A6-B89C-BBE728B37ACF}" srcOrd="0" destOrd="0" presId="urn:microsoft.com/office/officeart/2008/layout/LinedList"/>
    <dgm:cxn modelId="{386CE6E3-26AA-4324-A120-A0D3463EE9DD}" type="presParOf" srcId="{900313AB-F3BA-48DE-8D49-9B752E87A27B}" destId="{AC93868A-FD0A-48A9-88C7-DD9EE2F647CF}" srcOrd="1" destOrd="0" presId="urn:microsoft.com/office/officeart/2008/layout/LinedList"/>
    <dgm:cxn modelId="{9FD05461-6CF6-4A67-885E-13B106DAF847}" type="presParOf" srcId="{900313AB-F3BA-48DE-8D49-9B752E87A27B}" destId="{60D84CC9-545A-446F-88D4-15F4CC28AA44}" srcOrd="2" destOrd="0" presId="urn:microsoft.com/office/officeart/2008/layout/LinedList"/>
    <dgm:cxn modelId="{167C87FC-3AC3-446C-9F9E-417F831AB065}" type="presParOf" srcId="{5A7ED1F7-7336-4164-94BD-E9CC2FC46FDB}" destId="{48D1ADBE-22A8-416C-A6E9-4A0DB820BB90}" srcOrd="2" destOrd="0" presId="urn:microsoft.com/office/officeart/2008/layout/LinedList"/>
    <dgm:cxn modelId="{A9D130DC-F581-4CB0-AC84-68C73B436117}" type="presParOf" srcId="{5A7ED1F7-7336-4164-94BD-E9CC2FC46FDB}" destId="{2895F30F-38CD-4B40-875B-6969FF8EE836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vList3#1" loCatId="list" qsTypeId="urn:microsoft.com/office/officeart/2005/8/quickstyle/simple2" qsCatId="simple" csTypeId="urn:microsoft.com/office/officeart/2005/8/colors/accent5_3" csCatId="accent5" phldr="1"/>
      <dgm:spPr/>
      <dgm:t>
        <a:bodyPr/>
        <a:lstStyle/>
        <a:p>
          <a:endParaRPr lang="zh-CN" altLang="en-US"/>
        </a:p>
      </dgm:t>
    </dgm:pt>
    <dgm:pt modelId="{13106C34-DDA7-4704-AE3C-0B0E4328523F}">
      <dgm:prSet custT="1"/>
      <dgm:spPr/>
      <dgm:t>
        <a:bodyPr/>
        <a:lstStyle/>
        <a:p>
          <a:pPr marL="0" indent="177800" algn="l" rtl="0"/>
          <a:r>
            <a:rPr lang="en-US" altLang="zh-CN" sz="2000" b="1" dirty="0"/>
            <a:t>5.3.1 GPIO</a:t>
          </a:r>
          <a:r>
            <a:rPr lang="zh-CN" altLang="en-US" sz="2000" b="1" dirty="0"/>
            <a:t>标准外设库接口函数</a:t>
          </a:r>
          <a:endParaRPr lang="zh-CN" sz="2000" dirty="0"/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pPr algn="l"/>
          <a:endParaRPr lang="zh-CN" altLang="en-US" sz="2000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pPr algn="l"/>
          <a:endParaRPr lang="zh-CN" altLang="en-US" sz="2000"/>
        </a:p>
      </dgm:t>
    </dgm:pt>
    <dgm:pt modelId="{047B7240-9B3B-4945-ABFC-8AA577225995}">
      <dgm:prSet custT="1"/>
      <dgm:spPr/>
      <dgm:t>
        <a:bodyPr/>
        <a:lstStyle/>
        <a:p>
          <a:pPr marL="0" indent="177800" algn="l" rtl="0"/>
          <a:r>
            <a:rPr lang="en-US" altLang="zh-CN" sz="2000" b="1" dirty="0"/>
            <a:t>5.3.2 GPIO</a:t>
          </a:r>
          <a:r>
            <a:rPr lang="zh-CN" altLang="en-US" sz="2000" b="1" dirty="0"/>
            <a:t>标准外设库应用实例</a:t>
          </a:r>
          <a:endParaRPr lang="zh-CN" sz="2000" dirty="0"/>
        </a:p>
      </dgm:t>
    </dgm:pt>
    <dgm:pt modelId="{30432C7E-5CB4-43B7-ABDA-FDD668F97924}" type="parTrans" cxnId="{8ECEC30A-7947-4089-82B2-F4118177782E}">
      <dgm:prSet/>
      <dgm:spPr/>
      <dgm:t>
        <a:bodyPr/>
        <a:lstStyle/>
        <a:p>
          <a:pPr algn="l"/>
          <a:endParaRPr lang="zh-CN" altLang="en-US" sz="2000"/>
        </a:p>
      </dgm:t>
    </dgm:pt>
    <dgm:pt modelId="{2AD50ABE-3325-4DD9-8E1F-7ECDCF00ED92}" type="sibTrans" cxnId="{8ECEC30A-7947-4089-82B2-F4118177782E}">
      <dgm:prSet/>
      <dgm:spPr/>
      <dgm:t>
        <a:bodyPr/>
        <a:lstStyle/>
        <a:p>
          <a:pPr algn="l"/>
          <a:endParaRPr lang="zh-CN" altLang="en-US" sz="2000"/>
        </a:p>
      </dgm:t>
    </dgm:pt>
    <dgm:pt modelId="{C03C3471-A4DA-417B-8393-2DA0F765F0DE}">
      <dgm:prSet custT="1"/>
      <dgm:spPr/>
      <dgm:t>
        <a:bodyPr/>
        <a:lstStyle/>
        <a:p>
          <a:pPr marL="0" indent="177800" algn="l" rtl="0"/>
          <a:r>
            <a:rPr lang="en-US" sz="2000" b="1" dirty="0"/>
            <a:t>5.3.3 </a:t>
          </a:r>
          <a:r>
            <a:rPr lang="zh-CN" sz="2000" b="1" dirty="0"/>
            <a:t>基于标准外设库开发的一般流程</a:t>
          </a:r>
          <a:endParaRPr lang="zh-CN" sz="2000" dirty="0"/>
        </a:p>
      </dgm:t>
    </dgm:pt>
    <dgm:pt modelId="{1933975E-8B86-46FF-B7C1-099FB70E688A}" type="parTrans" cxnId="{972459DD-7803-4179-A553-DC73E2AA763F}">
      <dgm:prSet/>
      <dgm:spPr/>
      <dgm:t>
        <a:bodyPr/>
        <a:lstStyle/>
        <a:p>
          <a:pPr algn="l"/>
          <a:endParaRPr lang="zh-CN" altLang="en-US" sz="2000"/>
        </a:p>
      </dgm:t>
    </dgm:pt>
    <dgm:pt modelId="{B2D04BCB-8D1E-44D6-B48A-12C7951CB416}" type="sibTrans" cxnId="{972459DD-7803-4179-A553-DC73E2AA763F}">
      <dgm:prSet/>
      <dgm:spPr/>
      <dgm:t>
        <a:bodyPr/>
        <a:lstStyle/>
        <a:p>
          <a:pPr algn="l"/>
          <a:endParaRPr lang="zh-CN" altLang="en-US" sz="2000"/>
        </a:p>
      </dgm:t>
    </dgm:pt>
    <dgm:pt modelId="{01BA8000-F013-4439-BEFE-860C47094334}" type="pres">
      <dgm:prSet presAssocID="{A02CEBAA-E1A0-4A5E-892A-353144A3ECB1}" presName="linearFlow" presStyleCnt="0">
        <dgm:presLayoutVars>
          <dgm:dir/>
          <dgm:resizeHandles val="exact"/>
        </dgm:presLayoutVars>
      </dgm:prSet>
      <dgm:spPr/>
    </dgm:pt>
    <dgm:pt modelId="{28DE22D8-6D57-4E52-9246-B2B231773FAC}" type="pres">
      <dgm:prSet presAssocID="{13106C34-DDA7-4704-AE3C-0B0E4328523F}" presName="composite" presStyleCnt="0"/>
      <dgm:spPr/>
    </dgm:pt>
    <dgm:pt modelId="{BD893DEC-F94E-4CFD-8B1D-44EBE27F01D8}" type="pres">
      <dgm:prSet presAssocID="{13106C34-DDA7-4704-AE3C-0B0E4328523F}" presName="imgShp" presStyleLbl="fgImgPlace1" presStyleIdx="0" presStyleCnt="3" custLinFactNeighborX="-6999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144B12B0-8ED7-423A-98C2-ACC6EE7F5834}" type="pres">
      <dgm:prSet presAssocID="{13106C34-DDA7-4704-AE3C-0B0E4328523F}" presName="txShp" presStyleLbl="node1" presStyleIdx="0" presStyleCnt="3" custScaleX="128101">
        <dgm:presLayoutVars>
          <dgm:bulletEnabled val="1"/>
        </dgm:presLayoutVars>
      </dgm:prSet>
      <dgm:spPr/>
    </dgm:pt>
    <dgm:pt modelId="{29BC0434-ED20-4C04-9137-BBCAA037438E}" type="pres">
      <dgm:prSet presAssocID="{09265D00-2571-440C-8A2D-A0D7C0ECA357}" presName="spacing" presStyleCnt="0"/>
      <dgm:spPr/>
    </dgm:pt>
    <dgm:pt modelId="{EC350B0D-0634-4595-A61D-EA92D440B58A}" type="pres">
      <dgm:prSet presAssocID="{047B7240-9B3B-4945-ABFC-8AA577225995}" presName="composite" presStyleCnt="0"/>
      <dgm:spPr/>
    </dgm:pt>
    <dgm:pt modelId="{536BAE9F-688B-43CA-8A61-824EE17C80DA}" type="pres">
      <dgm:prSet presAssocID="{047B7240-9B3B-4945-ABFC-8AA577225995}" presName="imgShp" presStyleLbl="fgImgPlace1" presStyleIdx="1" presStyleCnt="3" custLinFactNeighborX="-6999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8D22E1E6-691D-45DB-B730-1DC2060C8198}" type="pres">
      <dgm:prSet presAssocID="{047B7240-9B3B-4945-ABFC-8AA577225995}" presName="txShp" presStyleLbl="node1" presStyleIdx="1" presStyleCnt="3" custScaleX="128101">
        <dgm:presLayoutVars>
          <dgm:bulletEnabled val="1"/>
        </dgm:presLayoutVars>
      </dgm:prSet>
      <dgm:spPr/>
    </dgm:pt>
    <dgm:pt modelId="{1AFABC0B-51F3-4213-B6F4-56292C43F92A}" type="pres">
      <dgm:prSet presAssocID="{2AD50ABE-3325-4DD9-8E1F-7ECDCF00ED92}" presName="spacing" presStyleCnt="0"/>
      <dgm:spPr/>
    </dgm:pt>
    <dgm:pt modelId="{78AD4F32-45E7-4AAD-8574-22FDF390F682}" type="pres">
      <dgm:prSet presAssocID="{C03C3471-A4DA-417B-8393-2DA0F765F0DE}" presName="composite" presStyleCnt="0"/>
      <dgm:spPr/>
    </dgm:pt>
    <dgm:pt modelId="{25EE83B5-9181-4312-AF69-76E7DB3C707E}" type="pres">
      <dgm:prSet presAssocID="{C03C3471-A4DA-417B-8393-2DA0F765F0DE}" presName="imgShp" presStyleLbl="fgImgPlace1" presStyleIdx="2" presStyleCnt="3" custLinFactNeighborX="-6999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4C9106F8-718B-46E5-8FB7-F18DA0278976}" type="pres">
      <dgm:prSet presAssocID="{C03C3471-A4DA-417B-8393-2DA0F765F0DE}" presName="txShp" presStyleLbl="node1" presStyleIdx="2" presStyleCnt="3" custScaleX="128101">
        <dgm:presLayoutVars>
          <dgm:bulletEnabled val="1"/>
        </dgm:presLayoutVars>
      </dgm:prSet>
      <dgm:spPr/>
    </dgm:pt>
  </dgm:ptLst>
  <dgm:cxnLst>
    <dgm:cxn modelId="{8ECEC30A-7947-4089-82B2-F4118177782E}" srcId="{A02CEBAA-E1A0-4A5E-892A-353144A3ECB1}" destId="{047B7240-9B3B-4945-ABFC-8AA577225995}" srcOrd="1" destOrd="0" parTransId="{30432C7E-5CB4-43B7-ABDA-FDD668F97924}" sibTransId="{2AD50ABE-3325-4DD9-8E1F-7ECDCF00ED92}"/>
    <dgm:cxn modelId="{4A861F47-62A0-4809-9BD7-F47E5A535930}" type="presOf" srcId="{A02CEBAA-E1A0-4A5E-892A-353144A3ECB1}" destId="{01BA8000-F013-4439-BEFE-860C47094334}" srcOrd="0" destOrd="0" presId="urn:microsoft.com/office/officeart/2005/8/layout/vList3#1"/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9A2F2373-F305-43AA-BE25-6DB87CCAD751}" type="presOf" srcId="{047B7240-9B3B-4945-ABFC-8AA577225995}" destId="{8D22E1E6-691D-45DB-B730-1DC2060C8198}" srcOrd="0" destOrd="0" presId="urn:microsoft.com/office/officeart/2005/8/layout/vList3#1"/>
    <dgm:cxn modelId="{67C03E8A-C312-4339-99A4-5BAECAE141EF}" type="presOf" srcId="{13106C34-DDA7-4704-AE3C-0B0E4328523F}" destId="{144B12B0-8ED7-423A-98C2-ACC6EE7F5834}" srcOrd="0" destOrd="0" presId="urn:microsoft.com/office/officeart/2005/8/layout/vList3#1"/>
    <dgm:cxn modelId="{B52FF5C3-EC2D-46F0-995F-C8391E896751}" type="presOf" srcId="{C03C3471-A4DA-417B-8393-2DA0F765F0DE}" destId="{4C9106F8-718B-46E5-8FB7-F18DA0278976}" srcOrd="0" destOrd="0" presId="urn:microsoft.com/office/officeart/2005/8/layout/vList3#1"/>
    <dgm:cxn modelId="{972459DD-7803-4179-A553-DC73E2AA763F}" srcId="{A02CEBAA-E1A0-4A5E-892A-353144A3ECB1}" destId="{C03C3471-A4DA-417B-8393-2DA0F765F0DE}" srcOrd="2" destOrd="0" parTransId="{1933975E-8B86-46FF-B7C1-099FB70E688A}" sibTransId="{B2D04BCB-8D1E-44D6-B48A-12C7951CB416}"/>
    <dgm:cxn modelId="{E9E118EC-A739-45C3-B361-DD16ADB4A70D}" type="presParOf" srcId="{01BA8000-F013-4439-BEFE-860C47094334}" destId="{28DE22D8-6D57-4E52-9246-B2B231773FAC}" srcOrd="0" destOrd="0" presId="urn:microsoft.com/office/officeart/2005/8/layout/vList3#1"/>
    <dgm:cxn modelId="{356F3A4A-4BD4-4B17-B5DC-C4AB2233BD1B}" type="presParOf" srcId="{28DE22D8-6D57-4E52-9246-B2B231773FAC}" destId="{BD893DEC-F94E-4CFD-8B1D-44EBE27F01D8}" srcOrd="0" destOrd="0" presId="urn:microsoft.com/office/officeart/2005/8/layout/vList3#1"/>
    <dgm:cxn modelId="{2D172193-06FB-4792-888B-52E96D36D992}" type="presParOf" srcId="{28DE22D8-6D57-4E52-9246-B2B231773FAC}" destId="{144B12B0-8ED7-423A-98C2-ACC6EE7F5834}" srcOrd="1" destOrd="0" presId="urn:microsoft.com/office/officeart/2005/8/layout/vList3#1"/>
    <dgm:cxn modelId="{9609912F-C0AD-409A-AB84-877E9A281E1A}" type="presParOf" srcId="{01BA8000-F013-4439-BEFE-860C47094334}" destId="{29BC0434-ED20-4C04-9137-BBCAA037438E}" srcOrd="1" destOrd="0" presId="urn:microsoft.com/office/officeart/2005/8/layout/vList3#1"/>
    <dgm:cxn modelId="{5439D3E5-F72F-419E-9284-C9D99F0023D7}" type="presParOf" srcId="{01BA8000-F013-4439-BEFE-860C47094334}" destId="{EC350B0D-0634-4595-A61D-EA92D440B58A}" srcOrd="2" destOrd="0" presId="urn:microsoft.com/office/officeart/2005/8/layout/vList3#1"/>
    <dgm:cxn modelId="{F1B55E09-EE45-4F4F-9883-51B148E73E94}" type="presParOf" srcId="{EC350B0D-0634-4595-A61D-EA92D440B58A}" destId="{536BAE9F-688B-43CA-8A61-824EE17C80DA}" srcOrd="0" destOrd="0" presId="urn:microsoft.com/office/officeart/2005/8/layout/vList3#1"/>
    <dgm:cxn modelId="{AA3F6116-BC73-4A04-BC25-DE5FE86DDAD4}" type="presParOf" srcId="{EC350B0D-0634-4595-A61D-EA92D440B58A}" destId="{8D22E1E6-691D-45DB-B730-1DC2060C8198}" srcOrd="1" destOrd="0" presId="urn:microsoft.com/office/officeart/2005/8/layout/vList3#1"/>
    <dgm:cxn modelId="{9F999B27-740D-482B-BF5C-4518D0EB6EEC}" type="presParOf" srcId="{01BA8000-F013-4439-BEFE-860C47094334}" destId="{1AFABC0B-51F3-4213-B6F4-56292C43F92A}" srcOrd="3" destOrd="0" presId="urn:microsoft.com/office/officeart/2005/8/layout/vList3#1"/>
    <dgm:cxn modelId="{3E50D71D-4565-4C9C-BF2D-768A43B727F1}" type="presParOf" srcId="{01BA8000-F013-4439-BEFE-860C47094334}" destId="{78AD4F32-45E7-4AAD-8574-22FDF390F682}" srcOrd="4" destOrd="0" presId="urn:microsoft.com/office/officeart/2005/8/layout/vList3#1"/>
    <dgm:cxn modelId="{AB212234-5530-4EB2-8278-F39549CE2162}" type="presParOf" srcId="{78AD4F32-45E7-4AAD-8574-22FDF390F682}" destId="{25EE83B5-9181-4312-AF69-76E7DB3C707E}" srcOrd="0" destOrd="0" presId="urn:microsoft.com/office/officeart/2005/8/layout/vList3#1"/>
    <dgm:cxn modelId="{ADB8F54A-17CF-46A9-A495-77F3D268A884}" type="presParOf" srcId="{78AD4F32-45E7-4AAD-8574-22FDF390F682}" destId="{4C9106F8-718B-46E5-8FB7-F18DA0278976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5C7F38D-2091-4FE5-A7A0-9C35096E8DE5}" type="doc">
      <dgm:prSet loTypeId="urn:microsoft.com/office/officeart/2005/8/layout/hierarchy2" loCatId="hierarchy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zh-CN" altLang="en-US"/>
        </a:p>
      </dgm:t>
    </dgm:pt>
    <dgm:pt modelId="{B33A1195-2C8E-4E4F-B984-54B5BCD48FFA}">
      <dgm:prSet phldrT="[文本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zh-CN" altLang="en-US" sz="2400" b="1" dirty="0">
              <a:solidFill>
                <a:schemeClr val="bg1"/>
              </a:solidFill>
            </a:rPr>
            <a:t>代码实现</a:t>
          </a:r>
        </a:p>
      </dgm:t>
    </dgm:pt>
    <dgm:pt modelId="{A9BF8144-C654-443D-BC05-1AB271C7D17E}" type="parTrans" cxnId="{EDC7DF75-D8EC-4755-BB45-D926BB7858D4}">
      <dgm:prSet/>
      <dgm:spPr/>
      <dgm:t>
        <a:bodyPr/>
        <a:lstStyle/>
        <a:p>
          <a:endParaRPr lang="zh-CN" altLang="en-US" sz="2400" b="1"/>
        </a:p>
      </dgm:t>
    </dgm:pt>
    <dgm:pt modelId="{C42E087A-F7C5-47C9-B0AB-307AFBB6462D}" type="sibTrans" cxnId="{EDC7DF75-D8EC-4755-BB45-D926BB7858D4}">
      <dgm:prSet/>
      <dgm:spPr/>
      <dgm:t>
        <a:bodyPr/>
        <a:lstStyle/>
        <a:p>
          <a:endParaRPr lang="zh-CN" altLang="en-US" sz="2400" b="1"/>
        </a:p>
      </dgm:t>
    </dgm:pt>
    <dgm:pt modelId="{63DB23C6-43E0-403F-980F-0064589D9C75}">
      <dgm:prSet phldrT="[文本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zh-CN" sz="2400" b="1" dirty="0"/>
            <a:t>新建一个</a:t>
          </a:r>
          <a:r>
            <a:rPr lang="en-US" sz="2400" b="1" dirty="0" err="1"/>
            <a:t>led.h</a:t>
          </a:r>
          <a:r>
            <a:rPr lang="zh-CN" sz="2400" b="1" dirty="0"/>
            <a:t>头文件</a:t>
          </a:r>
          <a:endParaRPr lang="zh-CN" altLang="en-US" sz="2400" b="1" dirty="0"/>
        </a:p>
      </dgm:t>
    </dgm:pt>
    <dgm:pt modelId="{27B931B9-B9E4-45A7-A86A-79EC998F7EEC}" type="parTrans" cxnId="{9D154A24-9531-4B53-8B4D-D1DBE07FBDF0}">
      <dgm:prSet custT="1"/>
      <dgm:spPr/>
      <dgm:t>
        <a:bodyPr/>
        <a:lstStyle/>
        <a:p>
          <a:endParaRPr lang="zh-CN" altLang="en-US" sz="2400" b="1"/>
        </a:p>
      </dgm:t>
    </dgm:pt>
    <dgm:pt modelId="{EFF1BCBF-8F36-4679-82FD-A2B230E8FC2D}" type="sibTrans" cxnId="{9D154A24-9531-4B53-8B4D-D1DBE07FBDF0}">
      <dgm:prSet/>
      <dgm:spPr/>
      <dgm:t>
        <a:bodyPr/>
        <a:lstStyle/>
        <a:p>
          <a:endParaRPr lang="zh-CN" altLang="en-US" sz="2400" b="1"/>
        </a:p>
      </dgm:t>
    </dgm:pt>
    <dgm:pt modelId="{4145259B-9D57-4373-8284-C1463FEDD673}">
      <dgm:prSet phldrT="[文本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zh-CN" sz="2400" b="1" dirty="0"/>
            <a:t>新建一个</a:t>
          </a:r>
          <a:r>
            <a:rPr lang="en-US" sz="2400" b="1" dirty="0" err="1"/>
            <a:t>led.c</a:t>
          </a:r>
          <a:r>
            <a:rPr lang="zh-CN" sz="2400" b="1" dirty="0"/>
            <a:t>文件</a:t>
          </a:r>
          <a:endParaRPr lang="zh-CN" altLang="en-US" sz="2400" b="1" dirty="0"/>
        </a:p>
      </dgm:t>
    </dgm:pt>
    <dgm:pt modelId="{401860EC-7BAC-4C32-9B8E-F06F68240E4E}" type="parTrans" cxnId="{5C79738E-E9BE-45E8-8F8A-B819211DEE13}">
      <dgm:prSet custT="1"/>
      <dgm:spPr/>
      <dgm:t>
        <a:bodyPr/>
        <a:lstStyle/>
        <a:p>
          <a:endParaRPr lang="zh-CN" altLang="en-US" sz="2400" b="1"/>
        </a:p>
      </dgm:t>
    </dgm:pt>
    <dgm:pt modelId="{8812F567-DF26-4E3E-933B-C7AA22C6B6A3}" type="sibTrans" cxnId="{5C79738E-E9BE-45E8-8F8A-B819211DEE13}">
      <dgm:prSet/>
      <dgm:spPr/>
      <dgm:t>
        <a:bodyPr/>
        <a:lstStyle/>
        <a:p>
          <a:endParaRPr lang="zh-CN" altLang="en-US" sz="2400" b="1"/>
        </a:p>
      </dgm:t>
    </dgm:pt>
    <dgm:pt modelId="{F1527BA7-74A2-46EF-A812-8872AC966D71}">
      <dgm:prSet phldrT="[文本]" custT="1"/>
      <dgm:spPr/>
      <dgm:t>
        <a:bodyPr/>
        <a:lstStyle/>
        <a:p>
          <a:r>
            <a:rPr lang="en-US" sz="2400" b="1" dirty="0" err="1"/>
            <a:t>main.c</a:t>
          </a:r>
          <a:r>
            <a:rPr lang="zh-CN" sz="2400" b="1" dirty="0"/>
            <a:t>文件</a:t>
          </a:r>
          <a:endParaRPr lang="zh-CN" altLang="en-US" sz="2400" b="1" dirty="0"/>
        </a:p>
      </dgm:t>
    </dgm:pt>
    <dgm:pt modelId="{C4A99D21-A0D8-443A-B06C-EBA55B362CCB}" type="parTrans" cxnId="{2830EF34-2F40-4B83-AED6-026AF8F136B8}">
      <dgm:prSet custT="1"/>
      <dgm:spPr/>
      <dgm:t>
        <a:bodyPr/>
        <a:lstStyle/>
        <a:p>
          <a:endParaRPr lang="zh-CN" altLang="en-US" sz="2400" b="1"/>
        </a:p>
      </dgm:t>
    </dgm:pt>
    <dgm:pt modelId="{6C24286C-C230-4A70-9E67-724AA26D7768}" type="sibTrans" cxnId="{2830EF34-2F40-4B83-AED6-026AF8F136B8}">
      <dgm:prSet/>
      <dgm:spPr/>
      <dgm:t>
        <a:bodyPr/>
        <a:lstStyle/>
        <a:p>
          <a:endParaRPr lang="zh-CN" altLang="en-US" sz="2400" b="1"/>
        </a:p>
      </dgm:t>
    </dgm:pt>
    <dgm:pt modelId="{3923169E-9C7E-43A6-9618-DEEB1EF33425}" type="pres">
      <dgm:prSet presAssocID="{15C7F38D-2091-4FE5-A7A0-9C35096E8DE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FC9B725-4DFE-4C14-AD80-B578D867A8C7}" type="pres">
      <dgm:prSet presAssocID="{B33A1195-2C8E-4E4F-B984-54B5BCD48FFA}" presName="root1" presStyleCnt="0"/>
      <dgm:spPr/>
    </dgm:pt>
    <dgm:pt modelId="{6F0C12B9-750C-4B07-9767-FD033525F77E}" type="pres">
      <dgm:prSet presAssocID="{B33A1195-2C8E-4E4F-B984-54B5BCD48FFA}" presName="LevelOneTextNode" presStyleLbl="node0" presStyleIdx="0" presStyleCnt="1" custScaleX="146597">
        <dgm:presLayoutVars>
          <dgm:chPref val="3"/>
        </dgm:presLayoutVars>
      </dgm:prSet>
      <dgm:spPr/>
    </dgm:pt>
    <dgm:pt modelId="{627F4C63-16E0-4328-AF61-EC59D15B23DE}" type="pres">
      <dgm:prSet presAssocID="{B33A1195-2C8E-4E4F-B984-54B5BCD48FFA}" presName="level2hierChild" presStyleCnt="0"/>
      <dgm:spPr/>
    </dgm:pt>
    <dgm:pt modelId="{B1B54C56-5EB8-4F1E-8FE3-6060E91A52AC}" type="pres">
      <dgm:prSet presAssocID="{27B931B9-B9E4-45A7-A86A-79EC998F7EEC}" presName="conn2-1" presStyleLbl="parChTrans1D2" presStyleIdx="0" presStyleCnt="3"/>
      <dgm:spPr/>
    </dgm:pt>
    <dgm:pt modelId="{72AEBE3A-9EF9-4D26-BA74-9851E97E6AA1}" type="pres">
      <dgm:prSet presAssocID="{27B931B9-B9E4-45A7-A86A-79EC998F7EEC}" presName="connTx" presStyleLbl="parChTrans1D2" presStyleIdx="0" presStyleCnt="3"/>
      <dgm:spPr/>
    </dgm:pt>
    <dgm:pt modelId="{FF1B155D-EFDC-458D-8270-3DA068931913}" type="pres">
      <dgm:prSet presAssocID="{63DB23C6-43E0-403F-980F-0064589D9C75}" presName="root2" presStyleCnt="0"/>
      <dgm:spPr/>
    </dgm:pt>
    <dgm:pt modelId="{7A958161-BE6C-44E9-BAAC-70D63BB79ABD}" type="pres">
      <dgm:prSet presAssocID="{63DB23C6-43E0-403F-980F-0064589D9C75}" presName="LevelTwoTextNode" presStyleLbl="node2" presStyleIdx="0" presStyleCnt="3" custScaleX="337179" custLinFactNeighborY="-34577">
        <dgm:presLayoutVars>
          <dgm:chPref val="3"/>
        </dgm:presLayoutVars>
      </dgm:prSet>
      <dgm:spPr/>
    </dgm:pt>
    <dgm:pt modelId="{45FA0084-137C-4640-9FA4-A3D7327105BD}" type="pres">
      <dgm:prSet presAssocID="{63DB23C6-43E0-403F-980F-0064589D9C75}" presName="level3hierChild" presStyleCnt="0"/>
      <dgm:spPr/>
    </dgm:pt>
    <dgm:pt modelId="{4586E78F-EA26-4DFC-BCE3-4C5FF7C9920B}" type="pres">
      <dgm:prSet presAssocID="{401860EC-7BAC-4C32-9B8E-F06F68240E4E}" presName="conn2-1" presStyleLbl="parChTrans1D2" presStyleIdx="1" presStyleCnt="3"/>
      <dgm:spPr/>
    </dgm:pt>
    <dgm:pt modelId="{8D4E4CEA-6715-44DF-BD1D-1C879BE99FF2}" type="pres">
      <dgm:prSet presAssocID="{401860EC-7BAC-4C32-9B8E-F06F68240E4E}" presName="connTx" presStyleLbl="parChTrans1D2" presStyleIdx="1" presStyleCnt="3"/>
      <dgm:spPr/>
    </dgm:pt>
    <dgm:pt modelId="{8610187D-F53F-427A-8C21-AFB18E18D7E0}" type="pres">
      <dgm:prSet presAssocID="{4145259B-9D57-4373-8284-C1463FEDD673}" presName="root2" presStyleCnt="0"/>
      <dgm:spPr/>
    </dgm:pt>
    <dgm:pt modelId="{00570D5F-F1F6-438C-81D4-979B2E4DBE20}" type="pres">
      <dgm:prSet presAssocID="{4145259B-9D57-4373-8284-C1463FEDD673}" presName="LevelTwoTextNode" presStyleLbl="node2" presStyleIdx="1" presStyleCnt="3" custScaleX="337179">
        <dgm:presLayoutVars>
          <dgm:chPref val="3"/>
        </dgm:presLayoutVars>
      </dgm:prSet>
      <dgm:spPr/>
    </dgm:pt>
    <dgm:pt modelId="{6B42E52C-D663-43AC-A422-5091DA8DDF6B}" type="pres">
      <dgm:prSet presAssocID="{4145259B-9D57-4373-8284-C1463FEDD673}" presName="level3hierChild" presStyleCnt="0"/>
      <dgm:spPr/>
    </dgm:pt>
    <dgm:pt modelId="{5C893CDF-C5ED-4531-A584-6C39A2CA844B}" type="pres">
      <dgm:prSet presAssocID="{C4A99D21-A0D8-443A-B06C-EBA55B362CCB}" presName="conn2-1" presStyleLbl="parChTrans1D2" presStyleIdx="2" presStyleCnt="3"/>
      <dgm:spPr/>
    </dgm:pt>
    <dgm:pt modelId="{D9B51D4D-F1A7-4D22-8116-95386724D313}" type="pres">
      <dgm:prSet presAssocID="{C4A99D21-A0D8-443A-B06C-EBA55B362CCB}" presName="connTx" presStyleLbl="parChTrans1D2" presStyleIdx="2" presStyleCnt="3"/>
      <dgm:spPr/>
    </dgm:pt>
    <dgm:pt modelId="{755FCF70-E880-4F1F-9806-7E15794D111F}" type="pres">
      <dgm:prSet presAssocID="{F1527BA7-74A2-46EF-A812-8872AC966D71}" presName="root2" presStyleCnt="0"/>
      <dgm:spPr/>
    </dgm:pt>
    <dgm:pt modelId="{10FD211B-4BBA-4567-AC87-84A31007B606}" type="pres">
      <dgm:prSet presAssocID="{F1527BA7-74A2-46EF-A812-8872AC966D71}" presName="LevelTwoTextNode" presStyleLbl="node2" presStyleIdx="2" presStyleCnt="3" custScaleX="337179" custLinFactNeighborY="31658">
        <dgm:presLayoutVars>
          <dgm:chPref val="3"/>
        </dgm:presLayoutVars>
      </dgm:prSet>
      <dgm:spPr/>
    </dgm:pt>
    <dgm:pt modelId="{E4AA5387-7BB2-4798-8248-3B5A5E0D83AF}" type="pres">
      <dgm:prSet presAssocID="{F1527BA7-74A2-46EF-A812-8872AC966D71}" presName="level3hierChild" presStyleCnt="0"/>
      <dgm:spPr/>
    </dgm:pt>
  </dgm:ptLst>
  <dgm:cxnLst>
    <dgm:cxn modelId="{F1E37217-891A-4EBB-B912-4F5D8A795681}" type="presOf" srcId="{C4A99D21-A0D8-443A-B06C-EBA55B362CCB}" destId="{D9B51D4D-F1A7-4D22-8116-95386724D313}" srcOrd="1" destOrd="0" presId="urn:microsoft.com/office/officeart/2005/8/layout/hierarchy2"/>
    <dgm:cxn modelId="{9D154A24-9531-4B53-8B4D-D1DBE07FBDF0}" srcId="{B33A1195-2C8E-4E4F-B984-54B5BCD48FFA}" destId="{63DB23C6-43E0-403F-980F-0064589D9C75}" srcOrd="0" destOrd="0" parTransId="{27B931B9-B9E4-45A7-A86A-79EC998F7EEC}" sibTransId="{EFF1BCBF-8F36-4679-82FD-A2B230E8FC2D}"/>
    <dgm:cxn modelId="{CF53F928-BE68-4340-8FE1-D6375EA15A2C}" type="presOf" srcId="{27B931B9-B9E4-45A7-A86A-79EC998F7EEC}" destId="{B1B54C56-5EB8-4F1E-8FE3-6060E91A52AC}" srcOrd="0" destOrd="0" presId="urn:microsoft.com/office/officeart/2005/8/layout/hierarchy2"/>
    <dgm:cxn modelId="{E7303330-9F46-4347-B7A0-671FDA44EA3A}" type="presOf" srcId="{15C7F38D-2091-4FE5-A7A0-9C35096E8DE5}" destId="{3923169E-9C7E-43A6-9618-DEEB1EF33425}" srcOrd="0" destOrd="0" presId="urn:microsoft.com/office/officeart/2005/8/layout/hierarchy2"/>
    <dgm:cxn modelId="{2830EF34-2F40-4B83-AED6-026AF8F136B8}" srcId="{B33A1195-2C8E-4E4F-B984-54B5BCD48FFA}" destId="{F1527BA7-74A2-46EF-A812-8872AC966D71}" srcOrd="2" destOrd="0" parTransId="{C4A99D21-A0D8-443A-B06C-EBA55B362CCB}" sibTransId="{6C24286C-C230-4A70-9E67-724AA26D7768}"/>
    <dgm:cxn modelId="{C17D1E3D-D764-40F5-A47A-AD89E596ABA0}" type="presOf" srcId="{401860EC-7BAC-4C32-9B8E-F06F68240E4E}" destId="{4586E78F-EA26-4DFC-BCE3-4C5FF7C9920B}" srcOrd="0" destOrd="0" presId="urn:microsoft.com/office/officeart/2005/8/layout/hierarchy2"/>
    <dgm:cxn modelId="{8B6D2463-BA8C-4531-8035-CB491D59FD0E}" type="presOf" srcId="{4145259B-9D57-4373-8284-C1463FEDD673}" destId="{00570D5F-F1F6-438C-81D4-979B2E4DBE20}" srcOrd="0" destOrd="0" presId="urn:microsoft.com/office/officeart/2005/8/layout/hierarchy2"/>
    <dgm:cxn modelId="{BCAC814A-AAA1-48BF-A4C0-C0D1A88C3125}" type="presOf" srcId="{B33A1195-2C8E-4E4F-B984-54B5BCD48FFA}" destId="{6F0C12B9-750C-4B07-9767-FD033525F77E}" srcOrd="0" destOrd="0" presId="urn:microsoft.com/office/officeart/2005/8/layout/hierarchy2"/>
    <dgm:cxn modelId="{B641DE72-E2A6-441D-8976-8F197D7E87E0}" type="presOf" srcId="{F1527BA7-74A2-46EF-A812-8872AC966D71}" destId="{10FD211B-4BBA-4567-AC87-84A31007B606}" srcOrd="0" destOrd="0" presId="urn:microsoft.com/office/officeart/2005/8/layout/hierarchy2"/>
    <dgm:cxn modelId="{EDC7DF75-D8EC-4755-BB45-D926BB7858D4}" srcId="{15C7F38D-2091-4FE5-A7A0-9C35096E8DE5}" destId="{B33A1195-2C8E-4E4F-B984-54B5BCD48FFA}" srcOrd="0" destOrd="0" parTransId="{A9BF8144-C654-443D-BC05-1AB271C7D17E}" sibTransId="{C42E087A-F7C5-47C9-B0AB-307AFBB6462D}"/>
    <dgm:cxn modelId="{5C79738E-E9BE-45E8-8F8A-B819211DEE13}" srcId="{B33A1195-2C8E-4E4F-B984-54B5BCD48FFA}" destId="{4145259B-9D57-4373-8284-C1463FEDD673}" srcOrd="1" destOrd="0" parTransId="{401860EC-7BAC-4C32-9B8E-F06F68240E4E}" sibTransId="{8812F567-DF26-4E3E-933B-C7AA22C6B6A3}"/>
    <dgm:cxn modelId="{F294658F-DD05-4EF2-A9C0-6F035DACB5C4}" type="presOf" srcId="{27B931B9-B9E4-45A7-A86A-79EC998F7EEC}" destId="{72AEBE3A-9EF9-4D26-BA74-9851E97E6AA1}" srcOrd="1" destOrd="0" presId="urn:microsoft.com/office/officeart/2005/8/layout/hierarchy2"/>
    <dgm:cxn modelId="{39950DA7-CF0C-4926-B900-9C4CCD739854}" type="presOf" srcId="{401860EC-7BAC-4C32-9B8E-F06F68240E4E}" destId="{8D4E4CEA-6715-44DF-BD1D-1C879BE99FF2}" srcOrd="1" destOrd="0" presId="urn:microsoft.com/office/officeart/2005/8/layout/hierarchy2"/>
    <dgm:cxn modelId="{D64706C0-3DFC-4617-8CE6-50D3AA893604}" type="presOf" srcId="{63DB23C6-43E0-403F-980F-0064589D9C75}" destId="{7A958161-BE6C-44E9-BAAC-70D63BB79ABD}" srcOrd="0" destOrd="0" presId="urn:microsoft.com/office/officeart/2005/8/layout/hierarchy2"/>
    <dgm:cxn modelId="{7A13E3E0-19A8-4093-830B-114BFDA9165D}" type="presOf" srcId="{C4A99D21-A0D8-443A-B06C-EBA55B362CCB}" destId="{5C893CDF-C5ED-4531-A584-6C39A2CA844B}" srcOrd="0" destOrd="0" presId="urn:microsoft.com/office/officeart/2005/8/layout/hierarchy2"/>
    <dgm:cxn modelId="{06C42040-F67C-44CB-91FA-B5981C8AD0C6}" type="presParOf" srcId="{3923169E-9C7E-43A6-9618-DEEB1EF33425}" destId="{CFC9B725-4DFE-4C14-AD80-B578D867A8C7}" srcOrd="0" destOrd="0" presId="urn:microsoft.com/office/officeart/2005/8/layout/hierarchy2"/>
    <dgm:cxn modelId="{9E271802-0306-422F-855A-4E905FCE8621}" type="presParOf" srcId="{CFC9B725-4DFE-4C14-AD80-B578D867A8C7}" destId="{6F0C12B9-750C-4B07-9767-FD033525F77E}" srcOrd="0" destOrd="0" presId="urn:microsoft.com/office/officeart/2005/8/layout/hierarchy2"/>
    <dgm:cxn modelId="{D127D6B1-95F5-48FC-AF6F-D66C2676438E}" type="presParOf" srcId="{CFC9B725-4DFE-4C14-AD80-B578D867A8C7}" destId="{627F4C63-16E0-4328-AF61-EC59D15B23DE}" srcOrd="1" destOrd="0" presId="urn:microsoft.com/office/officeart/2005/8/layout/hierarchy2"/>
    <dgm:cxn modelId="{4D011094-69B4-4CD8-9F83-5334DEB4978B}" type="presParOf" srcId="{627F4C63-16E0-4328-AF61-EC59D15B23DE}" destId="{B1B54C56-5EB8-4F1E-8FE3-6060E91A52AC}" srcOrd="0" destOrd="0" presId="urn:microsoft.com/office/officeart/2005/8/layout/hierarchy2"/>
    <dgm:cxn modelId="{B1BD70CB-FD79-49DC-A723-3101C1057EB5}" type="presParOf" srcId="{B1B54C56-5EB8-4F1E-8FE3-6060E91A52AC}" destId="{72AEBE3A-9EF9-4D26-BA74-9851E97E6AA1}" srcOrd="0" destOrd="0" presId="urn:microsoft.com/office/officeart/2005/8/layout/hierarchy2"/>
    <dgm:cxn modelId="{9725B468-54DC-4670-AC70-249BB07A0DF5}" type="presParOf" srcId="{627F4C63-16E0-4328-AF61-EC59D15B23DE}" destId="{FF1B155D-EFDC-458D-8270-3DA068931913}" srcOrd="1" destOrd="0" presId="urn:microsoft.com/office/officeart/2005/8/layout/hierarchy2"/>
    <dgm:cxn modelId="{670E6D02-6799-46BE-B5DF-AB9951EFA32D}" type="presParOf" srcId="{FF1B155D-EFDC-458D-8270-3DA068931913}" destId="{7A958161-BE6C-44E9-BAAC-70D63BB79ABD}" srcOrd="0" destOrd="0" presId="urn:microsoft.com/office/officeart/2005/8/layout/hierarchy2"/>
    <dgm:cxn modelId="{0EE92C71-A1E4-4F63-98A2-232D8D7660CC}" type="presParOf" srcId="{FF1B155D-EFDC-458D-8270-3DA068931913}" destId="{45FA0084-137C-4640-9FA4-A3D7327105BD}" srcOrd="1" destOrd="0" presId="urn:microsoft.com/office/officeart/2005/8/layout/hierarchy2"/>
    <dgm:cxn modelId="{13D54117-09CA-4994-B4CD-9DD10CC9A4CF}" type="presParOf" srcId="{627F4C63-16E0-4328-AF61-EC59D15B23DE}" destId="{4586E78F-EA26-4DFC-BCE3-4C5FF7C9920B}" srcOrd="2" destOrd="0" presId="urn:microsoft.com/office/officeart/2005/8/layout/hierarchy2"/>
    <dgm:cxn modelId="{0CE926F3-2B84-4798-9D13-4DD5013230FF}" type="presParOf" srcId="{4586E78F-EA26-4DFC-BCE3-4C5FF7C9920B}" destId="{8D4E4CEA-6715-44DF-BD1D-1C879BE99FF2}" srcOrd="0" destOrd="0" presId="urn:microsoft.com/office/officeart/2005/8/layout/hierarchy2"/>
    <dgm:cxn modelId="{4CE7FCDD-705C-4E04-9DA6-79F0875E6B42}" type="presParOf" srcId="{627F4C63-16E0-4328-AF61-EC59D15B23DE}" destId="{8610187D-F53F-427A-8C21-AFB18E18D7E0}" srcOrd="3" destOrd="0" presId="urn:microsoft.com/office/officeart/2005/8/layout/hierarchy2"/>
    <dgm:cxn modelId="{EF8A04FF-0FA3-4569-8403-4FD911C907B0}" type="presParOf" srcId="{8610187D-F53F-427A-8C21-AFB18E18D7E0}" destId="{00570D5F-F1F6-438C-81D4-979B2E4DBE20}" srcOrd="0" destOrd="0" presId="urn:microsoft.com/office/officeart/2005/8/layout/hierarchy2"/>
    <dgm:cxn modelId="{213883E9-4748-403A-826E-B856DC64C307}" type="presParOf" srcId="{8610187D-F53F-427A-8C21-AFB18E18D7E0}" destId="{6B42E52C-D663-43AC-A422-5091DA8DDF6B}" srcOrd="1" destOrd="0" presId="urn:microsoft.com/office/officeart/2005/8/layout/hierarchy2"/>
    <dgm:cxn modelId="{1ACC35B7-0689-41A9-ADA1-563E94278350}" type="presParOf" srcId="{627F4C63-16E0-4328-AF61-EC59D15B23DE}" destId="{5C893CDF-C5ED-4531-A584-6C39A2CA844B}" srcOrd="4" destOrd="0" presId="urn:microsoft.com/office/officeart/2005/8/layout/hierarchy2"/>
    <dgm:cxn modelId="{A49DC588-FC4B-4B51-BE0B-3D3B999E9F61}" type="presParOf" srcId="{5C893CDF-C5ED-4531-A584-6C39A2CA844B}" destId="{D9B51D4D-F1A7-4D22-8116-95386724D313}" srcOrd="0" destOrd="0" presId="urn:microsoft.com/office/officeart/2005/8/layout/hierarchy2"/>
    <dgm:cxn modelId="{69BB6338-37BC-420C-B264-6C395C0D0219}" type="presParOf" srcId="{627F4C63-16E0-4328-AF61-EC59D15B23DE}" destId="{755FCF70-E880-4F1F-9806-7E15794D111F}" srcOrd="5" destOrd="0" presId="urn:microsoft.com/office/officeart/2005/8/layout/hierarchy2"/>
    <dgm:cxn modelId="{F3439EED-B9DC-45EF-B86E-23E0E8B8A269}" type="presParOf" srcId="{755FCF70-E880-4F1F-9806-7E15794D111F}" destId="{10FD211B-4BBA-4567-AC87-84A31007B606}" srcOrd="0" destOrd="0" presId="urn:microsoft.com/office/officeart/2005/8/layout/hierarchy2"/>
    <dgm:cxn modelId="{6ABA2BFA-9511-4733-8A4C-375DCF617273}" type="presParOf" srcId="{755FCF70-E880-4F1F-9806-7E15794D111F}" destId="{E4AA5387-7BB2-4798-8248-3B5A5E0D83A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CB51B1B-6C84-48C1-89C1-78B2849EC3C9}" type="doc">
      <dgm:prSet loTypeId="urn:microsoft.com/office/officeart/2005/8/layout/vProcess5" loCatId="process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zh-CN" altLang="en-US"/>
        </a:p>
      </dgm:t>
    </dgm:pt>
    <dgm:pt modelId="{177E56FA-D782-4DA1-BC55-6F871F85B81E}">
      <dgm:prSet custT="1"/>
      <dgm:spPr/>
      <dgm:t>
        <a:bodyPr/>
        <a:lstStyle/>
        <a:p>
          <a:pPr rtl="0"/>
          <a:r>
            <a:rPr lang="zh-CN" sz="1600" b="1" dirty="0"/>
            <a:t>代码完成后，</a:t>
          </a:r>
          <a:r>
            <a:rPr lang="zh-CN" altLang="en-US" sz="1600" b="1" dirty="0"/>
            <a:t>单</a:t>
          </a:r>
          <a:r>
            <a:rPr lang="zh-CN" sz="1600" b="1" dirty="0"/>
            <a:t>击</a:t>
          </a:r>
          <a:r>
            <a:rPr lang="en-US" altLang="zh-CN" sz="1600" b="1" dirty="0" err="1"/>
            <a:t>K</a:t>
          </a:r>
          <a:r>
            <a:rPr lang="en-US" sz="1600" b="1" dirty="0" err="1"/>
            <a:t>eil</a:t>
          </a:r>
          <a:r>
            <a:rPr lang="zh-CN" sz="1600" b="1" dirty="0"/>
            <a:t>中的编译按钮 进行</a:t>
          </a:r>
          <a:r>
            <a:rPr lang="zh-CN" sz="1600" b="1" dirty="0">
              <a:solidFill>
                <a:srgbClr val="CD7371"/>
              </a:solidFill>
            </a:rPr>
            <a:t>编译</a:t>
          </a:r>
          <a:r>
            <a:rPr lang="zh-CN" sz="1600" b="1" dirty="0"/>
            <a:t>；</a:t>
          </a:r>
          <a:endParaRPr lang="zh-CN" sz="1600" dirty="0"/>
        </a:p>
      </dgm:t>
    </dgm:pt>
    <dgm:pt modelId="{C82FAD46-ADCD-4631-922E-55E3FCDAB3C4}" type="parTrans" cxnId="{FD7E6E30-D00E-4EDB-A5E9-756090CF706D}">
      <dgm:prSet/>
      <dgm:spPr/>
      <dgm:t>
        <a:bodyPr/>
        <a:lstStyle/>
        <a:p>
          <a:endParaRPr lang="zh-CN" altLang="en-US" sz="3600"/>
        </a:p>
      </dgm:t>
    </dgm:pt>
    <dgm:pt modelId="{86ABC2A2-C6D6-4501-B7F4-BB2ECA638299}" type="sibTrans" cxnId="{FD7E6E30-D00E-4EDB-A5E9-756090CF706D}">
      <dgm:prSet custT="1"/>
      <dgm:spPr/>
      <dgm:t>
        <a:bodyPr/>
        <a:lstStyle/>
        <a:p>
          <a:endParaRPr lang="zh-CN" altLang="en-US" sz="3600"/>
        </a:p>
      </dgm:t>
    </dgm:pt>
    <dgm:pt modelId="{A089A3A1-E89D-437F-A7A1-756617241DFB}">
      <dgm:prSet custT="1"/>
      <dgm:spPr/>
      <dgm:t>
        <a:bodyPr/>
        <a:lstStyle/>
        <a:p>
          <a:pPr rtl="0"/>
          <a:r>
            <a:rPr lang="zh-CN" altLang="en-US" sz="1600" b="1" dirty="0"/>
            <a:t>若提示程序有错误，则需认真检查一下代码，找出错误所在，直到编译无错误；</a:t>
          </a:r>
          <a:endParaRPr lang="zh-CN" altLang="en-US" sz="1600" dirty="0"/>
        </a:p>
      </dgm:t>
    </dgm:pt>
    <dgm:pt modelId="{C515D5F4-6787-4357-8800-74B23430D224}" type="parTrans" cxnId="{01A7E400-7C79-44B5-A56D-8A76A0085644}">
      <dgm:prSet/>
      <dgm:spPr/>
      <dgm:t>
        <a:bodyPr/>
        <a:lstStyle/>
        <a:p>
          <a:endParaRPr lang="zh-CN" altLang="en-US" sz="3600"/>
        </a:p>
      </dgm:t>
    </dgm:pt>
    <dgm:pt modelId="{4504E26E-30C8-432C-9C65-92507326FF13}" type="sibTrans" cxnId="{01A7E400-7C79-44B5-A56D-8A76A0085644}">
      <dgm:prSet custT="1"/>
      <dgm:spPr/>
      <dgm:t>
        <a:bodyPr/>
        <a:lstStyle/>
        <a:p>
          <a:endParaRPr lang="zh-CN" altLang="en-US" sz="3600"/>
        </a:p>
      </dgm:t>
    </dgm:pt>
    <dgm:pt modelId="{ABB72C76-7031-4CF9-80F1-8A22207A963B}">
      <dgm:prSet custT="1"/>
      <dgm:spPr/>
      <dgm:t>
        <a:bodyPr/>
        <a:lstStyle/>
        <a:p>
          <a:pPr rtl="0"/>
          <a:r>
            <a:rPr lang="zh-CN" altLang="en-US" sz="1600" b="1" dirty="0"/>
            <a:t>如果提示无错误，就可以通过调试和下载工具，将编译好的可执行文件</a:t>
          </a:r>
          <a:r>
            <a:rPr lang="zh-CN" altLang="en-US" sz="1600" b="1" dirty="0">
              <a:solidFill>
                <a:srgbClr val="CD7371"/>
              </a:solidFill>
            </a:rPr>
            <a:t>下载</a:t>
          </a:r>
          <a:r>
            <a:rPr lang="zh-CN" altLang="en-US" sz="1600" b="1" dirty="0"/>
            <a:t>到芯片中，查看并验证实验结果。</a:t>
          </a:r>
          <a:endParaRPr lang="zh-CN" altLang="en-US" sz="1600" dirty="0"/>
        </a:p>
      </dgm:t>
    </dgm:pt>
    <dgm:pt modelId="{BB4536E4-7864-45AC-9DE0-329F273DFE6F}" type="parTrans" cxnId="{34C8136E-7646-4D48-A136-AACB9B9B90EB}">
      <dgm:prSet/>
      <dgm:spPr/>
      <dgm:t>
        <a:bodyPr/>
        <a:lstStyle/>
        <a:p>
          <a:endParaRPr lang="zh-CN" altLang="en-US" sz="3600"/>
        </a:p>
      </dgm:t>
    </dgm:pt>
    <dgm:pt modelId="{F2DBA3AC-FC36-47F1-88AF-E378519CF92E}" type="sibTrans" cxnId="{34C8136E-7646-4D48-A136-AACB9B9B90EB}">
      <dgm:prSet/>
      <dgm:spPr/>
      <dgm:t>
        <a:bodyPr/>
        <a:lstStyle/>
        <a:p>
          <a:endParaRPr lang="zh-CN" altLang="en-US" sz="3600"/>
        </a:p>
      </dgm:t>
    </dgm:pt>
    <dgm:pt modelId="{01881EEE-982E-4A93-AAA2-65F395E4BC44}" type="pres">
      <dgm:prSet presAssocID="{9CB51B1B-6C84-48C1-89C1-78B2849EC3C9}" presName="outerComposite" presStyleCnt="0">
        <dgm:presLayoutVars>
          <dgm:chMax val="5"/>
          <dgm:dir/>
          <dgm:resizeHandles val="exact"/>
        </dgm:presLayoutVars>
      </dgm:prSet>
      <dgm:spPr/>
    </dgm:pt>
    <dgm:pt modelId="{AE4B0282-65A5-470E-8989-D7862DE7F6FF}" type="pres">
      <dgm:prSet presAssocID="{9CB51B1B-6C84-48C1-89C1-78B2849EC3C9}" presName="dummyMaxCanvas" presStyleCnt="0">
        <dgm:presLayoutVars/>
      </dgm:prSet>
      <dgm:spPr/>
    </dgm:pt>
    <dgm:pt modelId="{2E1CBDE2-2881-4CDC-82F7-FDD6459FD950}" type="pres">
      <dgm:prSet presAssocID="{9CB51B1B-6C84-48C1-89C1-78B2849EC3C9}" presName="ThreeNodes_1" presStyleLbl="node1" presStyleIdx="0" presStyleCnt="3" custScaleY="85898">
        <dgm:presLayoutVars>
          <dgm:bulletEnabled val="1"/>
        </dgm:presLayoutVars>
      </dgm:prSet>
      <dgm:spPr/>
    </dgm:pt>
    <dgm:pt modelId="{DFF8B648-F912-4588-86A3-C319820FEA5D}" type="pres">
      <dgm:prSet presAssocID="{9CB51B1B-6C84-48C1-89C1-78B2849EC3C9}" presName="ThreeNodes_2" presStyleLbl="node1" presStyleIdx="1" presStyleCnt="3" custScaleX="105615" custLinFactNeighborX="201" custLinFactNeighborY="-4487">
        <dgm:presLayoutVars>
          <dgm:bulletEnabled val="1"/>
        </dgm:presLayoutVars>
      </dgm:prSet>
      <dgm:spPr/>
    </dgm:pt>
    <dgm:pt modelId="{C161E4B9-9001-40AA-9A32-3AF659D6298C}" type="pres">
      <dgm:prSet presAssocID="{9CB51B1B-6C84-48C1-89C1-78B2849EC3C9}" presName="ThreeNodes_3" presStyleLbl="node1" presStyleIdx="2" presStyleCnt="3" custScaleX="107754" custScaleY="112821">
        <dgm:presLayoutVars>
          <dgm:bulletEnabled val="1"/>
        </dgm:presLayoutVars>
      </dgm:prSet>
      <dgm:spPr/>
    </dgm:pt>
    <dgm:pt modelId="{F9FFB100-C388-4774-B119-CD45CB128A6E}" type="pres">
      <dgm:prSet presAssocID="{9CB51B1B-6C84-48C1-89C1-78B2849EC3C9}" presName="ThreeConn_1-2" presStyleLbl="fgAccFollowNode1" presStyleIdx="0" presStyleCnt="2">
        <dgm:presLayoutVars>
          <dgm:bulletEnabled val="1"/>
        </dgm:presLayoutVars>
      </dgm:prSet>
      <dgm:spPr/>
    </dgm:pt>
    <dgm:pt modelId="{60118BAD-3E74-4C61-AD50-0A7C3DA3F8F0}" type="pres">
      <dgm:prSet presAssocID="{9CB51B1B-6C84-48C1-89C1-78B2849EC3C9}" presName="ThreeConn_2-3" presStyleLbl="fgAccFollowNode1" presStyleIdx="1" presStyleCnt="2">
        <dgm:presLayoutVars>
          <dgm:bulletEnabled val="1"/>
        </dgm:presLayoutVars>
      </dgm:prSet>
      <dgm:spPr/>
    </dgm:pt>
    <dgm:pt modelId="{C8757F9E-0F8E-480E-B693-990914FA14CD}" type="pres">
      <dgm:prSet presAssocID="{9CB51B1B-6C84-48C1-89C1-78B2849EC3C9}" presName="ThreeNodes_1_text" presStyleLbl="node1" presStyleIdx="2" presStyleCnt="3">
        <dgm:presLayoutVars>
          <dgm:bulletEnabled val="1"/>
        </dgm:presLayoutVars>
      </dgm:prSet>
      <dgm:spPr/>
    </dgm:pt>
    <dgm:pt modelId="{C891F5AC-EE7B-4447-A2C4-B184C4F52F04}" type="pres">
      <dgm:prSet presAssocID="{9CB51B1B-6C84-48C1-89C1-78B2849EC3C9}" presName="ThreeNodes_2_text" presStyleLbl="node1" presStyleIdx="2" presStyleCnt="3">
        <dgm:presLayoutVars>
          <dgm:bulletEnabled val="1"/>
        </dgm:presLayoutVars>
      </dgm:prSet>
      <dgm:spPr/>
    </dgm:pt>
    <dgm:pt modelId="{C307DCF6-DCC5-474A-9EB6-08681ABCF704}" type="pres">
      <dgm:prSet presAssocID="{9CB51B1B-6C84-48C1-89C1-78B2849EC3C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1A7E400-7C79-44B5-A56D-8A76A0085644}" srcId="{9CB51B1B-6C84-48C1-89C1-78B2849EC3C9}" destId="{A089A3A1-E89D-437F-A7A1-756617241DFB}" srcOrd="1" destOrd="0" parTransId="{C515D5F4-6787-4357-8800-74B23430D224}" sibTransId="{4504E26E-30C8-432C-9C65-92507326FF13}"/>
    <dgm:cxn modelId="{72424901-83E4-44DC-898A-035E517F1182}" type="presOf" srcId="{ABB72C76-7031-4CF9-80F1-8A22207A963B}" destId="{C307DCF6-DCC5-474A-9EB6-08681ABCF704}" srcOrd="1" destOrd="0" presId="urn:microsoft.com/office/officeart/2005/8/layout/vProcess5"/>
    <dgm:cxn modelId="{68497528-D751-4631-A02F-063825603AA8}" type="presOf" srcId="{9CB51B1B-6C84-48C1-89C1-78B2849EC3C9}" destId="{01881EEE-982E-4A93-AAA2-65F395E4BC44}" srcOrd="0" destOrd="0" presId="urn:microsoft.com/office/officeart/2005/8/layout/vProcess5"/>
    <dgm:cxn modelId="{FD7E6E30-D00E-4EDB-A5E9-756090CF706D}" srcId="{9CB51B1B-6C84-48C1-89C1-78B2849EC3C9}" destId="{177E56FA-D782-4DA1-BC55-6F871F85B81E}" srcOrd="0" destOrd="0" parTransId="{C82FAD46-ADCD-4631-922E-55E3FCDAB3C4}" sibTransId="{86ABC2A2-C6D6-4501-B7F4-BB2ECA638299}"/>
    <dgm:cxn modelId="{8967874B-385E-461B-8D7C-2D2BAA1F3004}" type="presOf" srcId="{4504E26E-30C8-432C-9C65-92507326FF13}" destId="{60118BAD-3E74-4C61-AD50-0A7C3DA3F8F0}" srcOrd="0" destOrd="0" presId="urn:microsoft.com/office/officeart/2005/8/layout/vProcess5"/>
    <dgm:cxn modelId="{34C8136E-7646-4D48-A136-AACB9B9B90EB}" srcId="{9CB51B1B-6C84-48C1-89C1-78B2849EC3C9}" destId="{ABB72C76-7031-4CF9-80F1-8A22207A963B}" srcOrd="2" destOrd="0" parTransId="{BB4536E4-7864-45AC-9DE0-329F273DFE6F}" sibTransId="{F2DBA3AC-FC36-47F1-88AF-E378519CF92E}"/>
    <dgm:cxn modelId="{9E960279-3002-4163-9C27-CDC3C7E2C9ED}" type="presOf" srcId="{A089A3A1-E89D-437F-A7A1-756617241DFB}" destId="{DFF8B648-F912-4588-86A3-C319820FEA5D}" srcOrd="0" destOrd="0" presId="urn:microsoft.com/office/officeart/2005/8/layout/vProcess5"/>
    <dgm:cxn modelId="{91734796-67C6-49B2-9D33-1BACE64A2289}" type="presOf" srcId="{177E56FA-D782-4DA1-BC55-6F871F85B81E}" destId="{2E1CBDE2-2881-4CDC-82F7-FDD6459FD950}" srcOrd="0" destOrd="0" presId="urn:microsoft.com/office/officeart/2005/8/layout/vProcess5"/>
    <dgm:cxn modelId="{E33D06B0-73D9-4842-8C19-A9A04D402598}" type="presOf" srcId="{A089A3A1-E89D-437F-A7A1-756617241DFB}" destId="{C891F5AC-EE7B-4447-A2C4-B184C4F52F04}" srcOrd="1" destOrd="0" presId="urn:microsoft.com/office/officeart/2005/8/layout/vProcess5"/>
    <dgm:cxn modelId="{764702BF-1BAD-4F9F-A24B-AEC791934510}" type="presOf" srcId="{177E56FA-D782-4DA1-BC55-6F871F85B81E}" destId="{C8757F9E-0F8E-480E-B693-990914FA14CD}" srcOrd="1" destOrd="0" presId="urn:microsoft.com/office/officeart/2005/8/layout/vProcess5"/>
    <dgm:cxn modelId="{8336DDC3-B9E7-43BB-8B0C-6CA6659A4989}" type="presOf" srcId="{ABB72C76-7031-4CF9-80F1-8A22207A963B}" destId="{C161E4B9-9001-40AA-9A32-3AF659D6298C}" srcOrd="0" destOrd="0" presId="urn:microsoft.com/office/officeart/2005/8/layout/vProcess5"/>
    <dgm:cxn modelId="{AF827BEB-D865-4570-B958-68B3E5461F4B}" type="presOf" srcId="{86ABC2A2-C6D6-4501-B7F4-BB2ECA638299}" destId="{F9FFB100-C388-4774-B119-CD45CB128A6E}" srcOrd="0" destOrd="0" presId="urn:microsoft.com/office/officeart/2005/8/layout/vProcess5"/>
    <dgm:cxn modelId="{D73465D1-2BED-4DBE-BA33-E684932FF52D}" type="presParOf" srcId="{01881EEE-982E-4A93-AAA2-65F395E4BC44}" destId="{AE4B0282-65A5-470E-8989-D7862DE7F6FF}" srcOrd="0" destOrd="0" presId="urn:microsoft.com/office/officeart/2005/8/layout/vProcess5"/>
    <dgm:cxn modelId="{09565DA1-C49F-41DB-87F4-68BEF7F000F5}" type="presParOf" srcId="{01881EEE-982E-4A93-AAA2-65F395E4BC44}" destId="{2E1CBDE2-2881-4CDC-82F7-FDD6459FD950}" srcOrd="1" destOrd="0" presId="urn:microsoft.com/office/officeart/2005/8/layout/vProcess5"/>
    <dgm:cxn modelId="{6933CB84-82E1-4F5B-802D-995FCE5F95CE}" type="presParOf" srcId="{01881EEE-982E-4A93-AAA2-65F395E4BC44}" destId="{DFF8B648-F912-4588-86A3-C319820FEA5D}" srcOrd="2" destOrd="0" presId="urn:microsoft.com/office/officeart/2005/8/layout/vProcess5"/>
    <dgm:cxn modelId="{603F1B93-10F0-4471-A0CB-723B8A4ADE45}" type="presParOf" srcId="{01881EEE-982E-4A93-AAA2-65F395E4BC44}" destId="{C161E4B9-9001-40AA-9A32-3AF659D6298C}" srcOrd="3" destOrd="0" presId="urn:microsoft.com/office/officeart/2005/8/layout/vProcess5"/>
    <dgm:cxn modelId="{BBE988BA-7422-4150-A045-2073F977DA91}" type="presParOf" srcId="{01881EEE-982E-4A93-AAA2-65F395E4BC44}" destId="{F9FFB100-C388-4774-B119-CD45CB128A6E}" srcOrd="4" destOrd="0" presId="urn:microsoft.com/office/officeart/2005/8/layout/vProcess5"/>
    <dgm:cxn modelId="{88F40A73-257B-4C17-A600-7AD70886888A}" type="presParOf" srcId="{01881EEE-982E-4A93-AAA2-65F395E4BC44}" destId="{60118BAD-3E74-4C61-AD50-0A7C3DA3F8F0}" srcOrd="5" destOrd="0" presId="urn:microsoft.com/office/officeart/2005/8/layout/vProcess5"/>
    <dgm:cxn modelId="{D5C870A1-E886-4986-B3AD-D538DB8F369C}" type="presParOf" srcId="{01881EEE-982E-4A93-AAA2-65F395E4BC44}" destId="{C8757F9E-0F8E-480E-B693-990914FA14CD}" srcOrd="6" destOrd="0" presId="urn:microsoft.com/office/officeart/2005/8/layout/vProcess5"/>
    <dgm:cxn modelId="{996B64C0-0A24-4FED-A036-C76E38CC6679}" type="presParOf" srcId="{01881EEE-982E-4A93-AAA2-65F395E4BC44}" destId="{C891F5AC-EE7B-4447-A2C4-B184C4F52F04}" srcOrd="7" destOrd="0" presId="urn:microsoft.com/office/officeart/2005/8/layout/vProcess5"/>
    <dgm:cxn modelId="{20AB6DEF-C67C-4DEF-B262-FE5BCC575689}" type="presParOf" srcId="{01881EEE-982E-4A93-AAA2-65F395E4BC44}" destId="{C307DCF6-DCC5-474A-9EB6-08681ABCF70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vList3#1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13106C34-DDA7-4704-AE3C-0B0E4328523F}">
      <dgm:prSet custT="1"/>
      <dgm:spPr/>
      <dgm:t>
        <a:bodyPr/>
        <a:lstStyle/>
        <a:p>
          <a:pPr marL="0" indent="177800" algn="l" rtl="0"/>
          <a:r>
            <a:rPr lang="en-US" altLang="zh-CN" sz="2000" b="1" dirty="0"/>
            <a:t>5.4.1 GPIO</a:t>
          </a:r>
          <a:r>
            <a:rPr lang="zh-CN" altLang="en-US" sz="2000" b="1" dirty="0"/>
            <a:t>的</a:t>
          </a:r>
          <a:r>
            <a:rPr lang="en-US" altLang="zh-CN" sz="2000" b="1" dirty="0"/>
            <a:t>HAL</a:t>
          </a:r>
          <a:r>
            <a:rPr lang="zh-CN" altLang="zh-CN" sz="2000" b="1" dirty="0"/>
            <a:t>库接口函数</a:t>
          </a:r>
          <a:endParaRPr lang="zh-CN" sz="2000" dirty="0"/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pPr algn="l"/>
          <a:endParaRPr lang="zh-CN" altLang="en-US" sz="2000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pPr algn="l"/>
          <a:endParaRPr lang="zh-CN" altLang="en-US" sz="2000"/>
        </a:p>
      </dgm:t>
    </dgm:pt>
    <dgm:pt modelId="{047B7240-9B3B-4945-ABFC-8AA577225995}">
      <dgm:prSet custT="1"/>
      <dgm:spPr/>
      <dgm:t>
        <a:bodyPr/>
        <a:lstStyle/>
        <a:p>
          <a:pPr marL="0" indent="177800" algn="l" rtl="0"/>
          <a:r>
            <a:rPr lang="en-US" altLang="zh-CN" sz="2000" b="1" dirty="0"/>
            <a:t>5.4.2 GPIO</a:t>
          </a:r>
          <a:r>
            <a:rPr lang="zh-CN" altLang="en-US" sz="2000" b="1" dirty="0"/>
            <a:t>的</a:t>
          </a:r>
          <a:r>
            <a:rPr lang="en-US" altLang="zh-CN" sz="2000" b="1" dirty="0"/>
            <a:t> HAL</a:t>
          </a:r>
          <a:r>
            <a:rPr lang="zh-CN" altLang="en-US" sz="2000" b="1" dirty="0"/>
            <a:t>库应用实例</a:t>
          </a:r>
          <a:endParaRPr lang="zh-CN" sz="2000" dirty="0"/>
        </a:p>
      </dgm:t>
    </dgm:pt>
    <dgm:pt modelId="{30432C7E-5CB4-43B7-ABDA-FDD668F97924}" type="parTrans" cxnId="{8ECEC30A-7947-4089-82B2-F4118177782E}">
      <dgm:prSet/>
      <dgm:spPr/>
      <dgm:t>
        <a:bodyPr/>
        <a:lstStyle/>
        <a:p>
          <a:pPr algn="l"/>
          <a:endParaRPr lang="zh-CN" altLang="en-US" sz="2000"/>
        </a:p>
      </dgm:t>
    </dgm:pt>
    <dgm:pt modelId="{2AD50ABE-3325-4DD9-8E1F-7ECDCF00ED92}" type="sibTrans" cxnId="{8ECEC30A-7947-4089-82B2-F4118177782E}">
      <dgm:prSet/>
      <dgm:spPr/>
      <dgm:t>
        <a:bodyPr/>
        <a:lstStyle/>
        <a:p>
          <a:pPr algn="l"/>
          <a:endParaRPr lang="zh-CN" altLang="en-US" sz="2000"/>
        </a:p>
      </dgm:t>
    </dgm:pt>
    <dgm:pt modelId="{7977DCCD-DBD0-4F28-8256-85F3D4427E92}">
      <dgm:prSet custT="1"/>
      <dgm:spPr/>
      <dgm:t>
        <a:bodyPr/>
        <a:lstStyle/>
        <a:p>
          <a:pPr marL="0" indent="92075" algn="l" rtl="0"/>
          <a:r>
            <a:rPr lang="en-US" sz="2000" b="1" dirty="0"/>
            <a:t>  5.4.3 </a:t>
          </a:r>
          <a:r>
            <a:rPr lang="zh-CN" sz="2000" b="1" dirty="0"/>
            <a:t>基于</a:t>
          </a:r>
          <a:r>
            <a:rPr lang="en-US" sz="2000" b="1" dirty="0"/>
            <a:t>HAL</a:t>
          </a:r>
          <a:r>
            <a:rPr lang="zh-CN" sz="2000" b="1" dirty="0"/>
            <a:t>库开发的一般流程</a:t>
          </a:r>
          <a:endParaRPr lang="zh-CN" sz="2000" dirty="0"/>
        </a:p>
      </dgm:t>
    </dgm:pt>
    <dgm:pt modelId="{8A16ED71-75A4-4380-BABF-AADA57F4E730}" type="parTrans" cxnId="{D4B95AFF-C0CC-4872-A2F6-0762374D3065}">
      <dgm:prSet/>
      <dgm:spPr/>
      <dgm:t>
        <a:bodyPr/>
        <a:lstStyle/>
        <a:p>
          <a:endParaRPr lang="zh-CN" altLang="en-US"/>
        </a:p>
      </dgm:t>
    </dgm:pt>
    <dgm:pt modelId="{CE891899-3DED-4AD2-85BB-052816322C28}" type="sibTrans" cxnId="{D4B95AFF-C0CC-4872-A2F6-0762374D3065}">
      <dgm:prSet/>
      <dgm:spPr/>
      <dgm:t>
        <a:bodyPr/>
        <a:lstStyle/>
        <a:p>
          <a:endParaRPr lang="zh-CN" altLang="en-US"/>
        </a:p>
      </dgm:t>
    </dgm:pt>
    <dgm:pt modelId="{01BA8000-F013-4439-BEFE-860C47094334}" type="pres">
      <dgm:prSet presAssocID="{A02CEBAA-E1A0-4A5E-892A-353144A3ECB1}" presName="linearFlow" presStyleCnt="0">
        <dgm:presLayoutVars>
          <dgm:dir/>
          <dgm:resizeHandles val="exact"/>
        </dgm:presLayoutVars>
      </dgm:prSet>
      <dgm:spPr/>
    </dgm:pt>
    <dgm:pt modelId="{28DE22D8-6D57-4E52-9246-B2B231773FAC}" type="pres">
      <dgm:prSet presAssocID="{13106C34-DDA7-4704-AE3C-0B0E4328523F}" presName="composite" presStyleCnt="0"/>
      <dgm:spPr/>
    </dgm:pt>
    <dgm:pt modelId="{BD893DEC-F94E-4CFD-8B1D-44EBE27F01D8}" type="pres">
      <dgm:prSet presAssocID="{13106C34-DDA7-4704-AE3C-0B0E4328523F}" presName="imgShp" presStyleLbl="fgImgPlace1" presStyleIdx="0" presStyleCnt="3" custLinFactNeighborX="-6999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144B12B0-8ED7-423A-98C2-ACC6EE7F5834}" type="pres">
      <dgm:prSet presAssocID="{13106C34-DDA7-4704-AE3C-0B0E4328523F}" presName="txShp" presStyleLbl="node1" presStyleIdx="0" presStyleCnt="3" custScaleX="119730">
        <dgm:presLayoutVars>
          <dgm:bulletEnabled val="1"/>
        </dgm:presLayoutVars>
      </dgm:prSet>
      <dgm:spPr/>
    </dgm:pt>
    <dgm:pt modelId="{29BC0434-ED20-4C04-9137-BBCAA037438E}" type="pres">
      <dgm:prSet presAssocID="{09265D00-2571-440C-8A2D-A0D7C0ECA357}" presName="spacing" presStyleCnt="0"/>
      <dgm:spPr/>
    </dgm:pt>
    <dgm:pt modelId="{EC350B0D-0634-4595-A61D-EA92D440B58A}" type="pres">
      <dgm:prSet presAssocID="{047B7240-9B3B-4945-ABFC-8AA577225995}" presName="composite" presStyleCnt="0"/>
      <dgm:spPr/>
    </dgm:pt>
    <dgm:pt modelId="{536BAE9F-688B-43CA-8A61-824EE17C80DA}" type="pres">
      <dgm:prSet presAssocID="{047B7240-9B3B-4945-ABFC-8AA577225995}" presName="imgShp" presStyleLbl="fgImgPlace1" presStyleIdx="1" presStyleCnt="3" custLinFactNeighborX="-6999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8D22E1E6-691D-45DB-B730-1DC2060C8198}" type="pres">
      <dgm:prSet presAssocID="{047B7240-9B3B-4945-ABFC-8AA577225995}" presName="txShp" presStyleLbl="node1" presStyleIdx="1" presStyleCnt="3" custScaleX="119730">
        <dgm:presLayoutVars>
          <dgm:bulletEnabled val="1"/>
        </dgm:presLayoutVars>
      </dgm:prSet>
      <dgm:spPr/>
    </dgm:pt>
    <dgm:pt modelId="{1AFABC0B-51F3-4213-B6F4-56292C43F92A}" type="pres">
      <dgm:prSet presAssocID="{2AD50ABE-3325-4DD9-8E1F-7ECDCF00ED92}" presName="spacing" presStyleCnt="0"/>
      <dgm:spPr/>
    </dgm:pt>
    <dgm:pt modelId="{FAE2B2D4-2F86-4C13-8FB4-3E1D117B4665}" type="pres">
      <dgm:prSet presAssocID="{7977DCCD-DBD0-4F28-8256-85F3D4427E92}" presName="composite" presStyleCnt="0"/>
      <dgm:spPr/>
    </dgm:pt>
    <dgm:pt modelId="{C06C18F0-AD8E-43A3-A062-56219B7CA638}" type="pres">
      <dgm:prSet presAssocID="{7977DCCD-DBD0-4F28-8256-85F3D4427E92}" presName="imgShp" presStyleLbl="fgImgPlace1" presStyleIdx="2" presStyleCnt="3" custLinFactNeighborX="-68050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DFA4D803-A4D6-48E2-9391-5042EDC90BC7}" type="pres">
      <dgm:prSet presAssocID="{7977DCCD-DBD0-4F28-8256-85F3D4427E92}" presName="txShp" presStyleLbl="node1" presStyleIdx="2" presStyleCnt="3" custScaleX="120262" custLinFactNeighborX="-345">
        <dgm:presLayoutVars>
          <dgm:bulletEnabled val="1"/>
        </dgm:presLayoutVars>
      </dgm:prSet>
      <dgm:spPr/>
    </dgm:pt>
  </dgm:ptLst>
  <dgm:cxnLst>
    <dgm:cxn modelId="{B1E3160A-0453-4104-BCC5-5A33B67BE42A}" type="presOf" srcId="{13106C34-DDA7-4704-AE3C-0B0E4328523F}" destId="{144B12B0-8ED7-423A-98C2-ACC6EE7F5834}" srcOrd="0" destOrd="0" presId="urn:microsoft.com/office/officeart/2005/8/layout/vList3#1"/>
    <dgm:cxn modelId="{8ECEC30A-7947-4089-82B2-F4118177782E}" srcId="{A02CEBAA-E1A0-4A5E-892A-353144A3ECB1}" destId="{047B7240-9B3B-4945-ABFC-8AA577225995}" srcOrd="1" destOrd="0" parTransId="{30432C7E-5CB4-43B7-ABDA-FDD668F97924}" sibTransId="{2AD50ABE-3325-4DD9-8E1F-7ECDCF00ED92}"/>
    <dgm:cxn modelId="{9485F011-5B84-4581-A77F-9F29B188ECDD}" type="presOf" srcId="{7977DCCD-DBD0-4F28-8256-85F3D4427E92}" destId="{DFA4D803-A4D6-48E2-9391-5042EDC90BC7}" srcOrd="0" destOrd="0" presId="urn:microsoft.com/office/officeart/2005/8/layout/vList3#1"/>
    <dgm:cxn modelId="{05350961-D708-4AE9-BE3B-38D3D048F112}" type="presOf" srcId="{047B7240-9B3B-4945-ABFC-8AA577225995}" destId="{8D22E1E6-691D-45DB-B730-1DC2060C8198}" srcOrd="0" destOrd="0" presId="urn:microsoft.com/office/officeart/2005/8/layout/vList3#1"/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C45E7579-6547-44A6-AF1F-7A29372DD6E9}" type="presOf" srcId="{A02CEBAA-E1A0-4A5E-892A-353144A3ECB1}" destId="{01BA8000-F013-4439-BEFE-860C47094334}" srcOrd="0" destOrd="0" presId="urn:microsoft.com/office/officeart/2005/8/layout/vList3#1"/>
    <dgm:cxn modelId="{D4B95AFF-C0CC-4872-A2F6-0762374D3065}" srcId="{A02CEBAA-E1A0-4A5E-892A-353144A3ECB1}" destId="{7977DCCD-DBD0-4F28-8256-85F3D4427E92}" srcOrd="2" destOrd="0" parTransId="{8A16ED71-75A4-4380-BABF-AADA57F4E730}" sibTransId="{CE891899-3DED-4AD2-85BB-052816322C28}"/>
    <dgm:cxn modelId="{DEBC703C-2E0D-48C9-9B3B-8EDF0A5D708D}" type="presParOf" srcId="{01BA8000-F013-4439-BEFE-860C47094334}" destId="{28DE22D8-6D57-4E52-9246-B2B231773FAC}" srcOrd="0" destOrd="0" presId="urn:microsoft.com/office/officeart/2005/8/layout/vList3#1"/>
    <dgm:cxn modelId="{32669B3D-0563-4F3C-9F86-35B347C827A8}" type="presParOf" srcId="{28DE22D8-6D57-4E52-9246-B2B231773FAC}" destId="{BD893DEC-F94E-4CFD-8B1D-44EBE27F01D8}" srcOrd="0" destOrd="0" presId="urn:microsoft.com/office/officeart/2005/8/layout/vList3#1"/>
    <dgm:cxn modelId="{6AB89F6D-B885-454F-A8CB-BD734B3B0869}" type="presParOf" srcId="{28DE22D8-6D57-4E52-9246-B2B231773FAC}" destId="{144B12B0-8ED7-423A-98C2-ACC6EE7F5834}" srcOrd="1" destOrd="0" presId="urn:microsoft.com/office/officeart/2005/8/layout/vList3#1"/>
    <dgm:cxn modelId="{43659B92-6F09-4CAA-A311-A65A301AE397}" type="presParOf" srcId="{01BA8000-F013-4439-BEFE-860C47094334}" destId="{29BC0434-ED20-4C04-9137-BBCAA037438E}" srcOrd="1" destOrd="0" presId="urn:microsoft.com/office/officeart/2005/8/layout/vList3#1"/>
    <dgm:cxn modelId="{9F3D3E87-CEE6-400B-930D-C69F18B6DABA}" type="presParOf" srcId="{01BA8000-F013-4439-BEFE-860C47094334}" destId="{EC350B0D-0634-4595-A61D-EA92D440B58A}" srcOrd="2" destOrd="0" presId="urn:microsoft.com/office/officeart/2005/8/layout/vList3#1"/>
    <dgm:cxn modelId="{F84D608E-D193-4262-A42D-9E6397519395}" type="presParOf" srcId="{EC350B0D-0634-4595-A61D-EA92D440B58A}" destId="{536BAE9F-688B-43CA-8A61-824EE17C80DA}" srcOrd="0" destOrd="0" presId="urn:microsoft.com/office/officeart/2005/8/layout/vList3#1"/>
    <dgm:cxn modelId="{06FCA7F7-AC71-48C4-AD0F-CCFD54B3C73B}" type="presParOf" srcId="{EC350B0D-0634-4595-A61D-EA92D440B58A}" destId="{8D22E1E6-691D-45DB-B730-1DC2060C8198}" srcOrd="1" destOrd="0" presId="urn:microsoft.com/office/officeart/2005/8/layout/vList3#1"/>
    <dgm:cxn modelId="{48C2A5CD-ADF1-4397-9C15-415A84D1C45A}" type="presParOf" srcId="{01BA8000-F013-4439-BEFE-860C47094334}" destId="{1AFABC0B-51F3-4213-B6F4-56292C43F92A}" srcOrd="3" destOrd="0" presId="urn:microsoft.com/office/officeart/2005/8/layout/vList3#1"/>
    <dgm:cxn modelId="{4D9E9494-7C21-463F-BE23-3050285B4AB4}" type="presParOf" srcId="{01BA8000-F013-4439-BEFE-860C47094334}" destId="{FAE2B2D4-2F86-4C13-8FB4-3E1D117B4665}" srcOrd="4" destOrd="0" presId="urn:microsoft.com/office/officeart/2005/8/layout/vList3#1"/>
    <dgm:cxn modelId="{E4080087-E3E0-49D8-9EE7-7F1899335458}" type="presParOf" srcId="{FAE2B2D4-2F86-4C13-8FB4-3E1D117B4665}" destId="{C06C18F0-AD8E-43A3-A062-56219B7CA638}" srcOrd="0" destOrd="0" presId="urn:microsoft.com/office/officeart/2005/8/layout/vList3#1"/>
    <dgm:cxn modelId="{E56E3D7F-45CA-48CB-A498-18682F87BFF1}" type="presParOf" srcId="{FAE2B2D4-2F86-4C13-8FB4-3E1D117B4665}" destId="{DFA4D803-A4D6-48E2-9391-5042EDC90BC7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CCEE796-E35E-4146-B4C8-4310BECCF78E}" type="doc">
      <dgm:prSet loTypeId="urn:microsoft.com/office/officeart/2005/8/layout/hProcess11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309F6603-61B8-4E9A-9632-4CA951D4A106}">
      <dgm:prSet phldrT="[文本]"/>
      <dgm:spPr/>
      <dgm:t>
        <a:bodyPr/>
        <a:lstStyle/>
        <a:p>
          <a:r>
            <a:rPr lang="en-US" b="1" dirty="0"/>
            <a:t>RCC</a:t>
          </a:r>
          <a:r>
            <a:rPr lang="zh-CN" b="1" dirty="0"/>
            <a:t>和时钟配置</a:t>
          </a:r>
          <a:endParaRPr lang="zh-CN" altLang="en-US" dirty="0"/>
        </a:p>
      </dgm:t>
    </dgm:pt>
    <dgm:pt modelId="{36E9E79F-0A2C-4647-A616-12B9DD1185DA}" type="parTrans" cxnId="{3A7E2520-7476-4FA6-AC37-7537DA201D21}">
      <dgm:prSet/>
      <dgm:spPr/>
      <dgm:t>
        <a:bodyPr/>
        <a:lstStyle/>
        <a:p>
          <a:endParaRPr lang="zh-CN" altLang="en-US"/>
        </a:p>
      </dgm:t>
    </dgm:pt>
    <dgm:pt modelId="{94C8AA6E-81D9-4211-B5F4-7380450ED57C}" type="sibTrans" cxnId="{3A7E2520-7476-4FA6-AC37-7537DA201D21}">
      <dgm:prSet/>
      <dgm:spPr/>
      <dgm:t>
        <a:bodyPr/>
        <a:lstStyle/>
        <a:p>
          <a:endParaRPr lang="zh-CN" altLang="en-US"/>
        </a:p>
      </dgm:t>
    </dgm:pt>
    <dgm:pt modelId="{A4375C5C-4C6E-4E2E-B226-EED71B697FA0}">
      <dgm:prSet phldrT="[文本]"/>
      <dgm:spPr/>
      <dgm:t>
        <a:bodyPr/>
        <a:lstStyle/>
        <a:p>
          <a:r>
            <a:rPr lang="en-US" b="1" dirty="0"/>
            <a:t>MCU</a:t>
          </a:r>
          <a:r>
            <a:rPr lang="zh-CN" b="1" dirty="0"/>
            <a:t>引脚选择</a:t>
          </a:r>
          <a:endParaRPr lang="zh-CN" altLang="en-US" dirty="0"/>
        </a:p>
      </dgm:t>
    </dgm:pt>
    <dgm:pt modelId="{249C4C67-7605-4D39-AAE4-6348DAE9C578}" type="parTrans" cxnId="{3C54C4CC-6551-4CE1-94FB-09BD5B69850C}">
      <dgm:prSet/>
      <dgm:spPr/>
      <dgm:t>
        <a:bodyPr/>
        <a:lstStyle/>
        <a:p>
          <a:endParaRPr lang="zh-CN" altLang="en-US"/>
        </a:p>
      </dgm:t>
    </dgm:pt>
    <dgm:pt modelId="{4462D1BB-C05C-4606-BB68-4298BA8A4C9E}" type="sibTrans" cxnId="{3C54C4CC-6551-4CE1-94FB-09BD5B69850C}">
      <dgm:prSet/>
      <dgm:spPr/>
      <dgm:t>
        <a:bodyPr/>
        <a:lstStyle/>
        <a:p>
          <a:endParaRPr lang="zh-CN" altLang="en-US"/>
        </a:p>
      </dgm:t>
    </dgm:pt>
    <dgm:pt modelId="{C84282D9-B83A-4FC7-A288-87A03DA62835}">
      <dgm:prSet phldrT="[文本]"/>
      <dgm:spPr/>
      <dgm:t>
        <a:bodyPr/>
        <a:lstStyle/>
        <a:p>
          <a:r>
            <a:rPr lang="en-US" b="1"/>
            <a:t>GPIO</a:t>
          </a:r>
          <a:r>
            <a:rPr lang="zh-CN" b="1"/>
            <a:t>引脚参数配置</a:t>
          </a:r>
          <a:endParaRPr lang="zh-CN" altLang="en-US" dirty="0"/>
        </a:p>
      </dgm:t>
    </dgm:pt>
    <dgm:pt modelId="{8EB417D2-A503-425A-A2BD-CBE9E78834F4}" type="parTrans" cxnId="{C4820553-1212-4F09-A728-7701C0516863}">
      <dgm:prSet/>
      <dgm:spPr/>
      <dgm:t>
        <a:bodyPr/>
        <a:lstStyle/>
        <a:p>
          <a:endParaRPr lang="zh-CN" altLang="en-US"/>
        </a:p>
      </dgm:t>
    </dgm:pt>
    <dgm:pt modelId="{99D49836-56C5-4343-A8F0-B6998F45F0A7}" type="sibTrans" cxnId="{C4820553-1212-4F09-A728-7701C0516863}">
      <dgm:prSet/>
      <dgm:spPr/>
      <dgm:t>
        <a:bodyPr/>
        <a:lstStyle/>
        <a:p>
          <a:endParaRPr lang="zh-CN" altLang="en-US"/>
        </a:p>
      </dgm:t>
    </dgm:pt>
    <dgm:pt modelId="{1938AB36-B7C5-42B2-BDDE-B3CC55434D8D}" type="pres">
      <dgm:prSet presAssocID="{2CCEE796-E35E-4146-B4C8-4310BECCF78E}" presName="Name0" presStyleCnt="0">
        <dgm:presLayoutVars>
          <dgm:dir/>
          <dgm:resizeHandles val="exact"/>
        </dgm:presLayoutVars>
      </dgm:prSet>
      <dgm:spPr/>
    </dgm:pt>
    <dgm:pt modelId="{4F04C309-2ABA-4BA0-A4AE-6C0865AC1347}" type="pres">
      <dgm:prSet presAssocID="{2CCEE796-E35E-4146-B4C8-4310BECCF78E}" presName="arrow" presStyleLbl="bgShp" presStyleIdx="0" presStyleCnt="1"/>
      <dgm:spPr/>
    </dgm:pt>
    <dgm:pt modelId="{720B877C-B2BC-428B-B3FA-FC380C4E5F6A}" type="pres">
      <dgm:prSet presAssocID="{2CCEE796-E35E-4146-B4C8-4310BECCF78E}" presName="points" presStyleCnt="0"/>
      <dgm:spPr/>
    </dgm:pt>
    <dgm:pt modelId="{526C44BE-CBE9-405F-96A0-D1C86DC1E8A1}" type="pres">
      <dgm:prSet presAssocID="{309F6603-61B8-4E9A-9632-4CA951D4A106}" presName="compositeA" presStyleCnt="0"/>
      <dgm:spPr/>
    </dgm:pt>
    <dgm:pt modelId="{145D2E95-0455-4742-9C10-8CD96EE6DBD1}" type="pres">
      <dgm:prSet presAssocID="{309F6603-61B8-4E9A-9632-4CA951D4A106}" presName="textA" presStyleLbl="revTx" presStyleIdx="0" presStyleCnt="3">
        <dgm:presLayoutVars>
          <dgm:bulletEnabled val="1"/>
        </dgm:presLayoutVars>
      </dgm:prSet>
      <dgm:spPr/>
    </dgm:pt>
    <dgm:pt modelId="{60DF79B8-04FA-472E-8968-385966E8E62D}" type="pres">
      <dgm:prSet presAssocID="{309F6603-61B8-4E9A-9632-4CA951D4A106}" presName="circleA" presStyleLbl="node1" presStyleIdx="0" presStyleCnt="3"/>
      <dgm:spPr/>
    </dgm:pt>
    <dgm:pt modelId="{78F69E00-C7B8-436A-AD38-AECBA940888A}" type="pres">
      <dgm:prSet presAssocID="{309F6603-61B8-4E9A-9632-4CA951D4A106}" presName="spaceA" presStyleCnt="0"/>
      <dgm:spPr/>
    </dgm:pt>
    <dgm:pt modelId="{1820D06F-A385-488E-8D0D-01810C39A3BE}" type="pres">
      <dgm:prSet presAssocID="{94C8AA6E-81D9-4211-B5F4-7380450ED57C}" presName="space" presStyleCnt="0"/>
      <dgm:spPr/>
    </dgm:pt>
    <dgm:pt modelId="{17B73500-76F4-4590-9CE6-DD48E9D0BF1D}" type="pres">
      <dgm:prSet presAssocID="{A4375C5C-4C6E-4E2E-B226-EED71B697FA0}" presName="compositeB" presStyleCnt="0"/>
      <dgm:spPr/>
    </dgm:pt>
    <dgm:pt modelId="{3C031582-7ECE-49FA-A7A9-1D7318590D19}" type="pres">
      <dgm:prSet presAssocID="{A4375C5C-4C6E-4E2E-B226-EED71B697FA0}" presName="textB" presStyleLbl="revTx" presStyleIdx="1" presStyleCnt="3">
        <dgm:presLayoutVars>
          <dgm:bulletEnabled val="1"/>
        </dgm:presLayoutVars>
      </dgm:prSet>
      <dgm:spPr/>
    </dgm:pt>
    <dgm:pt modelId="{B0599AA2-C22E-460E-8337-EE0A475D18F0}" type="pres">
      <dgm:prSet presAssocID="{A4375C5C-4C6E-4E2E-B226-EED71B697FA0}" presName="circleB" presStyleLbl="node1" presStyleIdx="1" presStyleCnt="3"/>
      <dgm:spPr/>
    </dgm:pt>
    <dgm:pt modelId="{93A18249-AF04-474A-9240-C94D3007FD83}" type="pres">
      <dgm:prSet presAssocID="{A4375C5C-4C6E-4E2E-B226-EED71B697FA0}" presName="spaceB" presStyleCnt="0"/>
      <dgm:spPr/>
    </dgm:pt>
    <dgm:pt modelId="{A9AF1FC8-F55B-488E-8DB3-D9C08137316E}" type="pres">
      <dgm:prSet presAssocID="{4462D1BB-C05C-4606-BB68-4298BA8A4C9E}" presName="space" presStyleCnt="0"/>
      <dgm:spPr/>
    </dgm:pt>
    <dgm:pt modelId="{CC3AFB81-F0D5-439D-AA21-FEE309DBD6EF}" type="pres">
      <dgm:prSet presAssocID="{C84282D9-B83A-4FC7-A288-87A03DA62835}" presName="compositeA" presStyleCnt="0"/>
      <dgm:spPr/>
    </dgm:pt>
    <dgm:pt modelId="{6EFEA128-3A4D-43AC-925B-74BE1E0BCFD6}" type="pres">
      <dgm:prSet presAssocID="{C84282D9-B83A-4FC7-A288-87A03DA62835}" presName="textA" presStyleLbl="revTx" presStyleIdx="2" presStyleCnt="3">
        <dgm:presLayoutVars>
          <dgm:bulletEnabled val="1"/>
        </dgm:presLayoutVars>
      </dgm:prSet>
      <dgm:spPr/>
    </dgm:pt>
    <dgm:pt modelId="{E2241CC0-C732-47B4-B756-A71E7037B421}" type="pres">
      <dgm:prSet presAssocID="{C84282D9-B83A-4FC7-A288-87A03DA62835}" presName="circleA" presStyleLbl="node1" presStyleIdx="2" presStyleCnt="3"/>
      <dgm:spPr/>
    </dgm:pt>
    <dgm:pt modelId="{4D425B2E-40FB-4EAF-80B4-E6EEE82CD68D}" type="pres">
      <dgm:prSet presAssocID="{C84282D9-B83A-4FC7-A288-87A03DA62835}" presName="spaceA" presStyleCnt="0"/>
      <dgm:spPr/>
    </dgm:pt>
  </dgm:ptLst>
  <dgm:cxnLst>
    <dgm:cxn modelId="{BDCA6D0F-9584-4DF6-8784-EB0A7C06B453}" type="presOf" srcId="{A4375C5C-4C6E-4E2E-B226-EED71B697FA0}" destId="{3C031582-7ECE-49FA-A7A9-1D7318590D19}" srcOrd="0" destOrd="0" presId="urn:microsoft.com/office/officeart/2005/8/layout/hProcess11"/>
    <dgm:cxn modelId="{3A7E2520-7476-4FA6-AC37-7537DA201D21}" srcId="{2CCEE796-E35E-4146-B4C8-4310BECCF78E}" destId="{309F6603-61B8-4E9A-9632-4CA951D4A106}" srcOrd="0" destOrd="0" parTransId="{36E9E79F-0A2C-4647-A616-12B9DD1185DA}" sibTransId="{94C8AA6E-81D9-4211-B5F4-7380450ED57C}"/>
    <dgm:cxn modelId="{C4820553-1212-4F09-A728-7701C0516863}" srcId="{2CCEE796-E35E-4146-B4C8-4310BECCF78E}" destId="{C84282D9-B83A-4FC7-A288-87A03DA62835}" srcOrd="2" destOrd="0" parTransId="{8EB417D2-A503-425A-A2BD-CBE9E78834F4}" sibTransId="{99D49836-56C5-4343-A8F0-B6998F45F0A7}"/>
    <dgm:cxn modelId="{6BA6587F-527A-4FB1-919A-2CD4355D70D0}" type="presOf" srcId="{309F6603-61B8-4E9A-9632-4CA951D4A106}" destId="{145D2E95-0455-4742-9C10-8CD96EE6DBD1}" srcOrd="0" destOrd="0" presId="urn:microsoft.com/office/officeart/2005/8/layout/hProcess11"/>
    <dgm:cxn modelId="{9AA92289-9C7F-4672-9EA7-CB04DDA2DCFE}" type="presOf" srcId="{2CCEE796-E35E-4146-B4C8-4310BECCF78E}" destId="{1938AB36-B7C5-42B2-BDDE-B3CC55434D8D}" srcOrd="0" destOrd="0" presId="urn:microsoft.com/office/officeart/2005/8/layout/hProcess11"/>
    <dgm:cxn modelId="{3C54C4CC-6551-4CE1-94FB-09BD5B69850C}" srcId="{2CCEE796-E35E-4146-B4C8-4310BECCF78E}" destId="{A4375C5C-4C6E-4E2E-B226-EED71B697FA0}" srcOrd="1" destOrd="0" parTransId="{249C4C67-7605-4D39-AAE4-6348DAE9C578}" sibTransId="{4462D1BB-C05C-4606-BB68-4298BA8A4C9E}"/>
    <dgm:cxn modelId="{ED74A6F7-3CC3-47E6-AAA6-3146277D8309}" type="presOf" srcId="{C84282D9-B83A-4FC7-A288-87A03DA62835}" destId="{6EFEA128-3A4D-43AC-925B-74BE1E0BCFD6}" srcOrd="0" destOrd="0" presId="urn:microsoft.com/office/officeart/2005/8/layout/hProcess11"/>
    <dgm:cxn modelId="{0A55B7A0-64B0-4617-A8C9-2BCFC534E7EE}" type="presParOf" srcId="{1938AB36-B7C5-42B2-BDDE-B3CC55434D8D}" destId="{4F04C309-2ABA-4BA0-A4AE-6C0865AC1347}" srcOrd="0" destOrd="0" presId="urn:microsoft.com/office/officeart/2005/8/layout/hProcess11"/>
    <dgm:cxn modelId="{64FE3AE5-D91E-4DF2-830D-F786BA1A51C3}" type="presParOf" srcId="{1938AB36-B7C5-42B2-BDDE-B3CC55434D8D}" destId="{720B877C-B2BC-428B-B3FA-FC380C4E5F6A}" srcOrd="1" destOrd="0" presId="urn:microsoft.com/office/officeart/2005/8/layout/hProcess11"/>
    <dgm:cxn modelId="{74D43ABA-5F8F-4FBC-B60E-1B7B6B472114}" type="presParOf" srcId="{720B877C-B2BC-428B-B3FA-FC380C4E5F6A}" destId="{526C44BE-CBE9-405F-96A0-D1C86DC1E8A1}" srcOrd="0" destOrd="0" presId="urn:microsoft.com/office/officeart/2005/8/layout/hProcess11"/>
    <dgm:cxn modelId="{9BD4CEDE-4D7D-47BF-B2D4-93274ADE2476}" type="presParOf" srcId="{526C44BE-CBE9-405F-96A0-D1C86DC1E8A1}" destId="{145D2E95-0455-4742-9C10-8CD96EE6DBD1}" srcOrd="0" destOrd="0" presId="urn:microsoft.com/office/officeart/2005/8/layout/hProcess11"/>
    <dgm:cxn modelId="{7CEDDD7E-2725-4F9E-BA30-D65FA918FD0A}" type="presParOf" srcId="{526C44BE-CBE9-405F-96A0-D1C86DC1E8A1}" destId="{60DF79B8-04FA-472E-8968-385966E8E62D}" srcOrd="1" destOrd="0" presId="urn:microsoft.com/office/officeart/2005/8/layout/hProcess11"/>
    <dgm:cxn modelId="{9EC3AE2C-C797-4EB2-B768-8EC423CEF8DE}" type="presParOf" srcId="{526C44BE-CBE9-405F-96A0-D1C86DC1E8A1}" destId="{78F69E00-C7B8-436A-AD38-AECBA940888A}" srcOrd="2" destOrd="0" presId="urn:microsoft.com/office/officeart/2005/8/layout/hProcess11"/>
    <dgm:cxn modelId="{9D19A9EB-FACD-4DA2-8636-8F43D6A4D435}" type="presParOf" srcId="{720B877C-B2BC-428B-B3FA-FC380C4E5F6A}" destId="{1820D06F-A385-488E-8D0D-01810C39A3BE}" srcOrd="1" destOrd="0" presId="urn:microsoft.com/office/officeart/2005/8/layout/hProcess11"/>
    <dgm:cxn modelId="{815E83E5-6E82-4DEF-9676-1EA39855AA6F}" type="presParOf" srcId="{720B877C-B2BC-428B-B3FA-FC380C4E5F6A}" destId="{17B73500-76F4-4590-9CE6-DD48E9D0BF1D}" srcOrd="2" destOrd="0" presId="urn:microsoft.com/office/officeart/2005/8/layout/hProcess11"/>
    <dgm:cxn modelId="{FD924375-1FCF-4486-B378-E3F84F9AEC7E}" type="presParOf" srcId="{17B73500-76F4-4590-9CE6-DD48E9D0BF1D}" destId="{3C031582-7ECE-49FA-A7A9-1D7318590D19}" srcOrd="0" destOrd="0" presId="urn:microsoft.com/office/officeart/2005/8/layout/hProcess11"/>
    <dgm:cxn modelId="{137EC650-AF78-4904-9CDC-E4F0B0A649FB}" type="presParOf" srcId="{17B73500-76F4-4590-9CE6-DD48E9D0BF1D}" destId="{B0599AA2-C22E-460E-8337-EE0A475D18F0}" srcOrd="1" destOrd="0" presId="urn:microsoft.com/office/officeart/2005/8/layout/hProcess11"/>
    <dgm:cxn modelId="{77B1313D-D1D8-4F07-8CF7-D817516FE485}" type="presParOf" srcId="{17B73500-76F4-4590-9CE6-DD48E9D0BF1D}" destId="{93A18249-AF04-474A-9240-C94D3007FD83}" srcOrd="2" destOrd="0" presId="urn:microsoft.com/office/officeart/2005/8/layout/hProcess11"/>
    <dgm:cxn modelId="{71213DAC-89ED-4896-942A-7D838CCC65EB}" type="presParOf" srcId="{720B877C-B2BC-428B-B3FA-FC380C4E5F6A}" destId="{A9AF1FC8-F55B-488E-8DB3-D9C08137316E}" srcOrd="3" destOrd="0" presId="urn:microsoft.com/office/officeart/2005/8/layout/hProcess11"/>
    <dgm:cxn modelId="{D76A1009-74E6-4F62-A227-0F8E443FC8EB}" type="presParOf" srcId="{720B877C-B2BC-428B-B3FA-FC380C4E5F6A}" destId="{CC3AFB81-F0D5-439D-AA21-FEE309DBD6EF}" srcOrd="4" destOrd="0" presId="urn:microsoft.com/office/officeart/2005/8/layout/hProcess11"/>
    <dgm:cxn modelId="{F98517C9-7F5C-46DD-B023-390A84177DB0}" type="presParOf" srcId="{CC3AFB81-F0D5-439D-AA21-FEE309DBD6EF}" destId="{6EFEA128-3A4D-43AC-925B-74BE1E0BCFD6}" srcOrd="0" destOrd="0" presId="urn:microsoft.com/office/officeart/2005/8/layout/hProcess11"/>
    <dgm:cxn modelId="{884DB22C-0196-456E-ACC6-D630DD140205}" type="presParOf" srcId="{CC3AFB81-F0D5-439D-AA21-FEE309DBD6EF}" destId="{E2241CC0-C732-47B4-B756-A71E7037B421}" srcOrd="1" destOrd="0" presId="urn:microsoft.com/office/officeart/2005/8/layout/hProcess11"/>
    <dgm:cxn modelId="{7BE377EF-9997-426C-8199-757F14B3E262}" type="presParOf" srcId="{CC3AFB81-F0D5-439D-AA21-FEE309DBD6EF}" destId="{4D425B2E-40FB-4EAF-80B4-E6EEE82CD68D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478583C-477D-4195-A267-83C8A400DB6F}" type="doc">
      <dgm:prSet loTypeId="urn:microsoft.com/office/officeart/2005/8/layout/bProcess3" loCatId="process" qsTypeId="urn:microsoft.com/office/officeart/2005/8/quickstyle/3d6" qsCatId="3D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5AF85C83-45B0-49C7-82BD-6AC9AD3D706C}">
      <dgm:prSet custT="1"/>
      <dgm:spPr/>
      <dgm:t>
        <a:bodyPr/>
        <a:lstStyle/>
        <a:p>
          <a:pPr rtl="0"/>
          <a:r>
            <a:rPr lang="zh-CN" altLang="en-US" sz="1600" b="1" dirty="0"/>
            <a:t>单</a:t>
          </a:r>
          <a:r>
            <a:rPr lang="zh-CN" sz="1600" b="1" dirty="0"/>
            <a:t>击 “</a:t>
          </a:r>
          <a:r>
            <a:rPr lang="en-US" sz="1600" b="1" dirty="0"/>
            <a:t>Build(F7)”</a:t>
          </a:r>
          <a:r>
            <a:rPr lang="zh-CN" sz="1600" b="1" dirty="0"/>
            <a:t>编译按钮，进行重新编译。</a:t>
          </a:r>
        </a:p>
      </dgm:t>
    </dgm:pt>
    <dgm:pt modelId="{32E9734B-7214-46F8-A8EB-6CC63ECF56F2}" type="parTrans" cxnId="{BBFD8334-D6CA-4066-86C3-ADB0CB8EEB23}">
      <dgm:prSet/>
      <dgm:spPr/>
      <dgm:t>
        <a:bodyPr/>
        <a:lstStyle/>
        <a:p>
          <a:endParaRPr lang="zh-CN" altLang="en-US" sz="6000" b="1"/>
        </a:p>
      </dgm:t>
    </dgm:pt>
    <dgm:pt modelId="{37EAA723-8CC1-4619-B3BE-84004FD371B4}" type="sibTrans" cxnId="{BBFD8334-D6CA-4066-86C3-ADB0CB8EEB23}">
      <dgm:prSet custT="1"/>
      <dgm:spPr/>
      <dgm:t>
        <a:bodyPr/>
        <a:lstStyle/>
        <a:p>
          <a:endParaRPr lang="zh-CN" altLang="en-US" sz="6000" b="1"/>
        </a:p>
      </dgm:t>
    </dgm:pt>
    <dgm:pt modelId="{342B0BE9-D177-4C75-A1FE-CB8620491158}">
      <dgm:prSet custT="1"/>
      <dgm:spPr/>
      <dgm:t>
        <a:bodyPr/>
        <a:lstStyle/>
        <a:p>
          <a:pPr rtl="0"/>
          <a:r>
            <a:rPr lang="zh-CN" sz="1600" b="1" dirty="0"/>
            <a:t>将开发板通过</a:t>
          </a:r>
          <a:r>
            <a:rPr lang="en-US" sz="1600" b="1" dirty="0"/>
            <a:t>USB</a:t>
          </a:r>
          <a:r>
            <a:rPr lang="zh-CN" sz="1600" b="1" dirty="0"/>
            <a:t>线与</a:t>
          </a:r>
          <a:r>
            <a:rPr lang="en-US" sz="1600" b="1" dirty="0"/>
            <a:t>PC</a:t>
          </a:r>
          <a:r>
            <a:rPr lang="zh-CN" sz="1600" b="1" dirty="0"/>
            <a:t>机进行连接</a:t>
          </a:r>
        </a:p>
      </dgm:t>
    </dgm:pt>
    <dgm:pt modelId="{4DDEC088-A189-4373-A78F-E4FE08969BA8}" type="parTrans" cxnId="{B35C6F93-2820-4C77-90B0-4AF7E166002E}">
      <dgm:prSet/>
      <dgm:spPr/>
      <dgm:t>
        <a:bodyPr/>
        <a:lstStyle/>
        <a:p>
          <a:endParaRPr lang="zh-CN" altLang="en-US" sz="6000" b="1"/>
        </a:p>
      </dgm:t>
    </dgm:pt>
    <dgm:pt modelId="{5DEAB000-C4F7-45E4-B59C-DB827F0FA273}" type="sibTrans" cxnId="{B35C6F93-2820-4C77-90B0-4AF7E166002E}">
      <dgm:prSet custT="1"/>
      <dgm:spPr/>
      <dgm:t>
        <a:bodyPr/>
        <a:lstStyle/>
        <a:p>
          <a:endParaRPr lang="zh-CN" altLang="en-US" sz="6000" b="1"/>
        </a:p>
      </dgm:t>
    </dgm:pt>
    <dgm:pt modelId="{EA4E696A-7BDB-4EA1-889C-9AED55FC8737}">
      <dgm:prSet custT="1"/>
      <dgm:spPr/>
      <dgm:t>
        <a:bodyPr/>
        <a:lstStyle/>
        <a:p>
          <a:pPr rtl="0"/>
          <a:r>
            <a:rPr lang="zh-CN" sz="1600" b="1" dirty="0"/>
            <a:t>通过工具栏里的 “</a:t>
          </a:r>
          <a:r>
            <a:rPr lang="en-US" sz="1600" b="1" dirty="0"/>
            <a:t>Download”</a:t>
          </a:r>
          <a:r>
            <a:rPr lang="zh-CN" sz="1600" b="1" dirty="0"/>
            <a:t>按钮将编译通过的程序下载到开发板上</a:t>
          </a:r>
        </a:p>
      </dgm:t>
    </dgm:pt>
    <dgm:pt modelId="{1FA7EA3A-69C1-4C58-A0DD-AA44326D64D8}" type="parTrans" cxnId="{7657CCD4-E633-4F3C-8F26-88FF8730F1DC}">
      <dgm:prSet/>
      <dgm:spPr/>
      <dgm:t>
        <a:bodyPr/>
        <a:lstStyle/>
        <a:p>
          <a:endParaRPr lang="zh-CN" altLang="en-US" sz="6000" b="1"/>
        </a:p>
      </dgm:t>
    </dgm:pt>
    <dgm:pt modelId="{F96D6136-D07D-47AB-9DB0-7E3F29099F94}" type="sibTrans" cxnId="{7657CCD4-E633-4F3C-8F26-88FF8730F1DC}">
      <dgm:prSet custT="1"/>
      <dgm:spPr/>
      <dgm:t>
        <a:bodyPr/>
        <a:lstStyle/>
        <a:p>
          <a:endParaRPr lang="zh-CN" altLang="en-US" sz="6000" b="1"/>
        </a:p>
      </dgm:t>
    </dgm:pt>
    <dgm:pt modelId="{43EB17E0-D4BC-44D3-A0DD-E0ED8029FAF2}">
      <dgm:prSet custT="1"/>
      <dgm:spPr/>
      <dgm:t>
        <a:bodyPr/>
        <a:lstStyle/>
        <a:p>
          <a:pPr rtl="0"/>
          <a:r>
            <a:rPr lang="zh-CN" sz="1600" b="1" dirty="0"/>
            <a:t>通过观察开发板上相应</a:t>
          </a:r>
          <a:r>
            <a:rPr lang="en-US" sz="1600" b="1" dirty="0"/>
            <a:t>LED</a:t>
          </a:r>
          <a:r>
            <a:rPr lang="zh-CN" sz="1600" b="1" dirty="0"/>
            <a:t>灯的闪烁情况来验证程序的正确性。</a:t>
          </a:r>
        </a:p>
      </dgm:t>
    </dgm:pt>
    <dgm:pt modelId="{A3532F2C-6341-4BB1-B2F4-B97499509090}" type="parTrans" cxnId="{1C6DECA7-1183-4B41-917A-75343DB7F893}">
      <dgm:prSet/>
      <dgm:spPr/>
      <dgm:t>
        <a:bodyPr/>
        <a:lstStyle/>
        <a:p>
          <a:endParaRPr lang="zh-CN" altLang="en-US" sz="6000" b="1"/>
        </a:p>
      </dgm:t>
    </dgm:pt>
    <dgm:pt modelId="{8931D82D-612A-49A6-9DD9-7588024BBC83}" type="sibTrans" cxnId="{1C6DECA7-1183-4B41-917A-75343DB7F893}">
      <dgm:prSet/>
      <dgm:spPr/>
      <dgm:t>
        <a:bodyPr/>
        <a:lstStyle/>
        <a:p>
          <a:endParaRPr lang="zh-CN" altLang="en-US" sz="6000" b="1"/>
        </a:p>
      </dgm:t>
    </dgm:pt>
    <dgm:pt modelId="{2C10ACB3-FBC9-4E24-84AC-E434266A41A3}" type="pres">
      <dgm:prSet presAssocID="{3478583C-477D-4195-A267-83C8A400DB6F}" presName="Name0" presStyleCnt="0">
        <dgm:presLayoutVars>
          <dgm:dir/>
          <dgm:resizeHandles val="exact"/>
        </dgm:presLayoutVars>
      </dgm:prSet>
      <dgm:spPr/>
    </dgm:pt>
    <dgm:pt modelId="{B1FAA71D-2455-4FA3-A16F-5CDD8E979767}" type="pres">
      <dgm:prSet presAssocID="{5AF85C83-45B0-49C7-82BD-6AC9AD3D706C}" presName="node" presStyleLbl="node1" presStyleIdx="0" presStyleCnt="4" custScaleX="103280">
        <dgm:presLayoutVars>
          <dgm:bulletEnabled val="1"/>
        </dgm:presLayoutVars>
      </dgm:prSet>
      <dgm:spPr/>
    </dgm:pt>
    <dgm:pt modelId="{3563CD2B-330C-44B3-9F6B-5BC11C91137D}" type="pres">
      <dgm:prSet presAssocID="{37EAA723-8CC1-4619-B3BE-84004FD371B4}" presName="sibTrans" presStyleLbl="sibTrans1D1" presStyleIdx="0" presStyleCnt="3"/>
      <dgm:spPr/>
    </dgm:pt>
    <dgm:pt modelId="{4D8360B2-58DE-4055-B9DE-D28378884DA2}" type="pres">
      <dgm:prSet presAssocID="{37EAA723-8CC1-4619-B3BE-84004FD371B4}" presName="connectorText" presStyleLbl="sibTrans1D1" presStyleIdx="0" presStyleCnt="3"/>
      <dgm:spPr/>
    </dgm:pt>
    <dgm:pt modelId="{D738A997-9DDB-4A77-8C11-E12670876B9C}" type="pres">
      <dgm:prSet presAssocID="{342B0BE9-D177-4C75-A1FE-CB8620491158}" presName="node" presStyleLbl="node1" presStyleIdx="1" presStyleCnt="4" custScaleX="103280">
        <dgm:presLayoutVars>
          <dgm:bulletEnabled val="1"/>
        </dgm:presLayoutVars>
      </dgm:prSet>
      <dgm:spPr/>
    </dgm:pt>
    <dgm:pt modelId="{C8C7A864-74F5-4E40-825B-36238AED466D}" type="pres">
      <dgm:prSet presAssocID="{5DEAB000-C4F7-45E4-B59C-DB827F0FA273}" presName="sibTrans" presStyleLbl="sibTrans1D1" presStyleIdx="1" presStyleCnt="3"/>
      <dgm:spPr/>
    </dgm:pt>
    <dgm:pt modelId="{EBD74362-1FF3-4B20-ABA9-93D0A815EE78}" type="pres">
      <dgm:prSet presAssocID="{5DEAB000-C4F7-45E4-B59C-DB827F0FA273}" presName="connectorText" presStyleLbl="sibTrans1D1" presStyleIdx="1" presStyleCnt="3"/>
      <dgm:spPr/>
    </dgm:pt>
    <dgm:pt modelId="{3B27A70A-E55D-486C-973D-1806A76604D0}" type="pres">
      <dgm:prSet presAssocID="{EA4E696A-7BDB-4EA1-889C-9AED55FC8737}" presName="node" presStyleLbl="node1" presStyleIdx="2" presStyleCnt="4" custScaleX="103280">
        <dgm:presLayoutVars>
          <dgm:bulletEnabled val="1"/>
        </dgm:presLayoutVars>
      </dgm:prSet>
      <dgm:spPr/>
    </dgm:pt>
    <dgm:pt modelId="{DEF6434E-1288-4E5D-97C7-4FC06B2C5EC9}" type="pres">
      <dgm:prSet presAssocID="{F96D6136-D07D-47AB-9DB0-7E3F29099F94}" presName="sibTrans" presStyleLbl="sibTrans1D1" presStyleIdx="2" presStyleCnt="3"/>
      <dgm:spPr/>
    </dgm:pt>
    <dgm:pt modelId="{8371A61F-96A6-4C22-B462-E2C028E5D2C2}" type="pres">
      <dgm:prSet presAssocID="{F96D6136-D07D-47AB-9DB0-7E3F29099F94}" presName="connectorText" presStyleLbl="sibTrans1D1" presStyleIdx="2" presStyleCnt="3"/>
      <dgm:spPr/>
    </dgm:pt>
    <dgm:pt modelId="{A758E78D-6314-48A4-9ED8-33B0CB366C98}" type="pres">
      <dgm:prSet presAssocID="{43EB17E0-D4BC-44D3-A0DD-E0ED8029FAF2}" presName="node" presStyleLbl="node1" presStyleIdx="3" presStyleCnt="4" custScaleX="103280">
        <dgm:presLayoutVars>
          <dgm:bulletEnabled val="1"/>
        </dgm:presLayoutVars>
      </dgm:prSet>
      <dgm:spPr/>
    </dgm:pt>
  </dgm:ptLst>
  <dgm:cxnLst>
    <dgm:cxn modelId="{45F30C04-D5C8-4877-AC1F-EC41034574D3}" type="presOf" srcId="{F96D6136-D07D-47AB-9DB0-7E3F29099F94}" destId="{8371A61F-96A6-4C22-B462-E2C028E5D2C2}" srcOrd="1" destOrd="0" presId="urn:microsoft.com/office/officeart/2005/8/layout/bProcess3"/>
    <dgm:cxn modelId="{9E3E8E2A-F233-42BE-A805-435F18FCFAFC}" type="presOf" srcId="{5DEAB000-C4F7-45E4-B59C-DB827F0FA273}" destId="{EBD74362-1FF3-4B20-ABA9-93D0A815EE78}" srcOrd="1" destOrd="0" presId="urn:microsoft.com/office/officeart/2005/8/layout/bProcess3"/>
    <dgm:cxn modelId="{BBFD8334-D6CA-4066-86C3-ADB0CB8EEB23}" srcId="{3478583C-477D-4195-A267-83C8A400DB6F}" destId="{5AF85C83-45B0-49C7-82BD-6AC9AD3D706C}" srcOrd="0" destOrd="0" parTransId="{32E9734B-7214-46F8-A8EB-6CC63ECF56F2}" sibTransId="{37EAA723-8CC1-4619-B3BE-84004FD371B4}"/>
    <dgm:cxn modelId="{861B2C42-6907-4836-AD2A-6F8A246CC435}" type="presOf" srcId="{342B0BE9-D177-4C75-A1FE-CB8620491158}" destId="{D738A997-9DDB-4A77-8C11-E12670876B9C}" srcOrd="0" destOrd="0" presId="urn:microsoft.com/office/officeart/2005/8/layout/bProcess3"/>
    <dgm:cxn modelId="{9872C346-7088-4655-829B-5313CF95C029}" type="presOf" srcId="{37EAA723-8CC1-4619-B3BE-84004FD371B4}" destId="{3563CD2B-330C-44B3-9F6B-5BC11C91137D}" srcOrd="0" destOrd="0" presId="urn:microsoft.com/office/officeart/2005/8/layout/bProcess3"/>
    <dgm:cxn modelId="{EA4A6F78-E15B-4EBB-A255-B5045B127358}" type="presOf" srcId="{5DEAB000-C4F7-45E4-B59C-DB827F0FA273}" destId="{C8C7A864-74F5-4E40-825B-36238AED466D}" srcOrd="0" destOrd="0" presId="urn:microsoft.com/office/officeart/2005/8/layout/bProcess3"/>
    <dgm:cxn modelId="{8B1EA758-713E-4439-AF2A-DC1EFBEC6FAD}" type="presOf" srcId="{37EAA723-8CC1-4619-B3BE-84004FD371B4}" destId="{4D8360B2-58DE-4055-B9DE-D28378884DA2}" srcOrd="1" destOrd="0" presId="urn:microsoft.com/office/officeart/2005/8/layout/bProcess3"/>
    <dgm:cxn modelId="{82A90A93-C9F2-4125-AFC1-0F805E08DF38}" type="presOf" srcId="{5AF85C83-45B0-49C7-82BD-6AC9AD3D706C}" destId="{B1FAA71D-2455-4FA3-A16F-5CDD8E979767}" srcOrd="0" destOrd="0" presId="urn:microsoft.com/office/officeart/2005/8/layout/bProcess3"/>
    <dgm:cxn modelId="{B35C6F93-2820-4C77-90B0-4AF7E166002E}" srcId="{3478583C-477D-4195-A267-83C8A400DB6F}" destId="{342B0BE9-D177-4C75-A1FE-CB8620491158}" srcOrd="1" destOrd="0" parTransId="{4DDEC088-A189-4373-A78F-E4FE08969BA8}" sibTransId="{5DEAB000-C4F7-45E4-B59C-DB827F0FA273}"/>
    <dgm:cxn modelId="{2965379F-590F-4AE7-BDF2-9E0C474BB388}" type="presOf" srcId="{3478583C-477D-4195-A267-83C8A400DB6F}" destId="{2C10ACB3-FBC9-4E24-84AC-E434266A41A3}" srcOrd="0" destOrd="0" presId="urn:microsoft.com/office/officeart/2005/8/layout/bProcess3"/>
    <dgm:cxn modelId="{1C6DECA7-1183-4B41-917A-75343DB7F893}" srcId="{3478583C-477D-4195-A267-83C8A400DB6F}" destId="{43EB17E0-D4BC-44D3-A0DD-E0ED8029FAF2}" srcOrd="3" destOrd="0" parTransId="{A3532F2C-6341-4BB1-B2F4-B97499509090}" sibTransId="{8931D82D-612A-49A6-9DD9-7588024BBC83}"/>
    <dgm:cxn modelId="{7CD97CB4-F38B-4727-AB09-A90DF25B3886}" type="presOf" srcId="{F96D6136-D07D-47AB-9DB0-7E3F29099F94}" destId="{DEF6434E-1288-4E5D-97C7-4FC06B2C5EC9}" srcOrd="0" destOrd="0" presId="urn:microsoft.com/office/officeart/2005/8/layout/bProcess3"/>
    <dgm:cxn modelId="{B5E617BF-7EA5-4FC5-B2F3-1C0C70B5DFCA}" type="presOf" srcId="{EA4E696A-7BDB-4EA1-889C-9AED55FC8737}" destId="{3B27A70A-E55D-486C-973D-1806A76604D0}" srcOrd="0" destOrd="0" presId="urn:microsoft.com/office/officeart/2005/8/layout/bProcess3"/>
    <dgm:cxn modelId="{7657CCD4-E633-4F3C-8F26-88FF8730F1DC}" srcId="{3478583C-477D-4195-A267-83C8A400DB6F}" destId="{EA4E696A-7BDB-4EA1-889C-9AED55FC8737}" srcOrd="2" destOrd="0" parTransId="{1FA7EA3A-69C1-4C58-A0DD-AA44326D64D8}" sibTransId="{F96D6136-D07D-47AB-9DB0-7E3F29099F94}"/>
    <dgm:cxn modelId="{B413D8EC-F36F-4263-AB32-979DFA5FD651}" type="presOf" srcId="{43EB17E0-D4BC-44D3-A0DD-E0ED8029FAF2}" destId="{A758E78D-6314-48A4-9ED8-33B0CB366C98}" srcOrd="0" destOrd="0" presId="urn:microsoft.com/office/officeart/2005/8/layout/bProcess3"/>
    <dgm:cxn modelId="{42892024-115E-40B6-BD1C-D236A4A1AE84}" type="presParOf" srcId="{2C10ACB3-FBC9-4E24-84AC-E434266A41A3}" destId="{B1FAA71D-2455-4FA3-A16F-5CDD8E979767}" srcOrd="0" destOrd="0" presId="urn:microsoft.com/office/officeart/2005/8/layout/bProcess3"/>
    <dgm:cxn modelId="{F3C9E7DE-45F7-4705-814D-373FDC399009}" type="presParOf" srcId="{2C10ACB3-FBC9-4E24-84AC-E434266A41A3}" destId="{3563CD2B-330C-44B3-9F6B-5BC11C91137D}" srcOrd="1" destOrd="0" presId="urn:microsoft.com/office/officeart/2005/8/layout/bProcess3"/>
    <dgm:cxn modelId="{DD710B5A-CFBB-488E-8263-36F32B58F5A5}" type="presParOf" srcId="{3563CD2B-330C-44B3-9F6B-5BC11C91137D}" destId="{4D8360B2-58DE-4055-B9DE-D28378884DA2}" srcOrd="0" destOrd="0" presId="urn:microsoft.com/office/officeart/2005/8/layout/bProcess3"/>
    <dgm:cxn modelId="{3946D41D-B9CF-4768-AE7E-F96D5B85CD43}" type="presParOf" srcId="{2C10ACB3-FBC9-4E24-84AC-E434266A41A3}" destId="{D738A997-9DDB-4A77-8C11-E12670876B9C}" srcOrd="2" destOrd="0" presId="urn:microsoft.com/office/officeart/2005/8/layout/bProcess3"/>
    <dgm:cxn modelId="{B4CCBBD6-FF21-45FE-A52E-5FB341992E56}" type="presParOf" srcId="{2C10ACB3-FBC9-4E24-84AC-E434266A41A3}" destId="{C8C7A864-74F5-4E40-825B-36238AED466D}" srcOrd="3" destOrd="0" presId="urn:microsoft.com/office/officeart/2005/8/layout/bProcess3"/>
    <dgm:cxn modelId="{A52B1F5A-3FFF-414A-A04A-A45A0C357EC6}" type="presParOf" srcId="{C8C7A864-74F5-4E40-825B-36238AED466D}" destId="{EBD74362-1FF3-4B20-ABA9-93D0A815EE78}" srcOrd="0" destOrd="0" presId="urn:microsoft.com/office/officeart/2005/8/layout/bProcess3"/>
    <dgm:cxn modelId="{A200A774-8C03-4C4E-8A1F-DFF088E333CD}" type="presParOf" srcId="{2C10ACB3-FBC9-4E24-84AC-E434266A41A3}" destId="{3B27A70A-E55D-486C-973D-1806A76604D0}" srcOrd="4" destOrd="0" presId="urn:microsoft.com/office/officeart/2005/8/layout/bProcess3"/>
    <dgm:cxn modelId="{C9FEB685-725C-4522-BFBC-5BB8AC45EA09}" type="presParOf" srcId="{2C10ACB3-FBC9-4E24-84AC-E434266A41A3}" destId="{DEF6434E-1288-4E5D-97C7-4FC06B2C5EC9}" srcOrd="5" destOrd="0" presId="urn:microsoft.com/office/officeart/2005/8/layout/bProcess3"/>
    <dgm:cxn modelId="{67AB8F22-CB67-4D00-B95A-EE4D351CA971}" type="presParOf" srcId="{DEF6434E-1288-4E5D-97C7-4FC06B2C5EC9}" destId="{8371A61F-96A6-4C22-B462-E2C028E5D2C2}" srcOrd="0" destOrd="0" presId="urn:microsoft.com/office/officeart/2005/8/layout/bProcess3"/>
    <dgm:cxn modelId="{E7D0CB2B-F8F9-4A41-8FEB-F2E65ECB4FD4}" type="presParOf" srcId="{2C10ACB3-FBC9-4E24-84AC-E434266A41A3}" destId="{A758E78D-6314-48A4-9ED8-33B0CB366C98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26CF03A-A09B-4020-8CA3-90228726561B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93D40E86-BB79-493F-A85C-A10B62372843}">
      <dgm:prSet custT="1"/>
      <dgm:spPr/>
      <dgm:t>
        <a:bodyPr/>
        <a:lstStyle/>
        <a:p>
          <a:pPr rtl="0"/>
          <a:r>
            <a:rPr lang="zh-CN" altLang="en-US" sz="1400" b="1" dirty="0"/>
            <a:t>开启系统时钟</a:t>
          </a:r>
        </a:p>
      </dgm:t>
    </dgm:pt>
    <dgm:pt modelId="{2A07C2EA-0AC0-45C0-B374-696D79DF7128}" type="parTrans" cxnId="{0D112951-556A-4E68-B87D-29C804B45D84}">
      <dgm:prSet/>
      <dgm:spPr/>
      <dgm:t>
        <a:bodyPr/>
        <a:lstStyle/>
        <a:p>
          <a:endParaRPr lang="zh-CN" altLang="en-US" sz="4000" b="1"/>
        </a:p>
      </dgm:t>
    </dgm:pt>
    <dgm:pt modelId="{6927A1AB-184B-469F-8C53-046BFB38C4A8}" type="sibTrans" cxnId="{0D112951-556A-4E68-B87D-29C804B45D84}">
      <dgm:prSet/>
      <dgm:spPr/>
      <dgm:t>
        <a:bodyPr/>
        <a:lstStyle/>
        <a:p>
          <a:endParaRPr lang="zh-CN" altLang="en-US" sz="4000" b="1"/>
        </a:p>
      </dgm:t>
    </dgm:pt>
    <dgm:pt modelId="{8EA85C5E-A8D6-470F-A913-6974BDCDCF47}">
      <dgm:prSet custT="1"/>
      <dgm:spPr/>
      <dgm:t>
        <a:bodyPr/>
        <a:lstStyle/>
        <a:p>
          <a:pPr rtl="0"/>
          <a:r>
            <a:rPr lang="zh-CN" sz="1400" b="1" dirty="0"/>
            <a:t>在</a:t>
          </a:r>
          <a:r>
            <a:rPr lang="en-US" sz="1400" b="1" dirty="0"/>
            <a:t>STM32CubeMX</a:t>
          </a:r>
          <a:r>
            <a:rPr lang="zh-CN" sz="1400" b="1" dirty="0"/>
            <a:t>主界面中的</a:t>
          </a:r>
          <a:r>
            <a:rPr lang="zh-CN" altLang="en-US" sz="1400" b="1" dirty="0"/>
            <a:t>“</a:t>
          </a:r>
          <a:r>
            <a:rPr lang="en-US" sz="1400" b="1" dirty="0" err="1"/>
            <a:t>Pinout</a:t>
          </a:r>
          <a:r>
            <a:rPr lang="en-US" sz="1400" b="1" dirty="0"/>
            <a:t> &amp; Configuration</a:t>
          </a:r>
          <a:r>
            <a:rPr lang="zh-CN" altLang="en-US" sz="1400" b="1" dirty="0"/>
            <a:t>”</a:t>
          </a:r>
          <a:r>
            <a:rPr lang="zh-CN" sz="1400" b="1" dirty="0"/>
            <a:t>选项页将</a:t>
          </a:r>
          <a:r>
            <a:rPr lang="en-US" sz="1400" b="1" dirty="0"/>
            <a:t>RCC</a:t>
          </a:r>
          <a:r>
            <a:rPr lang="zh-CN" sz="1400" b="1" dirty="0"/>
            <a:t>设置系统外部时钟源为</a:t>
          </a:r>
          <a:r>
            <a:rPr lang="en-US" sz="1400" b="1" dirty="0"/>
            <a:t>HSE</a:t>
          </a:r>
          <a:r>
            <a:rPr lang="zh-CN" sz="1400" b="1" dirty="0"/>
            <a:t>，</a:t>
          </a:r>
          <a:r>
            <a:rPr lang="en-US" sz="1400" b="1" dirty="0"/>
            <a:t>HSE</a:t>
          </a:r>
          <a:r>
            <a:rPr lang="zh-CN" sz="1400" b="1" dirty="0"/>
            <a:t>选择</a:t>
          </a:r>
          <a:r>
            <a:rPr lang="zh-CN" altLang="en-US" sz="1400" b="1" dirty="0"/>
            <a:t>“</a:t>
          </a:r>
          <a:r>
            <a:rPr lang="en-US" sz="1400" b="1" dirty="0"/>
            <a:t>Crystal/Ceramic Resonator</a:t>
          </a:r>
          <a:r>
            <a:rPr lang="zh-CN" altLang="en-US" sz="1400" b="1" dirty="0"/>
            <a:t>”</a:t>
          </a:r>
          <a:r>
            <a:rPr lang="zh-CN" sz="1400" b="1" dirty="0"/>
            <a:t>（晶振</a:t>
          </a:r>
          <a:r>
            <a:rPr lang="en-US" sz="1400" b="1" dirty="0"/>
            <a:t>/</a:t>
          </a:r>
          <a:r>
            <a:rPr lang="zh-CN" sz="1400" b="1" dirty="0"/>
            <a:t>陶瓷谐振器</a:t>
          </a:r>
          <a:r>
            <a:rPr lang="zh-CN" altLang="en-US" sz="1400" b="1" dirty="0"/>
            <a:t>）</a:t>
          </a:r>
          <a:endParaRPr lang="zh-CN" sz="1400" b="1" dirty="0"/>
        </a:p>
      </dgm:t>
    </dgm:pt>
    <dgm:pt modelId="{A1691CB7-F69D-4C85-B80D-1A560036D724}" type="parTrans" cxnId="{C59F855A-5AF8-47A2-9C91-23DE8B7F73A6}">
      <dgm:prSet/>
      <dgm:spPr/>
      <dgm:t>
        <a:bodyPr/>
        <a:lstStyle/>
        <a:p>
          <a:endParaRPr lang="zh-CN" altLang="en-US" sz="4000" b="1"/>
        </a:p>
      </dgm:t>
    </dgm:pt>
    <dgm:pt modelId="{1EB755AF-FA2B-4617-9C0A-EDC2EAECA558}" type="sibTrans" cxnId="{C59F855A-5AF8-47A2-9C91-23DE8B7F73A6}">
      <dgm:prSet/>
      <dgm:spPr/>
      <dgm:t>
        <a:bodyPr/>
        <a:lstStyle/>
        <a:p>
          <a:endParaRPr lang="zh-CN" altLang="en-US" sz="4000" b="1"/>
        </a:p>
      </dgm:t>
    </dgm:pt>
    <dgm:pt modelId="{C418A107-61C3-4714-A574-F7EDE76683B4}">
      <dgm:prSet custT="1"/>
      <dgm:spPr/>
      <dgm:t>
        <a:bodyPr/>
        <a:lstStyle/>
        <a:p>
          <a:pPr rtl="0"/>
          <a:r>
            <a:rPr lang="zh-CN" altLang="en-US" sz="1400" b="1" dirty="0"/>
            <a:t>配置系统时钟树</a:t>
          </a:r>
        </a:p>
      </dgm:t>
    </dgm:pt>
    <dgm:pt modelId="{8A48FE8A-D0F3-4694-B81F-C5EE0A55D5B4}" type="parTrans" cxnId="{2671D2C9-99F3-44F0-A990-1680B4FE7213}">
      <dgm:prSet/>
      <dgm:spPr/>
      <dgm:t>
        <a:bodyPr/>
        <a:lstStyle/>
        <a:p>
          <a:endParaRPr lang="zh-CN" altLang="en-US" sz="4000" b="1"/>
        </a:p>
      </dgm:t>
    </dgm:pt>
    <dgm:pt modelId="{B095903A-B981-4B29-A0E9-C76728C8EF89}" type="sibTrans" cxnId="{2671D2C9-99F3-44F0-A990-1680B4FE7213}">
      <dgm:prSet/>
      <dgm:spPr/>
      <dgm:t>
        <a:bodyPr/>
        <a:lstStyle/>
        <a:p>
          <a:endParaRPr lang="zh-CN" altLang="en-US" sz="4000" b="1"/>
        </a:p>
      </dgm:t>
    </dgm:pt>
    <dgm:pt modelId="{0572802A-3215-433D-8EA8-DA9A32963592}">
      <dgm:prSet custT="1"/>
      <dgm:spPr/>
      <dgm:t>
        <a:bodyPr/>
        <a:lstStyle/>
        <a:p>
          <a:pPr rtl="0"/>
          <a:r>
            <a:rPr lang="zh-CN" sz="1400" b="1" dirty="0"/>
            <a:t>将外部的</a:t>
          </a:r>
          <a:r>
            <a:rPr lang="en-US" sz="1400" b="1" dirty="0"/>
            <a:t>8MHz</a:t>
          </a:r>
          <a:r>
            <a:rPr lang="zh-CN" sz="1400" b="1" dirty="0"/>
            <a:t>晶振经</a:t>
          </a:r>
          <a:r>
            <a:rPr lang="en-US" sz="1400" b="1" dirty="0"/>
            <a:t>PLL</a:t>
          </a:r>
          <a:r>
            <a:rPr lang="zh-CN" sz="1400" b="1" dirty="0"/>
            <a:t>倍频</a:t>
          </a:r>
          <a:r>
            <a:rPr lang="en-US" sz="1400" b="1" dirty="0"/>
            <a:t>9</a:t>
          </a:r>
          <a:r>
            <a:rPr lang="zh-CN" sz="1400" b="1" dirty="0"/>
            <a:t>倍得到</a:t>
          </a:r>
          <a:r>
            <a:rPr lang="en-US" sz="1400" b="1" dirty="0"/>
            <a:t>72MHz</a:t>
          </a:r>
          <a:r>
            <a:rPr lang="zh-CN" sz="1400" b="1" dirty="0"/>
            <a:t>的系统时钟，然后设置相应外设时钟，如</a:t>
          </a:r>
          <a:r>
            <a:rPr lang="en-US" sz="1400" b="1" dirty="0"/>
            <a:t>APB1</a:t>
          </a:r>
          <a:r>
            <a:rPr lang="zh-CN" sz="1400" b="1" dirty="0"/>
            <a:t>为系统时钟的</a:t>
          </a:r>
          <a:r>
            <a:rPr lang="en-US" sz="1400" b="1" dirty="0"/>
            <a:t>2</a:t>
          </a:r>
          <a:r>
            <a:rPr lang="zh-CN" sz="1400" b="1" dirty="0"/>
            <a:t>分频为</a:t>
          </a:r>
          <a:r>
            <a:rPr lang="en-US" sz="1400" b="1" dirty="0"/>
            <a:t>36MHz</a:t>
          </a:r>
          <a:r>
            <a:rPr lang="zh-CN" sz="1400" b="1" dirty="0"/>
            <a:t>，</a:t>
          </a:r>
          <a:r>
            <a:rPr lang="en-US" sz="1400" b="1" dirty="0"/>
            <a:t>APB2</a:t>
          </a:r>
          <a:r>
            <a:rPr lang="zh-CN" sz="1400" b="1" dirty="0"/>
            <a:t>设置为与系统时钟相同</a:t>
          </a:r>
        </a:p>
      </dgm:t>
    </dgm:pt>
    <dgm:pt modelId="{C6199BD1-990A-4B5C-AF89-45FDC9EC89BF}" type="parTrans" cxnId="{47DDB047-B8C9-46C0-A6F6-BDBE44485D4F}">
      <dgm:prSet/>
      <dgm:spPr/>
      <dgm:t>
        <a:bodyPr/>
        <a:lstStyle/>
        <a:p>
          <a:endParaRPr lang="zh-CN" altLang="en-US" sz="4000" b="1"/>
        </a:p>
      </dgm:t>
    </dgm:pt>
    <dgm:pt modelId="{2587B59D-8E3D-4B52-9EE8-505100F1A966}" type="sibTrans" cxnId="{47DDB047-B8C9-46C0-A6F6-BDBE44485D4F}">
      <dgm:prSet/>
      <dgm:spPr/>
      <dgm:t>
        <a:bodyPr/>
        <a:lstStyle/>
        <a:p>
          <a:endParaRPr lang="zh-CN" altLang="en-US" sz="4000" b="1"/>
        </a:p>
      </dgm:t>
    </dgm:pt>
    <dgm:pt modelId="{3054D8F1-E38D-41B9-A7BB-56BE139151CC}">
      <dgm:prSet custT="1"/>
      <dgm:spPr/>
      <dgm:t>
        <a:bodyPr/>
        <a:lstStyle/>
        <a:p>
          <a:pPr rtl="0"/>
          <a:r>
            <a:rPr lang="zh-CN" sz="1400" b="1" dirty="0"/>
            <a:t>在</a:t>
          </a:r>
          <a:r>
            <a:rPr lang="en-US" sz="1400" b="1" dirty="0"/>
            <a:t>STM32CubeMX</a:t>
          </a:r>
          <a:r>
            <a:rPr lang="zh-CN" sz="1400" b="1" dirty="0"/>
            <a:t>主界面中的</a:t>
          </a:r>
          <a:r>
            <a:rPr lang="zh-CN" altLang="en-US" sz="1400" b="1" dirty="0"/>
            <a:t>“</a:t>
          </a:r>
          <a:r>
            <a:rPr lang="en-US" sz="1400" b="1" dirty="0" err="1"/>
            <a:t>Pinout</a:t>
          </a:r>
          <a:r>
            <a:rPr lang="en-US" sz="1400" b="1" dirty="0"/>
            <a:t> &amp; Configuration</a:t>
          </a:r>
          <a:r>
            <a:rPr lang="zh-CN" altLang="en-US" sz="1400" b="1" dirty="0"/>
            <a:t>”</a:t>
          </a:r>
          <a:r>
            <a:rPr lang="zh-CN" sz="1400" b="1" dirty="0"/>
            <a:t>选项页对片上外设进行功能配置</a:t>
          </a:r>
          <a:r>
            <a:rPr lang="zh-CN" altLang="en-US" sz="1400" b="1" dirty="0"/>
            <a:t>，如</a:t>
          </a:r>
          <a:r>
            <a:rPr lang="en-US" sz="1400" b="1" dirty="0"/>
            <a:t>GPIO</a:t>
          </a:r>
          <a:r>
            <a:rPr lang="zh-CN" sz="1400" b="1" dirty="0"/>
            <a:t>、</a:t>
          </a:r>
          <a:r>
            <a:rPr lang="en-US" sz="1400" b="1" dirty="0"/>
            <a:t>ADC</a:t>
          </a:r>
          <a:r>
            <a:rPr lang="zh-CN" sz="1400" b="1" dirty="0"/>
            <a:t>、定时器</a:t>
          </a:r>
          <a:r>
            <a:rPr lang="zh-CN" altLang="en-US" sz="1400" b="1" dirty="0"/>
            <a:t>、</a:t>
          </a:r>
          <a:r>
            <a:rPr lang="en-US" altLang="zh-CN" sz="1400" b="1" dirty="0"/>
            <a:t>NVIC</a:t>
          </a:r>
          <a:r>
            <a:rPr lang="zh-CN" sz="1400" b="1" dirty="0"/>
            <a:t>等</a:t>
          </a:r>
        </a:p>
      </dgm:t>
    </dgm:pt>
    <dgm:pt modelId="{48C94C59-51AA-48FE-968D-D508336C3729}" type="parTrans" cxnId="{707B521D-9287-4DC9-AA7A-7909B87E8857}">
      <dgm:prSet/>
      <dgm:spPr/>
      <dgm:t>
        <a:bodyPr/>
        <a:lstStyle/>
        <a:p>
          <a:endParaRPr lang="zh-CN" altLang="en-US" sz="4000" b="1"/>
        </a:p>
      </dgm:t>
    </dgm:pt>
    <dgm:pt modelId="{0EB95326-0561-4A67-BBCA-84E7E97A0189}" type="sibTrans" cxnId="{707B521D-9287-4DC9-AA7A-7909B87E8857}">
      <dgm:prSet/>
      <dgm:spPr/>
      <dgm:t>
        <a:bodyPr/>
        <a:lstStyle/>
        <a:p>
          <a:endParaRPr lang="zh-CN" altLang="en-US" sz="4000" b="1"/>
        </a:p>
      </dgm:t>
    </dgm:pt>
    <dgm:pt modelId="{1D2FB012-59CE-4187-80BD-D4330EE27485}">
      <dgm:prSet custT="1"/>
      <dgm:spPr/>
      <dgm:t>
        <a:bodyPr/>
        <a:lstStyle/>
        <a:p>
          <a:pPr rtl="0"/>
          <a:r>
            <a:rPr lang="en-US" sz="1400" b="1" dirty="0"/>
            <a:t>STM32CubeMX</a:t>
          </a:r>
          <a:r>
            <a:rPr lang="zh-CN" sz="1400" b="1" dirty="0"/>
            <a:t>配置完成后，生成工程代码，就可以在</a:t>
          </a:r>
          <a:r>
            <a:rPr lang="en-US" sz="1400" b="1" dirty="0" err="1"/>
            <a:t>Keil</a:t>
          </a:r>
          <a:r>
            <a:rPr lang="zh-CN" sz="1400" b="1" dirty="0"/>
            <a:t>软件中编写应用程序，以实现相应功能。</a:t>
          </a:r>
        </a:p>
      </dgm:t>
    </dgm:pt>
    <dgm:pt modelId="{2E57092E-3F9E-4148-BDA9-4708C14E311C}" type="parTrans" cxnId="{7B9100EF-2696-44E2-BBF3-4B82DE9E99CB}">
      <dgm:prSet/>
      <dgm:spPr/>
      <dgm:t>
        <a:bodyPr/>
        <a:lstStyle/>
        <a:p>
          <a:endParaRPr lang="zh-CN" altLang="en-US" sz="4000" b="1"/>
        </a:p>
      </dgm:t>
    </dgm:pt>
    <dgm:pt modelId="{46F7C0DC-6187-486E-999B-B500B3E8ADD5}" type="sibTrans" cxnId="{7B9100EF-2696-44E2-BBF3-4B82DE9E99CB}">
      <dgm:prSet/>
      <dgm:spPr/>
      <dgm:t>
        <a:bodyPr/>
        <a:lstStyle/>
        <a:p>
          <a:endParaRPr lang="zh-CN" altLang="en-US" sz="4000" b="1"/>
        </a:p>
      </dgm:t>
    </dgm:pt>
    <dgm:pt modelId="{6016F531-BE6D-4FF1-BBC6-2E315533750D}">
      <dgm:prSet custT="1"/>
      <dgm:spPr/>
      <dgm:t>
        <a:bodyPr/>
        <a:lstStyle/>
        <a:p>
          <a:pPr rtl="0"/>
          <a:r>
            <a:rPr lang="zh-CN" altLang="en-US" sz="1400" b="1"/>
            <a:t>外设</a:t>
          </a:r>
          <a:r>
            <a:rPr lang="zh-CN" altLang="en-US" sz="1400" b="1" dirty="0"/>
            <a:t>参数配置</a:t>
          </a:r>
        </a:p>
      </dgm:t>
    </dgm:pt>
    <dgm:pt modelId="{70241CF3-B70F-41D9-81D7-8FAD94D8D0A2}" type="parTrans" cxnId="{3695D9DD-39C7-427F-8440-454A9E31023C}">
      <dgm:prSet/>
      <dgm:spPr/>
      <dgm:t>
        <a:bodyPr/>
        <a:lstStyle/>
        <a:p>
          <a:endParaRPr lang="zh-CN" altLang="en-US" sz="4000" b="1"/>
        </a:p>
      </dgm:t>
    </dgm:pt>
    <dgm:pt modelId="{C7D00921-9D73-413B-8734-EE0FBB804A9C}" type="sibTrans" cxnId="{3695D9DD-39C7-427F-8440-454A9E31023C}">
      <dgm:prSet/>
      <dgm:spPr/>
      <dgm:t>
        <a:bodyPr/>
        <a:lstStyle/>
        <a:p>
          <a:endParaRPr lang="zh-CN" altLang="en-US" sz="4000" b="1"/>
        </a:p>
      </dgm:t>
    </dgm:pt>
    <dgm:pt modelId="{F2D9B4C0-8D8D-46F1-8847-F20D26049C01}">
      <dgm:prSet custT="1"/>
      <dgm:spPr/>
      <dgm:t>
        <a:bodyPr/>
        <a:lstStyle/>
        <a:p>
          <a:pPr rtl="0"/>
          <a:r>
            <a:rPr lang="zh-CN" altLang="en-US" sz="1400" b="1" dirty="0"/>
            <a:t>生成工程代码</a:t>
          </a:r>
        </a:p>
      </dgm:t>
    </dgm:pt>
    <dgm:pt modelId="{399097E4-4539-4E67-B0A2-74E04E73F5A2}" type="parTrans" cxnId="{E07CBE25-9468-4734-BBAC-8F53C56E1890}">
      <dgm:prSet/>
      <dgm:spPr/>
      <dgm:t>
        <a:bodyPr/>
        <a:lstStyle/>
        <a:p>
          <a:endParaRPr lang="zh-CN" altLang="en-US" sz="1600"/>
        </a:p>
      </dgm:t>
    </dgm:pt>
    <dgm:pt modelId="{2D345CAF-E9A0-4C89-9C7A-4C6F74E4C136}" type="sibTrans" cxnId="{E07CBE25-9468-4734-BBAC-8F53C56E1890}">
      <dgm:prSet/>
      <dgm:spPr/>
      <dgm:t>
        <a:bodyPr/>
        <a:lstStyle/>
        <a:p>
          <a:endParaRPr lang="zh-CN" altLang="en-US" sz="1600"/>
        </a:p>
      </dgm:t>
    </dgm:pt>
    <dgm:pt modelId="{67D70F98-ABCE-4A45-8676-1816858360BB}">
      <dgm:prSet custT="1"/>
      <dgm:spPr/>
      <dgm:t>
        <a:bodyPr/>
        <a:lstStyle/>
        <a:p>
          <a:pPr rtl="0"/>
          <a:r>
            <a:rPr lang="zh-CN" altLang="en-US" sz="1400" b="1" dirty="0"/>
            <a:t>应用程序编写</a:t>
          </a:r>
        </a:p>
      </dgm:t>
    </dgm:pt>
    <dgm:pt modelId="{06CE9415-8DDA-4A70-AAFC-8B21BEE9038B}" type="sibTrans" cxnId="{301DFF4E-6D7F-496C-88FE-4D07FEFFAF05}">
      <dgm:prSet/>
      <dgm:spPr/>
      <dgm:t>
        <a:bodyPr/>
        <a:lstStyle/>
        <a:p>
          <a:endParaRPr lang="zh-CN" altLang="en-US" sz="4000" b="1"/>
        </a:p>
      </dgm:t>
    </dgm:pt>
    <dgm:pt modelId="{82FABF20-B1C1-4C32-9043-BB4E7B47E094}" type="parTrans" cxnId="{301DFF4E-6D7F-496C-88FE-4D07FEFFAF05}">
      <dgm:prSet/>
      <dgm:spPr/>
      <dgm:t>
        <a:bodyPr/>
        <a:lstStyle/>
        <a:p>
          <a:endParaRPr lang="zh-CN" altLang="en-US" sz="4000" b="1"/>
        </a:p>
      </dgm:t>
    </dgm:pt>
    <dgm:pt modelId="{8ABFFB0D-DC8C-4EB9-9697-9D389C2E9AE0}">
      <dgm:prSet custT="1"/>
      <dgm:spPr/>
      <dgm:t>
        <a:bodyPr/>
        <a:lstStyle/>
        <a:p>
          <a:pPr rtl="0"/>
          <a:r>
            <a:rPr lang="zh-CN" sz="1400" b="1" dirty="0"/>
            <a:t>设置好工程所要存放的位置及所使用的集成开发环境，就可以生成工程代码</a:t>
          </a:r>
          <a:endParaRPr lang="zh-CN" altLang="en-US" sz="1400" b="1" dirty="0"/>
        </a:p>
      </dgm:t>
    </dgm:pt>
    <dgm:pt modelId="{A54D0727-90B2-425D-810C-308E03CBF6F2}" type="sibTrans" cxnId="{C745BC66-F28E-47AA-9C49-8A374FA8F8DB}">
      <dgm:prSet/>
      <dgm:spPr/>
      <dgm:t>
        <a:bodyPr/>
        <a:lstStyle/>
        <a:p>
          <a:endParaRPr lang="zh-CN" altLang="en-US" sz="1600"/>
        </a:p>
      </dgm:t>
    </dgm:pt>
    <dgm:pt modelId="{4E7FA631-914C-472C-A462-3E8331F5A4E8}" type="parTrans" cxnId="{C745BC66-F28E-47AA-9C49-8A374FA8F8DB}">
      <dgm:prSet/>
      <dgm:spPr/>
      <dgm:t>
        <a:bodyPr/>
        <a:lstStyle/>
        <a:p>
          <a:endParaRPr lang="zh-CN" altLang="en-US" sz="1600"/>
        </a:p>
      </dgm:t>
    </dgm:pt>
    <dgm:pt modelId="{62FE5A5C-CFCA-4371-AE4A-4986F6EFA248}" type="pres">
      <dgm:prSet presAssocID="{E26CF03A-A09B-4020-8CA3-90228726561B}" presName="Name0" presStyleCnt="0">
        <dgm:presLayoutVars>
          <dgm:dir/>
          <dgm:animLvl val="lvl"/>
          <dgm:resizeHandles val="exact"/>
        </dgm:presLayoutVars>
      </dgm:prSet>
      <dgm:spPr/>
    </dgm:pt>
    <dgm:pt modelId="{DA167635-CEB5-4A5C-9D4F-351498CD19D6}" type="pres">
      <dgm:prSet presAssocID="{93D40E86-BB79-493F-A85C-A10B62372843}" presName="composite" presStyleCnt="0"/>
      <dgm:spPr/>
    </dgm:pt>
    <dgm:pt modelId="{EE5B50D9-E114-45D6-9988-9CB81F146828}" type="pres">
      <dgm:prSet presAssocID="{93D40E86-BB79-493F-A85C-A10B62372843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584C0314-499A-4296-830D-1A2EE3245853}" type="pres">
      <dgm:prSet presAssocID="{93D40E86-BB79-493F-A85C-A10B62372843}" presName="desTx" presStyleLbl="alignAccFollowNode1" presStyleIdx="0" presStyleCnt="5" custScaleY="100000">
        <dgm:presLayoutVars>
          <dgm:bulletEnabled val="1"/>
        </dgm:presLayoutVars>
      </dgm:prSet>
      <dgm:spPr/>
    </dgm:pt>
    <dgm:pt modelId="{1CFFBAEB-9852-45E7-BD44-1066E2C56CEC}" type="pres">
      <dgm:prSet presAssocID="{6927A1AB-184B-469F-8C53-046BFB38C4A8}" presName="space" presStyleCnt="0"/>
      <dgm:spPr/>
    </dgm:pt>
    <dgm:pt modelId="{A36B080D-485A-47EB-BC7A-ACFFD0EF3D37}" type="pres">
      <dgm:prSet presAssocID="{C418A107-61C3-4714-A574-F7EDE76683B4}" presName="composite" presStyleCnt="0"/>
      <dgm:spPr/>
    </dgm:pt>
    <dgm:pt modelId="{6A63927C-7A0D-431A-9CEB-77A44942A3B2}" type="pres">
      <dgm:prSet presAssocID="{C418A107-61C3-4714-A574-F7EDE76683B4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C68270D5-ACA5-4E8E-A306-07D0E3D33A81}" type="pres">
      <dgm:prSet presAssocID="{C418A107-61C3-4714-A574-F7EDE76683B4}" presName="desTx" presStyleLbl="alignAccFollowNode1" presStyleIdx="1" presStyleCnt="5" custScaleY="100000">
        <dgm:presLayoutVars>
          <dgm:bulletEnabled val="1"/>
        </dgm:presLayoutVars>
      </dgm:prSet>
      <dgm:spPr/>
    </dgm:pt>
    <dgm:pt modelId="{328E3E18-F603-468E-A1FF-51B4A6E928E9}" type="pres">
      <dgm:prSet presAssocID="{B095903A-B981-4B29-A0E9-C76728C8EF89}" presName="space" presStyleCnt="0"/>
      <dgm:spPr/>
    </dgm:pt>
    <dgm:pt modelId="{5852E467-5849-4AFC-9939-733A9E0616AB}" type="pres">
      <dgm:prSet presAssocID="{6016F531-BE6D-4FF1-BBC6-2E315533750D}" presName="composite" presStyleCnt="0"/>
      <dgm:spPr/>
    </dgm:pt>
    <dgm:pt modelId="{2490AAF1-3F9F-49C8-B6B1-322EB12BD329}" type="pres">
      <dgm:prSet presAssocID="{6016F531-BE6D-4FF1-BBC6-2E315533750D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19ADC815-4988-46AE-AF7E-D67F80F60741}" type="pres">
      <dgm:prSet presAssocID="{6016F531-BE6D-4FF1-BBC6-2E315533750D}" presName="desTx" presStyleLbl="alignAccFollowNode1" presStyleIdx="2" presStyleCnt="5" custScaleY="100000">
        <dgm:presLayoutVars>
          <dgm:bulletEnabled val="1"/>
        </dgm:presLayoutVars>
      </dgm:prSet>
      <dgm:spPr/>
    </dgm:pt>
    <dgm:pt modelId="{13CAF331-82B1-4A72-8AE5-54C5DD1CCE5C}" type="pres">
      <dgm:prSet presAssocID="{C7D00921-9D73-413B-8734-EE0FBB804A9C}" presName="space" presStyleCnt="0"/>
      <dgm:spPr/>
    </dgm:pt>
    <dgm:pt modelId="{2AE1ECA2-6FB0-45CF-A379-E6E96ED774DE}" type="pres">
      <dgm:prSet presAssocID="{F2D9B4C0-8D8D-46F1-8847-F20D26049C01}" presName="composite" presStyleCnt="0"/>
      <dgm:spPr/>
    </dgm:pt>
    <dgm:pt modelId="{43C778E5-807A-4DBD-B653-3F680D11EED1}" type="pres">
      <dgm:prSet presAssocID="{F2D9B4C0-8D8D-46F1-8847-F20D26049C01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E2B2F66D-09CD-447F-AAF0-2C43E9FBF8A5}" type="pres">
      <dgm:prSet presAssocID="{F2D9B4C0-8D8D-46F1-8847-F20D26049C01}" presName="desTx" presStyleLbl="alignAccFollowNode1" presStyleIdx="3" presStyleCnt="5" custScaleY="100000">
        <dgm:presLayoutVars>
          <dgm:bulletEnabled val="1"/>
        </dgm:presLayoutVars>
      </dgm:prSet>
      <dgm:spPr/>
    </dgm:pt>
    <dgm:pt modelId="{9E0FCD58-CD0E-43E3-BA7B-8681F44EDF1C}" type="pres">
      <dgm:prSet presAssocID="{2D345CAF-E9A0-4C89-9C7A-4C6F74E4C136}" presName="space" presStyleCnt="0"/>
      <dgm:spPr/>
    </dgm:pt>
    <dgm:pt modelId="{FAB94D35-87EC-4B1C-B746-ECC027A36558}" type="pres">
      <dgm:prSet presAssocID="{67D70F98-ABCE-4A45-8676-1816858360BB}" presName="composite" presStyleCnt="0"/>
      <dgm:spPr/>
    </dgm:pt>
    <dgm:pt modelId="{C4438116-1DA7-4D0C-B88A-73CEB5B52511}" type="pres">
      <dgm:prSet presAssocID="{67D70F98-ABCE-4A45-8676-1816858360BB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DDC3E86D-1BD6-4E9D-B5F9-067D81E5D13B}" type="pres">
      <dgm:prSet presAssocID="{67D70F98-ABCE-4A45-8676-1816858360BB}" presName="desTx" presStyleLbl="alignAccFollowNode1" presStyleIdx="4" presStyleCnt="5" custScaleY="100000" custLinFactNeighborX="540" custLinFactNeighborY="1561">
        <dgm:presLayoutVars>
          <dgm:bulletEnabled val="1"/>
        </dgm:presLayoutVars>
      </dgm:prSet>
      <dgm:spPr/>
    </dgm:pt>
  </dgm:ptLst>
  <dgm:cxnLst>
    <dgm:cxn modelId="{563E7E18-6C97-4542-8CD1-2CF0F9A5C639}" type="presOf" srcId="{93D40E86-BB79-493F-A85C-A10B62372843}" destId="{EE5B50D9-E114-45D6-9988-9CB81F146828}" srcOrd="0" destOrd="0" presId="urn:microsoft.com/office/officeart/2005/8/layout/hList1"/>
    <dgm:cxn modelId="{707B521D-9287-4DC9-AA7A-7909B87E8857}" srcId="{6016F531-BE6D-4FF1-BBC6-2E315533750D}" destId="{3054D8F1-E38D-41B9-A7BB-56BE139151CC}" srcOrd="0" destOrd="0" parTransId="{48C94C59-51AA-48FE-968D-D508336C3729}" sibTransId="{0EB95326-0561-4A67-BBCA-84E7E97A0189}"/>
    <dgm:cxn modelId="{E07CBE25-9468-4734-BBAC-8F53C56E1890}" srcId="{E26CF03A-A09B-4020-8CA3-90228726561B}" destId="{F2D9B4C0-8D8D-46F1-8847-F20D26049C01}" srcOrd="3" destOrd="0" parTransId="{399097E4-4539-4E67-B0A2-74E04E73F5A2}" sibTransId="{2D345CAF-E9A0-4C89-9C7A-4C6F74E4C136}"/>
    <dgm:cxn modelId="{EA20B933-161B-4732-AA07-9EF9757C5093}" type="presOf" srcId="{8EA85C5E-A8D6-470F-A913-6974BDCDCF47}" destId="{584C0314-499A-4296-830D-1A2EE3245853}" srcOrd="0" destOrd="0" presId="urn:microsoft.com/office/officeart/2005/8/layout/hList1"/>
    <dgm:cxn modelId="{D9B94E38-D2CE-4ED0-85E8-5B685365B6E3}" type="presOf" srcId="{0572802A-3215-433D-8EA8-DA9A32963592}" destId="{C68270D5-ACA5-4E8E-A306-07D0E3D33A81}" srcOrd="0" destOrd="0" presId="urn:microsoft.com/office/officeart/2005/8/layout/hList1"/>
    <dgm:cxn modelId="{1FD8A13C-A0DC-4AD0-8D6C-2CF8A08ADEE3}" type="presOf" srcId="{3054D8F1-E38D-41B9-A7BB-56BE139151CC}" destId="{19ADC815-4988-46AE-AF7E-D67F80F60741}" srcOrd="0" destOrd="0" presId="urn:microsoft.com/office/officeart/2005/8/layout/hList1"/>
    <dgm:cxn modelId="{C745BC66-F28E-47AA-9C49-8A374FA8F8DB}" srcId="{F2D9B4C0-8D8D-46F1-8847-F20D26049C01}" destId="{8ABFFB0D-DC8C-4EB9-9697-9D389C2E9AE0}" srcOrd="0" destOrd="0" parTransId="{4E7FA631-914C-472C-A462-3E8331F5A4E8}" sibTransId="{A54D0727-90B2-425D-810C-308E03CBF6F2}"/>
    <dgm:cxn modelId="{47DDB047-B8C9-46C0-A6F6-BDBE44485D4F}" srcId="{C418A107-61C3-4714-A574-F7EDE76683B4}" destId="{0572802A-3215-433D-8EA8-DA9A32963592}" srcOrd="0" destOrd="0" parTransId="{C6199BD1-990A-4B5C-AF89-45FDC9EC89BF}" sibTransId="{2587B59D-8E3D-4B52-9EE8-505100F1A966}"/>
    <dgm:cxn modelId="{301DFF4E-6D7F-496C-88FE-4D07FEFFAF05}" srcId="{E26CF03A-A09B-4020-8CA3-90228726561B}" destId="{67D70F98-ABCE-4A45-8676-1816858360BB}" srcOrd="4" destOrd="0" parTransId="{82FABF20-B1C1-4C32-9043-BB4E7B47E094}" sibTransId="{06CE9415-8DDA-4A70-AAFC-8B21BEE9038B}"/>
    <dgm:cxn modelId="{0D112951-556A-4E68-B87D-29C804B45D84}" srcId="{E26CF03A-A09B-4020-8CA3-90228726561B}" destId="{93D40E86-BB79-493F-A85C-A10B62372843}" srcOrd="0" destOrd="0" parTransId="{2A07C2EA-0AC0-45C0-B374-696D79DF7128}" sibTransId="{6927A1AB-184B-469F-8C53-046BFB38C4A8}"/>
    <dgm:cxn modelId="{61E3FF52-C990-4169-8A8F-B3026EA854DE}" type="presOf" srcId="{67D70F98-ABCE-4A45-8676-1816858360BB}" destId="{C4438116-1DA7-4D0C-B88A-73CEB5B52511}" srcOrd="0" destOrd="0" presId="urn:microsoft.com/office/officeart/2005/8/layout/hList1"/>
    <dgm:cxn modelId="{004E6654-9D15-4821-883A-FD0A0396CF33}" type="presOf" srcId="{C418A107-61C3-4714-A574-F7EDE76683B4}" destId="{6A63927C-7A0D-431A-9CEB-77A44942A3B2}" srcOrd="0" destOrd="0" presId="urn:microsoft.com/office/officeart/2005/8/layout/hList1"/>
    <dgm:cxn modelId="{A2D0BF74-F78E-45CF-B5F4-61B9D85A1330}" type="presOf" srcId="{E26CF03A-A09B-4020-8CA3-90228726561B}" destId="{62FE5A5C-CFCA-4371-AE4A-4986F6EFA248}" srcOrd="0" destOrd="0" presId="urn:microsoft.com/office/officeart/2005/8/layout/hList1"/>
    <dgm:cxn modelId="{36573657-3F11-445A-8C4C-876264EC3C4C}" type="presOf" srcId="{1D2FB012-59CE-4187-80BD-D4330EE27485}" destId="{DDC3E86D-1BD6-4E9D-B5F9-067D81E5D13B}" srcOrd="0" destOrd="0" presId="urn:microsoft.com/office/officeart/2005/8/layout/hList1"/>
    <dgm:cxn modelId="{C59F855A-5AF8-47A2-9C91-23DE8B7F73A6}" srcId="{93D40E86-BB79-493F-A85C-A10B62372843}" destId="{8EA85C5E-A8D6-470F-A913-6974BDCDCF47}" srcOrd="0" destOrd="0" parTransId="{A1691CB7-F69D-4C85-B80D-1A560036D724}" sibTransId="{1EB755AF-FA2B-4617-9C0A-EDC2EAECA558}"/>
    <dgm:cxn modelId="{772D52B2-91B0-4BE3-8274-877AB32762E7}" type="presOf" srcId="{8ABFFB0D-DC8C-4EB9-9697-9D389C2E9AE0}" destId="{E2B2F66D-09CD-447F-AAF0-2C43E9FBF8A5}" srcOrd="0" destOrd="0" presId="urn:microsoft.com/office/officeart/2005/8/layout/hList1"/>
    <dgm:cxn modelId="{2671D2C9-99F3-44F0-A990-1680B4FE7213}" srcId="{E26CF03A-A09B-4020-8CA3-90228726561B}" destId="{C418A107-61C3-4714-A574-F7EDE76683B4}" srcOrd="1" destOrd="0" parTransId="{8A48FE8A-D0F3-4694-B81F-C5EE0A55D5B4}" sibTransId="{B095903A-B981-4B29-A0E9-C76728C8EF89}"/>
    <dgm:cxn modelId="{5E5B0ED6-53B7-439F-9F46-7D0B1560EC13}" type="presOf" srcId="{F2D9B4C0-8D8D-46F1-8847-F20D26049C01}" destId="{43C778E5-807A-4DBD-B653-3F680D11EED1}" srcOrd="0" destOrd="0" presId="urn:microsoft.com/office/officeart/2005/8/layout/hList1"/>
    <dgm:cxn modelId="{3695D9DD-39C7-427F-8440-454A9E31023C}" srcId="{E26CF03A-A09B-4020-8CA3-90228726561B}" destId="{6016F531-BE6D-4FF1-BBC6-2E315533750D}" srcOrd="2" destOrd="0" parTransId="{70241CF3-B70F-41D9-81D7-8FAD94D8D0A2}" sibTransId="{C7D00921-9D73-413B-8734-EE0FBB804A9C}"/>
    <dgm:cxn modelId="{23BC8CEC-E58A-49DB-BE15-8AE457EEBEF4}" type="presOf" srcId="{6016F531-BE6D-4FF1-BBC6-2E315533750D}" destId="{2490AAF1-3F9F-49C8-B6B1-322EB12BD329}" srcOrd="0" destOrd="0" presId="urn:microsoft.com/office/officeart/2005/8/layout/hList1"/>
    <dgm:cxn modelId="{7B9100EF-2696-44E2-BBF3-4B82DE9E99CB}" srcId="{67D70F98-ABCE-4A45-8676-1816858360BB}" destId="{1D2FB012-59CE-4187-80BD-D4330EE27485}" srcOrd="0" destOrd="0" parTransId="{2E57092E-3F9E-4148-BDA9-4708C14E311C}" sibTransId="{46F7C0DC-6187-486E-999B-B500B3E8ADD5}"/>
    <dgm:cxn modelId="{5C653F4C-EEBC-4856-BB02-F5B6C6A66906}" type="presParOf" srcId="{62FE5A5C-CFCA-4371-AE4A-4986F6EFA248}" destId="{DA167635-CEB5-4A5C-9D4F-351498CD19D6}" srcOrd="0" destOrd="0" presId="urn:microsoft.com/office/officeart/2005/8/layout/hList1"/>
    <dgm:cxn modelId="{53FCE829-9D8B-4A58-89CD-01A23D31458D}" type="presParOf" srcId="{DA167635-CEB5-4A5C-9D4F-351498CD19D6}" destId="{EE5B50D9-E114-45D6-9988-9CB81F146828}" srcOrd="0" destOrd="0" presId="urn:microsoft.com/office/officeart/2005/8/layout/hList1"/>
    <dgm:cxn modelId="{E23C217A-2108-4649-86BB-F81032244EBE}" type="presParOf" srcId="{DA167635-CEB5-4A5C-9D4F-351498CD19D6}" destId="{584C0314-499A-4296-830D-1A2EE3245853}" srcOrd="1" destOrd="0" presId="urn:microsoft.com/office/officeart/2005/8/layout/hList1"/>
    <dgm:cxn modelId="{D52ACBC0-E8FA-41B7-91D5-B8119895A701}" type="presParOf" srcId="{62FE5A5C-CFCA-4371-AE4A-4986F6EFA248}" destId="{1CFFBAEB-9852-45E7-BD44-1066E2C56CEC}" srcOrd="1" destOrd="0" presId="urn:microsoft.com/office/officeart/2005/8/layout/hList1"/>
    <dgm:cxn modelId="{C80EEECE-EEB9-4043-BDCC-EBCFE2D49C8C}" type="presParOf" srcId="{62FE5A5C-CFCA-4371-AE4A-4986F6EFA248}" destId="{A36B080D-485A-47EB-BC7A-ACFFD0EF3D37}" srcOrd="2" destOrd="0" presId="urn:microsoft.com/office/officeart/2005/8/layout/hList1"/>
    <dgm:cxn modelId="{78592E66-E47E-4053-84D6-2AD0D69DE0A8}" type="presParOf" srcId="{A36B080D-485A-47EB-BC7A-ACFFD0EF3D37}" destId="{6A63927C-7A0D-431A-9CEB-77A44942A3B2}" srcOrd="0" destOrd="0" presId="urn:microsoft.com/office/officeart/2005/8/layout/hList1"/>
    <dgm:cxn modelId="{33471A0D-5C92-4453-8853-CB6B8A87F679}" type="presParOf" srcId="{A36B080D-485A-47EB-BC7A-ACFFD0EF3D37}" destId="{C68270D5-ACA5-4E8E-A306-07D0E3D33A81}" srcOrd="1" destOrd="0" presId="urn:microsoft.com/office/officeart/2005/8/layout/hList1"/>
    <dgm:cxn modelId="{E7522D2E-24B8-4D48-9D65-20188788C939}" type="presParOf" srcId="{62FE5A5C-CFCA-4371-AE4A-4986F6EFA248}" destId="{328E3E18-F603-468E-A1FF-51B4A6E928E9}" srcOrd="3" destOrd="0" presId="urn:microsoft.com/office/officeart/2005/8/layout/hList1"/>
    <dgm:cxn modelId="{285C891F-0F47-4FA1-95F0-D7D9EDF6CA82}" type="presParOf" srcId="{62FE5A5C-CFCA-4371-AE4A-4986F6EFA248}" destId="{5852E467-5849-4AFC-9939-733A9E0616AB}" srcOrd="4" destOrd="0" presId="urn:microsoft.com/office/officeart/2005/8/layout/hList1"/>
    <dgm:cxn modelId="{54D435D3-D1BD-4121-AE77-5E341A75A3D2}" type="presParOf" srcId="{5852E467-5849-4AFC-9939-733A9E0616AB}" destId="{2490AAF1-3F9F-49C8-B6B1-322EB12BD329}" srcOrd="0" destOrd="0" presId="urn:microsoft.com/office/officeart/2005/8/layout/hList1"/>
    <dgm:cxn modelId="{DB16E537-8C54-408D-AA5E-43AC697B0915}" type="presParOf" srcId="{5852E467-5849-4AFC-9939-733A9E0616AB}" destId="{19ADC815-4988-46AE-AF7E-D67F80F60741}" srcOrd="1" destOrd="0" presId="urn:microsoft.com/office/officeart/2005/8/layout/hList1"/>
    <dgm:cxn modelId="{23FB4ABD-5B7D-4773-A018-1BE8EC26A156}" type="presParOf" srcId="{62FE5A5C-CFCA-4371-AE4A-4986F6EFA248}" destId="{13CAF331-82B1-4A72-8AE5-54C5DD1CCE5C}" srcOrd="5" destOrd="0" presId="urn:microsoft.com/office/officeart/2005/8/layout/hList1"/>
    <dgm:cxn modelId="{A8173C8A-2A3B-4757-B437-D5B7B9B2EE2D}" type="presParOf" srcId="{62FE5A5C-CFCA-4371-AE4A-4986F6EFA248}" destId="{2AE1ECA2-6FB0-45CF-A379-E6E96ED774DE}" srcOrd="6" destOrd="0" presId="urn:microsoft.com/office/officeart/2005/8/layout/hList1"/>
    <dgm:cxn modelId="{8CB4DD6B-2676-409D-9314-BAAFE57E9198}" type="presParOf" srcId="{2AE1ECA2-6FB0-45CF-A379-E6E96ED774DE}" destId="{43C778E5-807A-4DBD-B653-3F680D11EED1}" srcOrd="0" destOrd="0" presId="urn:microsoft.com/office/officeart/2005/8/layout/hList1"/>
    <dgm:cxn modelId="{5A73C33B-EBC8-4A1E-A5B9-9F737417F292}" type="presParOf" srcId="{2AE1ECA2-6FB0-45CF-A379-E6E96ED774DE}" destId="{E2B2F66D-09CD-447F-AAF0-2C43E9FBF8A5}" srcOrd="1" destOrd="0" presId="urn:microsoft.com/office/officeart/2005/8/layout/hList1"/>
    <dgm:cxn modelId="{8AA57308-D896-4744-A264-DE04A03DEE39}" type="presParOf" srcId="{62FE5A5C-CFCA-4371-AE4A-4986F6EFA248}" destId="{9E0FCD58-CD0E-43E3-BA7B-8681F44EDF1C}" srcOrd="7" destOrd="0" presId="urn:microsoft.com/office/officeart/2005/8/layout/hList1"/>
    <dgm:cxn modelId="{ACFBAD06-9747-4C4C-BD9F-58E0EAF5A869}" type="presParOf" srcId="{62FE5A5C-CFCA-4371-AE4A-4986F6EFA248}" destId="{FAB94D35-87EC-4B1C-B746-ECC027A36558}" srcOrd="8" destOrd="0" presId="urn:microsoft.com/office/officeart/2005/8/layout/hList1"/>
    <dgm:cxn modelId="{B303A604-8930-4ADF-AB20-478890BA3C31}" type="presParOf" srcId="{FAB94D35-87EC-4B1C-B746-ECC027A36558}" destId="{C4438116-1DA7-4D0C-B88A-73CEB5B52511}" srcOrd="0" destOrd="0" presId="urn:microsoft.com/office/officeart/2005/8/layout/hList1"/>
    <dgm:cxn modelId="{2BA0F787-E67C-48AA-B552-7D4C43BEE166}" type="presParOf" srcId="{FAB94D35-87EC-4B1C-B746-ECC027A36558}" destId="{DDC3E86D-1BD6-4E9D-B5F9-067D81E5D13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3106C34-DDA7-4704-AE3C-0B0E4328523F}">
      <dgm:prSet custT="1"/>
      <dgm:spPr/>
      <dgm:t>
        <a:bodyPr/>
        <a:lstStyle/>
        <a:p>
          <a:pPr rtl="0"/>
          <a:r>
            <a:rPr lang="en-GB" altLang="zh-CN" sz="1600" b="1" dirty="0"/>
            <a:t>5.1 GPIO</a:t>
          </a:r>
          <a:r>
            <a:rPr lang="zh-CN" altLang="en-US" sz="1600" b="1" dirty="0"/>
            <a:t>概述</a:t>
          </a:r>
          <a:endParaRPr lang="zh-CN" sz="1600" b="1" dirty="0"/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endParaRPr lang="zh-CN" altLang="en-US" sz="1600" b="1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endParaRPr lang="zh-CN" altLang="en-US" sz="1600" b="1"/>
        </a:p>
      </dgm:t>
    </dgm:pt>
    <dgm:pt modelId="{047B7240-9B3B-4945-ABFC-8AA577225995}">
      <dgm:prSet custT="1"/>
      <dgm:spPr/>
      <dgm:t>
        <a:bodyPr/>
        <a:lstStyle/>
        <a:p>
          <a:pPr rtl="0"/>
          <a:r>
            <a:rPr lang="en-GB" altLang="zh-CN" sz="1600" b="1" dirty="0"/>
            <a:t>5.2 STM32</a:t>
          </a:r>
          <a:r>
            <a:rPr lang="zh-CN" altLang="en-US" sz="1600" b="1" dirty="0"/>
            <a:t>的</a:t>
          </a:r>
          <a:r>
            <a:rPr lang="en-GB" altLang="zh-CN" sz="1600" b="1" dirty="0"/>
            <a:t>GPIO</a:t>
          </a:r>
          <a:r>
            <a:rPr lang="zh-CN" altLang="en-US" sz="1600" b="1" dirty="0"/>
            <a:t>工作原理</a:t>
          </a:r>
          <a:endParaRPr lang="zh-CN" sz="1600" b="1" dirty="0"/>
        </a:p>
      </dgm:t>
    </dgm:pt>
    <dgm:pt modelId="{30432C7E-5CB4-43B7-ABDA-FDD668F97924}" type="parTrans" cxnId="{8ECEC30A-7947-4089-82B2-F4118177782E}">
      <dgm:prSet/>
      <dgm:spPr/>
      <dgm:t>
        <a:bodyPr/>
        <a:lstStyle/>
        <a:p>
          <a:endParaRPr lang="zh-CN" altLang="en-US" sz="1600" b="1"/>
        </a:p>
      </dgm:t>
    </dgm:pt>
    <dgm:pt modelId="{2AD50ABE-3325-4DD9-8E1F-7ECDCF00ED92}" type="sibTrans" cxnId="{8ECEC30A-7947-4089-82B2-F4118177782E}">
      <dgm:prSet/>
      <dgm:spPr/>
      <dgm:t>
        <a:bodyPr/>
        <a:lstStyle/>
        <a:p>
          <a:endParaRPr lang="zh-CN" altLang="en-US" sz="1600" b="1"/>
        </a:p>
      </dgm:t>
    </dgm:pt>
    <dgm:pt modelId="{C03C3471-A4DA-417B-8393-2DA0F765F0DE}">
      <dgm:prSet custT="1"/>
      <dgm:spPr/>
      <dgm:t>
        <a:bodyPr/>
        <a:lstStyle/>
        <a:p>
          <a:pPr rtl="0"/>
          <a:r>
            <a:rPr lang="en-US" altLang="zh-CN" sz="1600" b="1" dirty="0"/>
            <a:t>5.3 GPIO</a:t>
          </a:r>
          <a:r>
            <a:rPr lang="zh-CN" altLang="zh-CN" sz="1600" b="1" dirty="0"/>
            <a:t>模块的标准外设库接口函数及应用</a:t>
          </a:r>
          <a:endParaRPr lang="zh-CN" sz="1600" b="1" dirty="0"/>
        </a:p>
      </dgm:t>
    </dgm:pt>
    <dgm:pt modelId="{1933975E-8B86-46FF-B7C1-099FB70E688A}" type="parTrans" cxnId="{972459DD-7803-4179-A553-DC73E2AA763F}">
      <dgm:prSet/>
      <dgm:spPr/>
      <dgm:t>
        <a:bodyPr/>
        <a:lstStyle/>
        <a:p>
          <a:endParaRPr lang="zh-CN" altLang="en-US" sz="1600" b="1"/>
        </a:p>
      </dgm:t>
    </dgm:pt>
    <dgm:pt modelId="{B2D04BCB-8D1E-44D6-B48A-12C7951CB416}" type="sibTrans" cxnId="{972459DD-7803-4179-A553-DC73E2AA763F}">
      <dgm:prSet/>
      <dgm:spPr/>
      <dgm:t>
        <a:bodyPr/>
        <a:lstStyle/>
        <a:p>
          <a:endParaRPr lang="zh-CN" altLang="en-US" sz="1600" b="1"/>
        </a:p>
      </dgm:t>
    </dgm:pt>
    <dgm:pt modelId="{272A1E72-89D8-435F-ABBC-9FE234A43252}">
      <dgm:prSet custT="1"/>
      <dgm:spPr/>
      <dgm:t>
        <a:bodyPr/>
        <a:lstStyle/>
        <a:p>
          <a:pPr rtl="0"/>
          <a:r>
            <a:rPr lang="en-US" sz="1600" b="1" dirty="0"/>
            <a:t>5.4 GPIO</a:t>
          </a:r>
          <a:r>
            <a:rPr lang="zh-CN" sz="1600" b="1" dirty="0"/>
            <a:t>模块的</a:t>
          </a:r>
          <a:r>
            <a:rPr lang="en-US" sz="1600" b="1" dirty="0"/>
            <a:t>HAL</a:t>
          </a:r>
          <a:r>
            <a:rPr lang="zh-CN" sz="1600" b="1" dirty="0"/>
            <a:t>库接口函数及应用</a:t>
          </a:r>
        </a:p>
      </dgm:t>
    </dgm:pt>
    <dgm:pt modelId="{A0A1EA4B-DAC0-4B94-8B11-139BB9C11FB5}" type="parTrans" cxnId="{954B69F5-7AC8-4D7D-ABDF-192385BA37D4}">
      <dgm:prSet/>
      <dgm:spPr/>
      <dgm:t>
        <a:bodyPr/>
        <a:lstStyle/>
        <a:p>
          <a:endParaRPr lang="zh-CN" altLang="en-US" sz="1600" b="1"/>
        </a:p>
      </dgm:t>
    </dgm:pt>
    <dgm:pt modelId="{61F94D7D-F4DF-43A8-98D1-22E94A9786B6}" type="sibTrans" cxnId="{954B69F5-7AC8-4D7D-ABDF-192385BA37D4}">
      <dgm:prSet/>
      <dgm:spPr/>
      <dgm:t>
        <a:bodyPr/>
        <a:lstStyle/>
        <a:p>
          <a:endParaRPr lang="zh-CN" altLang="en-US" sz="1600" b="1"/>
        </a:p>
      </dgm:t>
    </dgm:pt>
    <dgm:pt modelId="{96772F72-AE47-49C0-A0C2-1DD06A5A15F9}">
      <dgm:prSet custT="1"/>
      <dgm:spPr/>
      <dgm:t>
        <a:bodyPr/>
        <a:lstStyle/>
        <a:p>
          <a:pPr rtl="0"/>
          <a:r>
            <a:rPr lang="en-US" altLang="zh-CN" sz="1600" b="1" dirty="0"/>
            <a:t>GPIO</a:t>
          </a:r>
          <a:r>
            <a:rPr lang="zh-CN" sz="1600" b="1" dirty="0"/>
            <a:t>引脚</a:t>
          </a:r>
          <a:endParaRPr lang="zh-CN" altLang="en-US" sz="1600" b="1" dirty="0"/>
        </a:p>
      </dgm:t>
    </dgm:pt>
    <dgm:pt modelId="{99D307A9-AB17-4212-9146-5DBDE43CCFDD}" type="parTrans" cxnId="{7BC5AABE-F7D8-4933-BECE-19DB8E90C553}">
      <dgm:prSet/>
      <dgm:spPr/>
      <dgm:t>
        <a:bodyPr/>
        <a:lstStyle/>
        <a:p>
          <a:endParaRPr lang="zh-CN" altLang="en-US" sz="1600" b="1"/>
        </a:p>
      </dgm:t>
    </dgm:pt>
    <dgm:pt modelId="{8E51BC18-75F4-4486-84A5-9EB337BA7E44}" type="sibTrans" cxnId="{7BC5AABE-F7D8-4933-BECE-19DB8E90C553}">
      <dgm:prSet/>
      <dgm:spPr/>
      <dgm:t>
        <a:bodyPr/>
        <a:lstStyle/>
        <a:p>
          <a:endParaRPr lang="zh-CN" altLang="en-US" sz="1600" b="1"/>
        </a:p>
      </dgm:t>
    </dgm:pt>
    <dgm:pt modelId="{22AC8412-CAAB-442B-A35F-7EF8B97318B1}">
      <dgm:prSet custT="1"/>
      <dgm:spPr/>
      <dgm:t>
        <a:bodyPr/>
        <a:lstStyle/>
        <a:p>
          <a:pPr rtl="0"/>
          <a:r>
            <a:rPr lang="en-US" altLang="zh-CN" sz="1600" b="1" dirty="0"/>
            <a:t>GPIO</a:t>
          </a:r>
          <a:r>
            <a:rPr lang="zh-CN" altLang="en-US" sz="1600" b="1" dirty="0"/>
            <a:t>内部结构</a:t>
          </a:r>
          <a:endParaRPr lang="zh-CN" sz="1600" b="1" dirty="0"/>
        </a:p>
      </dgm:t>
    </dgm:pt>
    <dgm:pt modelId="{9EE0CEBB-1AEE-4672-BA03-047C97DCE283}" type="parTrans" cxnId="{26947123-8985-48B0-8FF8-54B9007DC4ED}">
      <dgm:prSet/>
      <dgm:spPr/>
      <dgm:t>
        <a:bodyPr/>
        <a:lstStyle/>
        <a:p>
          <a:endParaRPr lang="zh-CN" altLang="en-US" sz="1600" b="1"/>
        </a:p>
      </dgm:t>
    </dgm:pt>
    <dgm:pt modelId="{B7970A8C-ADD6-4063-AFB1-4D6B7C9E1E9D}" type="sibTrans" cxnId="{26947123-8985-48B0-8FF8-54B9007DC4ED}">
      <dgm:prSet/>
      <dgm:spPr/>
      <dgm:t>
        <a:bodyPr/>
        <a:lstStyle/>
        <a:p>
          <a:endParaRPr lang="zh-CN" altLang="en-US" sz="1600" b="1"/>
        </a:p>
      </dgm:t>
    </dgm:pt>
    <dgm:pt modelId="{B6B919C5-6DAD-447F-8F82-BB32EC2959B6}">
      <dgm:prSet custT="1"/>
      <dgm:spPr/>
      <dgm:t>
        <a:bodyPr/>
        <a:lstStyle/>
        <a:p>
          <a:pPr rtl="0"/>
          <a:r>
            <a:rPr lang="en-US" altLang="zh-CN" sz="1600" b="1" dirty="0"/>
            <a:t>GPIO</a:t>
          </a:r>
          <a:r>
            <a:rPr lang="zh-CN" altLang="en-US" sz="1600" b="1" dirty="0"/>
            <a:t>工作模式</a:t>
          </a:r>
          <a:endParaRPr lang="zh-CN" sz="1600" b="1" dirty="0"/>
        </a:p>
      </dgm:t>
    </dgm:pt>
    <dgm:pt modelId="{8EBBEC0D-8B29-417F-8329-277FA0365AFC}" type="parTrans" cxnId="{9FD0DFFA-A996-4A85-96C0-78B7A6F204F1}">
      <dgm:prSet/>
      <dgm:spPr/>
      <dgm:t>
        <a:bodyPr/>
        <a:lstStyle/>
        <a:p>
          <a:endParaRPr lang="zh-CN" altLang="en-US" sz="1600" b="1"/>
        </a:p>
      </dgm:t>
    </dgm:pt>
    <dgm:pt modelId="{75DBD83F-14CB-4D1C-85CC-C8259BC0B6FC}" type="sibTrans" cxnId="{9FD0DFFA-A996-4A85-96C0-78B7A6F204F1}">
      <dgm:prSet/>
      <dgm:spPr/>
      <dgm:t>
        <a:bodyPr/>
        <a:lstStyle/>
        <a:p>
          <a:endParaRPr lang="zh-CN" altLang="en-US" sz="1600" b="1"/>
        </a:p>
      </dgm:t>
    </dgm:pt>
    <dgm:pt modelId="{35435172-3BB6-4ED6-A8DB-3A67681F905C}">
      <dgm:prSet custT="1"/>
      <dgm:spPr/>
      <dgm:t>
        <a:bodyPr/>
        <a:lstStyle/>
        <a:p>
          <a:pPr rtl="0"/>
          <a:r>
            <a:rPr lang="en-US" altLang="zh-CN" sz="1600" b="1" dirty="0"/>
            <a:t>GPIO</a:t>
          </a:r>
          <a:r>
            <a:rPr lang="zh-CN" altLang="en-US" sz="1600" b="1" dirty="0"/>
            <a:t>输出速度</a:t>
          </a:r>
          <a:endParaRPr lang="zh-CN" sz="1600" b="1" dirty="0"/>
        </a:p>
      </dgm:t>
    </dgm:pt>
    <dgm:pt modelId="{CDD9A346-6172-43B7-9897-DD6D062027A2}" type="parTrans" cxnId="{B6E2B451-9643-4072-929B-D5A968F6B26B}">
      <dgm:prSet/>
      <dgm:spPr/>
      <dgm:t>
        <a:bodyPr/>
        <a:lstStyle/>
        <a:p>
          <a:endParaRPr lang="zh-CN" altLang="en-US" sz="1600" b="1"/>
        </a:p>
      </dgm:t>
    </dgm:pt>
    <dgm:pt modelId="{BD52D732-2D05-4ED0-8400-2FDEAF181ADA}" type="sibTrans" cxnId="{B6E2B451-9643-4072-929B-D5A968F6B26B}">
      <dgm:prSet/>
      <dgm:spPr/>
      <dgm:t>
        <a:bodyPr/>
        <a:lstStyle/>
        <a:p>
          <a:endParaRPr lang="zh-CN" altLang="en-US" sz="1600" b="1"/>
        </a:p>
      </dgm:t>
    </dgm:pt>
    <dgm:pt modelId="{4D41701B-4E19-4C54-A9E8-039654E33689}">
      <dgm:prSet custT="1"/>
      <dgm:spPr/>
      <dgm:t>
        <a:bodyPr/>
        <a:lstStyle/>
        <a:p>
          <a:pPr rtl="0"/>
          <a:r>
            <a:rPr lang="zh-CN" sz="1600" b="1" dirty="0"/>
            <a:t>接口函数</a:t>
          </a:r>
        </a:p>
      </dgm:t>
    </dgm:pt>
    <dgm:pt modelId="{08A619BC-3239-4AF6-B4B2-1669C9FACF46}" type="parTrans" cxnId="{C8E7FA5C-0477-4A4C-A15D-3CD0C8A5F85D}">
      <dgm:prSet/>
      <dgm:spPr/>
      <dgm:t>
        <a:bodyPr/>
        <a:lstStyle/>
        <a:p>
          <a:endParaRPr lang="zh-CN" altLang="en-US" sz="1600" b="1"/>
        </a:p>
      </dgm:t>
    </dgm:pt>
    <dgm:pt modelId="{B96928D2-2C80-42B7-A164-7A50D57F3B16}" type="sibTrans" cxnId="{C8E7FA5C-0477-4A4C-A15D-3CD0C8A5F85D}">
      <dgm:prSet/>
      <dgm:spPr/>
      <dgm:t>
        <a:bodyPr/>
        <a:lstStyle/>
        <a:p>
          <a:endParaRPr lang="zh-CN" altLang="en-US" sz="1600" b="1"/>
        </a:p>
      </dgm:t>
    </dgm:pt>
    <dgm:pt modelId="{D4F9DDD4-C1B9-4409-B226-C8867ECB3AF0}">
      <dgm:prSet custT="1"/>
      <dgm:spPr/>
      <dgm:t>
        <a:bodyPr/>
        <a:lstStyle/>
        <a:p>
          <a:pPr rtl="0"/>
          <a:r>
            <a:rPr lang="zh-CN" sz="1600" b="1" dirty="0"/>
            <a:t>应用实例</a:t>
          </a:r>
        </a:p>
      </dgm:t>
    </dgm:pt>
    <dgm:pt modelId="{660A3CBD-2529-4EA8-AF2B-2909D622066B}" type="parTrans" cxnId="{59611747-6B14-4A6B-B853-BDCAA303D532}">
      <dgm:prSet/>
      <dgm:spPr/>
      <dgm:t>
        <a:bodyPr/>
        <a:lstStyle/>
        <a:p>
          <a:endParaRPr lang="zh-CN" altLang="en-US" sz="1600" b="1"/>
        </a:p>
      </dgm:t>
    </dgm:pt>
    <dgm:pt modelId="{FE881062-D958-43D5-8A66-81917AE3041F}" type="sibTrans" cxnId="{59611747-6B14-4A6B-B853-BDCAA303D532}">
      <dgm:prSet/>
      <dgm:spPr/>
      <dgm:t>
        <a:bodyPr/>
        <a:lstStyle/>
        <a:p>
          <a:endParaRPr lang="zh-CN" altLang="en-US" sz="1600" b="1"/>
        </a:p>
      </dgm:t>
    </dgm:pt>
    <dgm:pt modelId="{DD1FF239-F601-404F-ABFC-399A955A2D4D}">
      <dgm:prSet custT="1"/>
      <dgm:spPr/>
      <dgm:t>
        <a:bodyPr/>
        <a:lstStyle/>
        <a:p>
          <a:pPr rtl="0"/>
          <a:r>
            <a:rPr lang="zh-CN" altLang="en-US" sz="1600" b="1" dirty="0"/>
            <a:t>接口函数</a:t>
          </a:r>
          <a:endParaRPr lang="zh-CN" sz="1600" b="1" dirty="0"/>
        </a:p>
      </dgm:t>
    </dgm:pt>
    <dgm:pt modelId="{99AD00EF-F9FE-4FFE-937D-5A2E3B80E4CB}" type="parTrans" cxnId="{8F102FB3-6937-4EB1-A17B-BD72D72466DB}">
      <dgm:prSet/>
      <dgm:spPr/>
      <dgm:t>
        <a:bodyPr/>
        <a:lstStyle/>
        <a:p>
          <a:endParaRPr lang="zh-CN" altLang="en-US" sz="1600" b="1"/>
        </a:p>
      </dgm:t>
    </dgm:pt>
    <dgm:pt modelId="{E2D25E48-1D2B-4E3F-AC19-F09A9E83B436}" type="sibTrans" cxnId="{8F102FB3-6937-4EB1-A17B-BD72D72466DB}">
      <dgm:prSet/>
      <dgm:spPr/>
      <dgm:t>
        <a:bodyPr/>
        <a:lstStyle/>
        <a:p>
          <a:endParaRPr lang="zh-CN" altLang="en-US" sz="1600" b="1"/>
        </a:p>
      </dgm:t>
    </dgm:pt>
    <dgm:pt modelId="{A47AF0FD-F47B-48D7-9CE5-4CC5500269FA}">
      <dgm:prSet custT="1"/>
      <dgm:spPr/>
      <dgm:t>
        <a:bodyPr/>
        <a:lstStyle/>
        <a:p>
          <a:pPr rtl="0"/>
          <a:r>
            <a:rPr lang="zh-CN" altLang="en-US" sz="1600" b="1" dirty="0"/>
            <a:t>应用实例</a:t>
          </a:r>
          <a:endParaRPr lang="zh-CN" sz="1600" b="1" dirty="0"/>
        </a:p>
      </dgm:t>
    </dgm:pt>
    <dgm:pt modelId="{0FBA812C-C16B-4F72-A83D-5ACE7BB20557}" type="parTrans" cxnId="{903E628F-50EF-483D-ACD2-97A42A2E2C63}">
      <dgm:prSet/>
      <dgm:spPr/>
      <dgm:t>
        <a:bodyPr/>
        <a:lstStyle/>
        <a:p>
          <a:endParaRPr lang="zh-CN" altLang="en-US" sz="1600" b="1"/>
        </a:p>
      </dgm:t>
    </dgm:pt>
    <dgm:pt modelId="{00EDC49D-5F77-4ACA-807A-AB8EB4AD2736}" type="sibTrans" cxnId="{903E628F-50EF-483D-ACD2-97A42A2E2C63}">
      <dgm:prSet/>
      <dgm:spPr/>
      <dgm:t>
        <a:bodyPr/>
        <a:lstStyle/>
        <a:p>
          <a:endParaRPr lang="zh-CN" altLang="en-US" sz="1600" b="1"/>
        </a:p>
      </dgm:t>
    </dgm:pt>
    <dgm:pt modelId="{55B24B94-1831-45A6-B779-D3D5C1C220FE}">
      <dgm:prSet custT="1"/>
      <dgm:spPr/>
      <dgm:t>
        <a:bodyPr/>
        <a:lstStyle/>
        <a:p>
          <a:pPr rtl="0"/>
          <a:r>
            <a:rPr lang="en-US" sz="1600" b="1" dirty="0"/>
            <a:t>5.5 </a:t>
          </a:r>
          <a:r>
            <a:rPr lang="zh-CN" altLang="en-US" sz="1600" b="1" dirty="0"/>
            <a:t>编程思想之模块化编程</a:t>
          </a:r>
          <a:endParaRPr lang="zh-CN" sz="1600" b="1" dirty="0"/>
        </a:p>
      </dgm:t>
    </dgm:pt>
    <dgm:pt modelId="{5AC4F004-6FCB-44E6-978B-F28E1563E029}" type="parTrans" cxnId="{E385D88D-21D9-4058-97F7-5571BC00C5E5}">
      <dgm:prSet/>
      <dgm:spPr/>
      <dgm:t>
        <a:bodyPr/>
        <a:lstStyle/>
        <a:p>
          <a:endParaRPr lang="zh-CN" altLang="en-US" sz="1600" b="1"/>
        </a:p>
      </dgm:t>
    </dgm:pt>
    <dgm:pt modelId="{38B8C5C3-62C0-4CB8-90C7-F337B0DE7DE7}" type="sibTrans" cxnId="{E385D88D-21D9-4058-97F7-5571BC00C5E5}">
      <dgm:prSet/>
      <dgm:spPr/>
      <dgm:t>
        <a:bodyPr/>
        <a:lstStyle/>
        <a:p>
          <a:endParaRPr lang="zh-CN" altLang="en-US" sz="1600" b="1"/>
        </a:p>
      </dgm:t>
    </dgm:pt>
    <dgm:pt modelId="{BC94C317-721D-429B-9FBF-8BCC96FAAF4E}" type="pres">
      <dgm:prSet presAssocID="{A02CEBAA-E1A0-4A5E-892A-353144A3ECB1}" presName="Name0" presStyleCnt="0">
        <dgm:presLayoutVars>
          <dgm:dir/>
          <dgm:resizeHandles val="exact"/>
        </dgm:presLayoutVars>
      </dgm:prSet>
      <dgm:spPr/>
    </dgm:pt>
    <dgm:pt modelId="{382E1F9D-5EB7-47F5-9F25-ED0620A839C8}" type="pres">
      <dgm:prSet presAssocID="{A02CEBAA-E1A0-4A5E-892A-353144A3ECB1}" presName="arrow" presStyleLbl="bgShp" presStyleIdx="0" presStyleCnt="1"/>
      <dgm:spPr>
        <a:solidFill>
          <a:schemeClr val="accent5">
            <a:lumMod val="75000"/>
          </a:schemeClr>
        </a:solidFill>
      </dgm:spPr>
    </dgm:pt>
    <dgm:pt modelId="{0EC97455-800F-4B6E-BC58-4FE74E805E41}" type="pres">
      <dgm:prSet presAssocID="{A02CEBAA-E1A0-4A5E-892A-353144A3ECB1}" presName="points" presStyleCnt="0"/>
      <dgm:spPr/>
    </dgm:pt>
    <dgm:pt modelId="{5ADC1BFC-505B-4E60-8A9F-1C0BECD98F60}" type="pres">
      <dgm:prSet presAssocID="{13106C34-DDA7-4704-AE3C-0B0E4328523F}" presName="compositeA" presStyleCnt="0"/>
      <dgm:spPr/>
    </dgm:pt>
    <dgm:pt modelId="{2CD93801-4098-4C11-A909-440ECFA383A2}" type="pres">
      <dgm:prSet presAssocID="{13106C34-DDA7-4704-AE3C-0B0E4328523F}" presName="textA" presStyleLbl="revTx" presStyleIdx="0" presStyleCnt="5" custScaleX="211384">
        <dgm:presLayoutVars>
          <dgm:bulletEnabled val="1"/>
        </dgm:presLayoutVars>
      </dgm:prSet>
      <dgm:spPr/>
    </dgm:pt>
    <dgm:pt modelId="{D84E3730-E2CA-4A8A-8272-498570DC41F1}" type="pres">
      <dgm:prSet presAssocID="{13106C34-DDA7-4704-AE3C-0B0E4328523F}" presName="circleA" presStyleLbl="node1" presStyleIdx="0" presStyleCnt="5"/>
      <dgm:spPr>
        <a:solidFill>
          <a:schemeClr val="accent6">
            <a:lumMod val="40000"/>
            <a:lumOff val="60000"/>
          </a:schemeClr>
        </a:solidFill>
      </dgm:spPr>
    </dgm:pt>
    <dgm:pt modelId="{7C1E2C63-345C-4F58-B1D9-2C57F2705265}" type="pres">
      <dgm:prSet presAssocID="{13106C34-DDA7-4704-AE3C-0B0E4328523F}" presName="spaceA" presStyleCnt="0"/>
      <dgm:spPr/>
    </dgm:pt>
    <dgm:pt modelId="{76785A7F-1334-452E-900A-122869B95075}" type="pres">
      <dgm:prSet presAssocID="{09265D00-2571-440C-8A2D-A0D7C0ECA357}" presName="space" presStyleCnt="0"/>
      <dgm:spPr/>
    </dgm:pt>
    <dgm:pt modelId="{7C62BDFA-9783-4BBC-A320-B4A3410C310A}" type="pres">
      <dgm:prSet presAssocID="{047B7240-9B3B-4945-ABFC-8AA577225995}" presName="compositeB" presStyleCnt="0"/>
      <dgm:spPr/>
    </dgm:pt>
    <dgm:pt modelId="{23C78EED-C1E3-4587-B3A8-671D09A24C60}" type="pres">
      <dgm:prSet presAssocID="{047B7240-9B3B-4945-ABFC-8AA577225995}" presName="textB" presStyleLbl="revTx" presStyleIdx="1" presStyleCnt="5" custScaleX="407178">
        <dgm:presLayoutVars>
          <dgm:bulletEnabled val="1"/>
        </dgm:presLayoutVars>
      </dgm:prSet>
      <dgm:spPr/>
    </dgm:pt>
    <dgm:pt modelId="{B3BA9797-292D-4BD6-B215-2A2809AF67DB}" type="pres">
      <dgm:prSet presAssocID="{047B7240-9B3B-4945-ABFC-8AA577225995}" presName="circleB" presStyleLbl="node1" presStyleIdx="1" presStyleCnt="5"/>
      <dgm:spPr>
        <a:solidFill>
          <a:schemeClr val="accent4">
            <a:lumMod val="60000"/>
            <a:lumOff val="40000"/>
          </a:schemeClr>
        </a:solidFill>
      </dgm:spPr>
    </dgm:pt>
    <dgm:pt modelId="{6C40C7D9-68FA-46D4-B5C5-44435F65B0B0}" type="pres">
      <dgm:prSet presAssocID="{047B7240-9B3B-4945-ABFC-8AA577225995}" presName="spaceB" presStyleCnt="0"/>
      <dgm:spPr/>
    </dgm:pt>
    <dgm:pt modelId="{91BF1774-F22A-4237-B0F6-5F4DB2DE7178}" type="pres">
      <dgm:prSet presAssocID="{2AD50ABE-3325-4DD9-8E1F-7ECDCF00ED92}" presName="space" presStyleCnt="0"/>
      <dgm:spPr/>
    </dgm:pt>
    <dgm:pt modelId="{C3AA8583-53D4-4888-B215-BC7443B4DF05}" type="pres">
      <dgm:prSet presAssocID="{C03C3471-A4DA-417B-8393-2DA0F765F0DE}" presName="compositeA" presStyleCnt="0"/>
      <dgm:spPr/>
    </dgm:pt>
    <dgm:pt modelId="{95967AEE-768E-418B-B9BD-64EC5DFC8B56}" type="pres">
      <dgm:prSet presAssocID="{C03C3471-A4DA-417B-8393-2DA0F765F0DE}" presName="textA" presStyleLbl="revTx" presStyleIdx="2" presStyleCnt="5" custScaleX="252232">
        <dgm:presLayoutVars>
          <dgm:bulletEnabled val="1"/>
        </dgm:presLayoutVars>
      </dgm:prSet>
      <dgm:spPr/>
    </dgm:pt>
    <dgm:pt modelId="{698E92A1-2510-464C-AD9E-E715F147210B}" type="pres">
      <dgm:prSet presAssocID="{C03C3471-A4DA-417B-8393-2DA0F765F0DE}" presName="circleA" presStyleLbl="node1" presStyleIdx="2" presStyleCnt="5"/>
      <dgm:spPr>
        <a:solidFill>
          <a:schemeClr val="accent3">
            <a:lumMod val="60000"/>
            <a:lumOff val="40000"/>
          </a:schemeClr>
        </a:solidFill>
      </dgm:spPr>
    </dgm:pt>
    <dgm:pt modelId="{E957C6D6-167F-4BDB-A1F6-022D012C34F1}" type="pres">
      <dgm:prSet presAssocID="{C03C3471-A4DA-417B-8393-2DA0F765F0DE}" presName="spaceA" presStyleCnt="0"/>
      <dgm:spPr/>
    </dgm:pt>
    <dgm:pt modelId="{BF3EA0CF-E216-4B58-9EC2-3D3F8BE87733}" type="pres">
      <dgm:prSet presAssocID="{B2D04BCB-8D1E-44D6-B48A-12C7951CB416}" presName="space" presStyleCnt="0"/>
      <dgm:spPr/>
    </dgm:pt>
    <dgm:pt modelId="{5DEFE004-A464-4B43-8312-E782954EAC0D}" type="pres">
      <dgm:prSet presAssocID="{272A1E72-89D8-435F-ABBC-9FE234A43252}" presName="compositeB" presStyleCnt="0"/>
      <dgm:spPr/>
    </dgm:pt>
    <dgm:pt modelId="{4082F6AB-4D37-4274-AD93-F376FDB8CE2A}" type="pres">
      <dgm:prSet presAssocID="{272A1E72-89D8-435F-ABBC-9FE234A43252}" presName="textB" presStyleLbl="revTx" presStyleIdx="3" presStyleCnt="5" custScaleX="287941">
        <dgm:presLayoutVars>
          <dgm:bulletEnabled val="1"/>
        </dgm:presLayoutVars>
      </dgm:prSet>
      <dgm:spPr/>
    </dgm:pt>
    <dgm:pt modelId="{1EB4FCD8-5A8B-44A0-8AA0-48927BB94BB4}" type="pres">
      <dgm:prSet presAssocID="{272A1E72-89D8-435F-ABBC-9FE234A43252}" presName="circleB" presStyleLbl="node1" presStyleIdx="3" presStyleCnt="5"/>
      <dgm:spPr>
        <a:solidFill>
          <a:schemeClr val="accent2">
            <a:lumMod val="60000"/>
            <a:lumOff val="40000"/>
          </a:schemeClr>
        </a:solidFill>
      </dgm:spPr>
    </dgm:pt>
    <dgm:pt modelId="{AD201939-4342-4623-992B-FEA189144ED5}" type="pres">
      <dgm:prSet presAssocID="{272A1E72-89D8-435F-ABBC-9FE234A43252}" presName="spaceB" presStyleCnt="0"/>
      <dgm:spPr/>
    </dgm:pt>
    <dgm:pt modelId="{C9067021-A694-4FE2-BACB-45DD13A21AA2}" type="pres">
      <dgm:prSet presAssocID="{61F94D7D-F4DF-43A8-98D1-22E94A9786B6}" presName="space" presStyleCnt="0"/>
      <dgm:spPr/>
    </dgm:pt>
    <dgm:pt modelId="{DA86F863-DDB4-4886-9084-D15FA1E2163D}" type="pres">
      <dgm:prSet presAssocID="{55B24B94-1831-45A6-B779-D3D5C1C220FE}" presName="compositeA" presStyleCnt="0"/>
      <dgm:spPr/>
    </dgm:pt>
    <dgm:pt modelId="{7798AF7F-9344-44A6-90E6-5D52BC30FA0C}" type="pres">
      <dgm:prSet presAssocID="{55B24B94-1831-45A6-B779-D3D5C1C220FE}" presName="textA" presStyleLbl="revTx" presStyleIdx="4" presStyleCnt="5" custScaleX="205665">
        <dgm:presLayoutVars>
          <dgm:bulletEnabled val="1"/>
        </dgm:presLayoutVars>
      </dgm:prSet>
      <dgm:spPr/>
    </dgm:pt>
    <dgm:pt modelId="{1ACC75DE-0ADE-44F8-B472-6C173708942E}" type="pres">
      <dgm:prSet presAssocID="{55B24B94-1831-45A6-B779-D3D5C1C220FE}" presName="circleA" presStyleLbl="node1" presStyleIdx="4" presStyleCnt="5"/>
      <dgm:spPr/>
    </dgm:pt>
    <dgm:pt modelId="{A33CE15D-1AB0-47F1-81D3-AF58F797F5F6}" type="pres">
      <dgm:prSet presAssocID="{55B24B94-1831-45A6-B779-D3D5C1C220FE}" presName="spaceA" presStyleCnt="0"/>
      <dgm:spPr/>
    </dgm:pt>
  </dgm:ptLst>
  <dgm:cxnLst>
    <dgm:cxn modelId="{8ECEC30A-7947-4089-82B2-F4118177782E}" srcId="{A02CEBAA-E1A0-4A5E-892A-353144A3ECB1}" destId="{047B7240-9B3B-4945-ABFC-8AA577225995}" srcOrd="1" destOrd="0" parTransId="{30432C7E-5CB4-43B7-ABDA-FDD668F97924}" sibTransId="{2AD50ABE-3325-4DD9-8E1F-7ECDCF00ED92}"/>
    <dgm:cxn modelId="{B5668B11-69A3-4645-8C93-080D5E96EFBD}" type="presOf" srcId="{D4F9DDD4-C1B9-4409-B226-C8867ECB3AF0}" destId="{95967AEE-768E-418B-B9BD-64EC5DFC8B56}" srcOrd="0" destOrd="2" presId="urn:microsoft.com/office/officeart/2005/8/layout/hProcess11"/>
    <dgm:cxn modelId="{5BF74F12-9CFF-48FF-A77E-94FDC0CCEC30}" type="presOf" srcId="{272A1E72-89D8-435F-ABBC-9FE234A43252}" destId="{4082F6AB-4D37-4274-AD93-F376FDB8CE2A}" srcOrd="0" destOrd="0" presId="urn:microsoft.com/office/officeart/2005/8/layout/hProcess11"/>
    <dgm:cxn modelId="{26947123-8985-48B0-8FF8-54B9007DC4ED}" srcId="{047B7240-9B3B-4945-ABFC-8AA577225995}" destId="{22AC8412-CAAB-442B-A35F-7EF8B97318B1}" srcOrd="1" destOrd="0" parTransId="{9EE0CEBB-1AEE-4672-BA03-047C97DCE283}" sibTransId="{B7970A8C-ADD6-4063-AFB1-4D6B7C9E1E9D}"/>
    <dgm:cxn modelId="{8BDB6227-FC29-48FD-8169-9E3E34A48F3D}" type="presOf" srcId="{DD1FF239-F601-404F-ABFC-399A955A2D4D}" destId="{4082F6AB-4D37-4274-AD93-F376FDB8CE2A}" srcOrd="0" destOrd="1" presId="urn:microsoft.com/office/officeart/2005/8/layout/hProcess11"/>
    <dgm:cxn modelId="{C8E7FA5C-0477-4A4C-A15D-3CD0C8A5F85D}" srcId="{C03C3471-A4DA-417B-8393-2DA0F765F0DE}" destId="{4D41701B-4E19-4C54-A9E8-039654E33689}" srcOrd="0" destOrd="0" parTransId="{08A619BC-3239-4AF6-B4B2-1669C9FACF46}" sibTransId="{B96928D2-2C80-42B7-A164-7A50D57F3B16}"/>
    <dgm:cxn modelId="{CBB0975D-C1B3-4CC0-9F98-EF672D03D13F}" type="presOf" srcId="{22AC8412-CAAB-442B-A35F-7EF8B97318B1}" destId="{23C78EED-C1E3-4587-B3A8-671D09A24C60}" srcOrd="0" destOrd="2" presId="urn:microsoft.com/office/officeart/2005/8/layout/hProcess11"/>
    <dgm:cxn modelId="{957E9F61-D2D3-4FE6-ACB8-7A5AD69589E1}" type="presOf" srcId="{B6B919C5-6DAD-447F-8F82-BB32EC2959B6}" destId="{23C78EED-C1E3-4587-B3A8-671D09A24C60}" srcOrd="0" destOrd="3" presId="urn:microsoft.com/office/officeart/2005/8/layout/hProcess11"/>
    <dgm:cxn modelId="{59611747-6B14-4A6B-B853-BDCAA303D532}" srcId="{C03C3471-A4DA-417B-8393-2DA0F765F0DE}" destId="{D4F9DDD4-C1B9-4409-B226-C8867ECB3AF0}" srcOrd="1" destOrd="0" parTransId="{660A3CBD-2529-4EA8-AF2B-2909D622066B}" sibTransId="{FE881062-D958-43D5-8A66-81917AE3041F}"/>
    <dgm:cxn modelId="{1E32A047-963E-4A41-B33F-91F366385D63}" type="presOf" srcId="{55B24B94-1831-45A6-B779-D3D5C1C220FE}" destId="{7798AF7F-9344-44A6-90E6-5D52BC30FA0C}" srcOrd="0" destOrd="0" presId="urn:microsoft.com/office/officeart/2005/8/layout/hProcess11"/>
    <dgm:cxn modelId="{80D1B369-91BC-4DA9-984B-6D93B2298337}" type="presOf" srcId="{4D41701B-4E19-4C54-A9E8-039654E33689}" destId="{95967AEE-768E-418B-B9BD-64EC5DFC8B56}" srcOrd="0" destOrd="1" presId="urn:microsoft.com/office/officeart/2005/8/layout/hProcess11"/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B6E2B451-9643-4072-929B-D5A968F6B26B}" srcId="{047B7240-9B3B-4945-ABFC-8AA577225995}" destId="{35435172-3BB6-4ED6-A8DB-3A67681F905C}" srcOrd="3" destOrd="0" parTransId="{CDD9A346-6172-43B7-9897-DD6D062027A2}" sibTransId="{BD52D732-2D05-4ED0-8400-2FDEAF181ADA}"/>
    <dgm:cxn modelId="{E9B40C8A-8DDD-4FFB-B9D7-1A040A9B4CC8}" type="presOf" srcId="{35435172-3BB6-4ED6-A8DB-3A67681F905C}" destId="{23C78EED-C1E3-4587-B3A8-671D09A24C60}" srcOrd="0" destOrd="4" presId="urn:microsoft.com/office/officeart/2005/8/layout/hProcess11"/>
    <dgm:cxn modelId="{E385D88D-21D9-4058-97F7-5571BC00C5E5}" srcId="{A02CEBAA-E1A0-4A5E-892A-353144A3ECB1}" destId="{55B24B94-1831-45A6-B779-D3D5C1C220FE}" srcOrd="4" destOrd="0" parTransId="{5AC4F004-6FCB-44E6-978B-F28E1563E029}" sibTransId="{38B8C5C3-62C0-4CB8-90C7-F337B0DE7DE7}"/>
    <dgm:cxn modelId="{903E628F-50EF-483D-ACD2-97A42A2E2C63}" srcId="{272A1E72-89D8-435F-ABBC-9FE234A43252}" destId="{A47AF0FD-F47B-48D7-9CE5-4CC5500269FA}" srcOrd="1" destOrd="0" parTransId="{0FBA812C-C16B-4F72-A83D-5ACE7BB20557}" sibTransId="{00EDC49D-5F77-4ACA-807A-AB8EB4AD2736}"/>
    <dgm:cxn modelId="{F506BFA2-6949-4D53-ADCF-B54CE19A02F8}" type="presOf" srcId="{96772F72-AE47-49C0-A0C2-1DD06A5A15F9}" destId="{23C78EED-C1E3-4587-B3A8-671D09A24C60}" srcOrd="0" destOrd="1" presId="urn:microsoft.com/office/officeart/2005/8/layout/hProcess11"/>
    <dgm:cxn modelId="{32ADA1A6-B6FA-4F17-85A5-C2F3A15E0B7F}" type="presOf" srcId="{C03C3471-A4DA-417B-8393-2DA0F765F0DE}" destId="{95967AEE-768E-418B-B9BD-64EC5DFC8B56}" srcOrd="0" destOrd="0" presId="urn:microsoft.com/office/officeart/2005/8/layout/hProcess11"/>
    <dgm:cxn modelId="{7120C7A7-60D4-4DD2-979B-363A5D1B2AA2}" type="presOf" srcId="{047B7240-9B3B-4945-ABFC-8AA577225995}" destId="{23C78EED-C1E3-4587-B3A8-671D09A24C60}" srcOrd="0" destOrd="0" presId="urn:microsoft.com/office/officeart/2005/8/layout/hProcess11"/>
    <dgm:cxn modelId="{8F102FB3-6937-4EB1-A17B-BD72D72466DB}" srcId="{272A1E72-89D8-435F-ABBC-9FE234A43252}" destId="{DD1FF239-F601-404F-ABFC-399A955A2D4D}" srcOrd="0" destOrd="0" parTransId="{99AD00EF-F9FE-4FFE-937D-5A2E3B80E4CB}" sibTransId="{E2D25E48-1D2B-4E3F-AC19-F09A9E83B436}"/>
    <dgm:cxn modelId="{B359BDBA-4043-4BE6-ADC6-F6A81A5CF285}" type="presOf" srcId="{A47AF0FD-F47B-48D7-9CE5-4CC5500269FA}" destId="{4082F6AB-4D37-4274-AD93-F376FDB8CE2A}" srcOrd="0" destOrd="2" presId="urn:microsoft.com/office/officeart/2005/8/layout/hProcess11"/>
    <dgm:cxn modelId="{7BC5AABE-F7D8-4933-BECE-19DB8E90C553}" srcId="{047B7240-9B3B-4945-ABFC-8AA577225995}" destId="{96772F72-AE47-49C0-A0C2-1DD06A5A15F9}" srcOrd="0" destOrd="0" parTransId="{99D307A9-AB17-4212-9146-5DBDE43CCFDD}" sibTransId="{8E51BC18-75F4-4486-84A5-9EB337BA7E44}"/>
    <dgm:cxn modelId="{3EAAF3D1-4F8F-49E3-A92A-420DEB102C98}" type="presOf" srcId="{A02CEBAA-E1A0-4A5E-892A-353144A3ECB1}" destId="{BC94C317-721D-429B-9FBF-8BCC96FAAF4E}" srcOrd="0" destOrd="0" presId="urn:microsoft.com/office/officeart/2005/8/layout/hProcess11"/>
    <dgm:cxn modelId="{972459DD-7803-4179-A553-DC73E2AA763F}" srcId="{A02CEBAA-E1A0-4A5E-892A-353144A3ECB1}" destId="{C03C3471-A4DA-417B-8393-2DA0F765F0DE}" srcOrd="2" destOrd="0" parTransId="{1933975E-8B86-46FF-B7C1-099FB70E688A}" sibTransId="{B2D04BCB-8D1E-44D6-B48A-12C7951CB416}"/>
    <dgm:cxn modelId="{F46302E4-0C0D-431A-A372-C804690261BF}" type="presOf" srcId="{13106C34-DDA7-4704-AE3C-0B0E4328523F}" destId="{2CD93801-4098-4C11-A909-440ECFA383A2}" srcOrd="0" destOrd="0" presId="urn:microsoft.com/office/officeart/2005/8/layout/hProcess11"/>
    <dgm:cxn modelId="{954B69F5-7AC8-4D7D-ABDF-192385BA37D4}" srcId="{A02CEBAA-E1A0-4A5E-892A-353144A3ECB1}" destId="{272A1E72-89D8-435F-ABBC-9FE234A43252}" srcOrd="3" destOrd="0" parTransId="{A0A1EA4B-DAC0-4B94-8B11-139BB9C11FB5}" sibTransId="{61F94D7D-F4DF-43A8-98D1-22E94A9786B6}"/>
    <dgm:cxn modelId="{9FD0DFFA-A996-4A85-96C0-78B7A6F204F1}" srcId="{047B7240-9B3B-4945-ABFC-8AA577225995}" destId="{B6B919C5-6DAD-447F-8F82-BB32EC2959B6}" srcOrd="2" destOrd="0" parTransId="{8EBBEC0D-8B29-417F-8329-277FA0365AFC}" sibTransId="{75DBD83F-14CB-4D1C-85CC-C8259BC0B6FC}"/>
    <dgm:cxn modelId="{8B634E3A-29E6-476C-AC4F-6A160D24E210}" type="presParOf" srcId="{BC94C317-721D-429B-9FBF-8BCC96FAAF4E}" destId="{382E1F9D-5EB7-47F5-9F25-ED0620A839C8}" srcOrd="0" destOrd="0" presId="urn:microsoft.com/office/officeart/2005/8/layout/hProcess11"/>
    <dgm:cxn modelId="{13A0EE36-ED1F-43F2-8773-27A49C5AB783}" type="presParOf" srcId="{BC94C317-721D-429B-9FBF-8BCC96FAAF4E}" destId="{0EC97455-800F-4B6E-BC58-4FE74E805E41}" srcOrd="1" destOrd="0" presId="urn:microsoft.com/office/officeart/2005/8/layout/hProcess11"/>
    <dgm:cxn modelId="{0BCFC5D8-FDD8-47AE-9FD8-A897880BD71F}" type="presParOf" srcId="{0EC97455-800F-4B6E-BC58-4FE74E805E41}" destId="{5ADC1BFC-505B-4E60-8A9F-1C0BECD98F60}" srcOrd="0" destOrd="0" presId="urn:microsoft.com/office/officeart/2005/8/layout/hProcess11"/>
    <dgm:cxn modelId="{AB897117-5CB3-4B74-B422-7A67E59BE6D5}" type="presParOf" srcId="{5ADC1BFC-505B-4E60-8A9F-1C0BECD98F60}" destId="{2CD93801-4098-4C11-A909-440ECFA383A2}" srcOrd="0" destOrd="0" presId="urn:microsoft.com/office/officeart/2005/8/layout/hProcess11"/>
    <dgm:cxn modelId="{6962DD2A-A35F-4418-93D6-B24E13D42037}" type="presParOf" srcId="{5ADC1BFC-505B-4E60-8A9F-1C0BECD98F60}" destId="{D84E3730-E2CA-4A8A-8272-498570DC41F1}" srcOrd="1" destOrd="0" presId="urn:microsoft.com/office/officeart/2005/8/layout/hProcess11"/>
    <dgm:cxn modelId="{2B87DFD6-28F1-4FA9-BAEB-F417D0FEECE0}" type="presParOf" srcId="{5ADC1BFC-505B-4E60-8A9F-1C0BECD98F60}" destId="{7C1E2C63-345C-4F58-B1D9-2C57F2705265}" srcOrd="2" destOrd="0" presId="urn:microsoft.com/office/officeart/2005/8/layout/hProcess11"/>
    <dgm:cxn modelId="{04B56788-33DF-4826-A79F-2E40B37EB529}" type="presParOf" srcId="{0EC97455-800F-4B6E-BC58-4FE74E805E41}" destId="{76785A7F-1334-452E-900A-122869B95075}" srcOrd="1" destOrd="0" presId="urn:microsoft.com/office/officeart/2005/8/layout/hProcess11"/>
    <dgm:cxn modelId="{C1E34C4D-B518-4288-A414-FBAF19613D9A}" type="presParOf" srcId="{0EC97455-800F-4B6E-BC58-4FE74E805E41}" destId="{7C62BDFA-9783-4BBC-A320-B4A3410C310A}" srcOrd="2" destOrd="0" presId="urn:microsoft.com/office/officeart/2005/8/layout/hProcess11"/>
    <dgm:cxn modelId="{1ACB1180-51EA-472B-9F1E-6E7E4DB72967}" type="presParOf" srcId="{7C62BDFA-9783-4BBC-A320-B4A3410C310A}" destId="{23C78EED-C1E3-4587-B3A8-671D09A24C60}" srcOrd="0" destOrd="0" presId="urn:microsoft.com/office/officeart/2005/8/layout/hProcess11"/>
    <dgm:cxn modelId="{5AE69DD7-EF03-40FA-9E3B-DB4D2B261111}" type="presParOf" srcId="{7C62BDFA-9783-4BBC-A320-B4A3410C310A}" destId="{B3BA9797-292D-4BD6-B215-2A2809AF67DB}" srcOrd="1" destOrd="0" presId="urn:microsoft.com/office/officeart/2005/8/layout/hProcess11"/>
    <dgm:cxn modelId="{A713C9A5-BFDD-426F-BB1F-FE55C118A9E6}" type="presParOf" srcId="{7C62BDFA-9783-4BBC-A320-B4A3410C310A}" destId="{6C40C7D9-68FA-46D4-B5C5-44435F65B0B0}" srcOrd="2" destOrd="0" presId="urn:microsoft.com/office/officeart/2005/8/layout/hProcess11"/>
    <dgm:cxn modelId="{AD5A2EC9-8BB2-4634-B4BA-CD4425B1B7BD}" type="presParOf" srcId="{0EC97455-800F-4B6E-BC58-4FE74E805E41}" destId="{91BF1774-F22A-4237-B0F6-5F4DB2DE7178}" srcOrd="3" destOrd="0" presId="urn:microsoft.com/office/officeart/2005/8/layout/hProcess11"/>
    <dgm:cxn modelId="{E46D3007-BD5C-4E79-B6B7-197A7FE93175}" type="presParOf" srcId="{0EC97455-800F-4B6E-BC58-4FE74E805E41}" destId="{C3AA8583-53D4-4888-B215-BC7443B4DF05}" srcOrd="4" destOrd="0" presId="urn:microsoft.com/office/officeart/2005/8/layout/hProcess11"/>
    <dgm:cxn modelId="{F154B29B-292E-4C53-AABC-47FA9B17D75C}" type="presParOf" srcId="{C3AA8583-53D4-4888-B215-BC7443B4DF05}" destId="{95967AEE-768E-418B-B9BD-64EC5DFC8B56}" srcOrd="0" destOrd="0" presId="urn:microsoft.com/office/officeart/2005/8/layout/hProcess11"/>
    <dgm:cxn modelId="{23D18D59-DAB2-42A8-8899-7C2AC6572BCE}" type="presParOf" srcId="{C3AA8583-53D4-4888-B215-BC7443B4DF05}" destId="{698E92A1-2510-464C-AD9E-E715F147210B}" srcOrd="1" destOrd="0" presId="urn:microsoft.com/office/officeart/2005/8/layout/hProcess11"/>
    <dgm:cxn modelId="{642873E5-7430-4A6E-AD29-8104633A39A3}" type="presParOf" srcId="{C3AA8583-53D4-4888-B215-BC7443B4DF05}" destId="{E957C6D6-167F-4BDB-A1F6-022D012C34F1}" srcOrd="2" destOrd="0" presId="urn:microsoft.com/office/officeart/2005/8/layout/hProcess11"/>
    <dgm:cxn modelId="{464FCA47-71B9-4E7E-8314-4A4E5403F78E}" type="presParOf" srcId="{0EC97455-800F-4B6E-BC58-4FE74E805E41}" destId="{BF3EA0CF-E216-4B58-9EC2-3D3F8BE87733}" srcOrd="5" destOrd="0" presId="urn:microsoft.com/office/officeart/2005/8/layout/hProcess11"/>
    <dgm:cxn modelId="{0648F05B-584B-4D37-95E5-2DAF4CF9B505}" type="presParOf" srcId="{0EC97455-800F-4B6E-BC58-4FE74E805E41}" destId="{5DEFE004-A464-4B43-8312-E782954EAC0D}" srcOrd="6" destOrd="0" presId="urn:microsoft.com/office/officeart/2005/8/layout/hProcess11"/>
    <dgm:cxn modelId="{BF4F42BA-0BF8-4CE6-AE3C-E950F5A241E7}" type="presParOf" srcId="{5DEFE004-A464-4B43-8312-E782954EAC0D}" destId="{4082F6AB-4D37-4274-AD93-F376FDB8CE2A}" srcOrd="0" destOrd="0" presId="urn:microsoft.com/office/officeart/2005/8/layout/hProcess11"/>
    <dgm:cxn modelId="{B1C9D1D5-38CA-4C0C-AD79-2CE5CDB28E9E}" type="presParOf" srcId="{5DEFE004-A464-4B43-8312-E782954EAC0D}" destId="{1EB4FCD8-5A8B-44A0-8AA0-48927BB94BB4}" srcOrd="1" destOrd="0" presId="urn:microsoft.com/office/officeart/2005/8/layout/hProcess11"/>
    <dgm:cxn modelId="{1FB17AC1-8385-4317-8B17-2378EFB0348F}" type="presParOf" srcId="{5DEFE004-A464-4B43-8312-E782954EAC0D}" destId="{AD201939-4342-4623-992B-FEA189144ED5}" srcOrd="2" destOrd="0" presId="urn:microsoft.com/office/officeart/2005/8/layout/hProcess11"/>
    <dgm:cxn modelId="{6197A206-D788-458F-9A84-E52BB43671BF}" type="presParOf" srcId="{0EC97455-800F-4B6E-BC58-4FE74E805E41}" destId="{C9067021-A694-4FE2-BACB-45DD13A21AA2}" srcOrd="7" destOrd="0" presId="urn:microsoft.com/office/officeart/2005/8/layout/hProcess11"/>
    <dgm:cxn modelId="{EF52EC3D-A8E1-4E20-9E06-676692E4C767}" type="presParOf" srcId="{0EC97455-800F-4B6E-BC58-4FE74E805E41}" destId="{DA86F863-DDB4-4886-9084-D15FA1E2163D}" srcOrd="8" destOrd="0" presId="urn:microsoft.com/office/officeart/2005/8/layout/hProcess11"/>
    <dgm:cxn modelId="{637B1759-DDA4-47F9-9664-BDE5ACC5E720}" type="presParOf" srcId="{DA86F863-DDB4-4886-9084-D15FA1E2163D}" destId="{7798AF7F-9344-44A6-90E6-5D52BC30FA0C}" srcOrd="0" destOrd="0" presId="urn:microsoft.com/office/officeart/2005/8/layout/hProcess11"/>
    <dgm:cxn modelId="{CCBC6A6F-E613-4E18-A6E9-C89E051DA326}" type="presParOf" srcId="{DA86F863-DDB4-4886-9084-D15FA1E2163D}" destId="{1ACC75DE-0ADE-44F8-B472-6C173708942E}" srcOrd="1" destOrd="0" presId="urn:microsoft.com/office/officeart/2005/8/layout/hProcess11"/>
    <dgm:cxn modelId="{0C1AA9E8-99B8-46D5-9A2D-D42717446086}" type="presParOf" srcId="{DA86F863-DDB4-4886-9084-D15FA1E2163D}" destId="{A33CE15D-1AB0-47F1-81D3-AF58F797F5F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B12B0-8ED7-423A-98C2-ACC6EE7F5834}">
      <dsp:nvSpPr>
        <dsp:cNvPr id="0" name=""/>
        <dsp:cNvSpPr/>
      </dsp:nvSpPr>
      <dsp:spPr>
        <a:xfrm rot="10800000">
          <a:off x="360035" y="1247"/>
          <a:ext cx="5616633" cy="45866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2257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zh-CN" sz="2000" b="1" kern="1200" dirty="0"/>
            <a:t>5.1 GPIO</a:t>
          </a:r>
          <a:r>
            <a:rPr lang="zh-CN" altLang="en-US" sz="2000" b="1" kern="1200" dirty="0"/>
            <a:t>概述</a:t>
          </a:r>
          <a:endParaRPr lang="zh-CN" sz="2000" b="1" kern="1200" dirty="0"/>
        </a:p>
      </dsp:txBody>
      <dsp:txXfrm rot="10800000">
        <a:off x="474700" y="1247"/>
        <a:ext cx="5501968" cy="458660"/>
      </dsp:txXfrm>
    </dsp:sp>
    <dsp:sp modelId="{BD893DEC-F94E-4CFD-8B1D-44EBE27F01D8}">
      <dsp:nvSpPr>
        <dsp:cNvPr id="0" name=""/>
        <dsp:cNvSpPr/>
      </dsp:nvSpPr>
      <dsp:spPr>
        <a:xfrm>
          <a:off x="288031" y="1247"/>
          <a:ext cx="458660" cy="45866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D22E1E6-691D-45DB-B730-1DC2060C8198}">
      <dsp:nvSpPr>
        <dsp:cNvPr id="0" name=""/>
        <dsp:cNvSpPr/>
      </dsp:nvSpPr>
      <dsp:spPr>
        <a:xfrm rot="10800000">
          <a:off x="360035" y="596822"/>
          <a:ext cx="5616633" cy="45866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2257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zh-CN" sz="2000" b="1" kern="1200" dirty="0"/>
            <a:t>5.2 STM32</a:t>
          </a:r>
          <a:r>
            <a:rPr lang="zh-CN" altLang="en-US" sz="2000" b="1" kern="1200" dirty="0"/>
            <a:t>的</a:t>
          </a:r>
          <a:r>
            <a:rPr lang="en-GB" altLang="zh-CN" sz="2000" b="1" kern="1200" dirty="0"/>
            <a:t>GPIO</a:t>
          </a:r>
          <a:r>
            <a:rPr lang="zh-CN" altLang="en-US" sz="2000" b="1" kern="1200" dirty="0"/>
            <a:t>工作原理</a:t>
          </a:r>
          <a:endParaRPr lang="zh-CN" sz="2000" b="1" kern="1200" dirty="0"/>
        </a:p>
      </dsp:txBody>
      <dsp:txXfrm rot="10800000">
        <a:off x="474700" y="596822"/>
        <a:ext cx="5501968" cy="458660"/>
      </dsp:txXfrm>
    </dsp:sp>
    <dsp:sp modelId="{536BAE9F-688B-43CA-8A61-824EE17C80DA}">
      <dsp:nvSpPr>
        <dsp:cNvPr id="0" name=""/>
        <dsp:cNvSpPr/>
      </dsp:nvSpPr>
      <dsp:spPr>
        <a:xfrm>
          <a:off x="288031" y="596822"/>
          <a:ext cx="458660" cy="45866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C9106F8-718B-46E5-8FB7-F18DA0278976}">
      <dsp:nvSpPr>
        <dsp:cNvPr id="0" name=""/>
        <dsp:cNvSpPr/>
      </dsp:nvSpPr>
      <dsp:spPr>
        <a:xfrm rot="10800000">
          <a:off x="360035" y="1192396"/>
          <a:ext cx="5616633" cy="45866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2257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5.3 GPIO</a:t>
          </a:r>
          <a:r>
            <a:rPr lang="zh-CN" altLang="en-US" sz="2000" b="1" kern="1200" dirty="0"/>
            <a:t>模块的标准外设库接口函数及应用</a:t>
          </a:r>
          <a:endParaRPr lang="zh-CN" sz="2000" b="1" kern="1200" dirty="0"/>
        </a:p>
      </dsp:txBody>
      <dsp:txXfrm rot="10800000">
        <a:off x="474700" y="1192396"/>
        <a:ext cx="5501968" cy="458660"/>
      </dsp:txXfrm>
    </dsp:sp>
    <dsp:sp modelId="{25EE83B5-9181-4312-AF69-76E7DB3C707E}">
      <dsp:nvSpPr>
        <dsp:cNvPr id="0" name=""/>
        <dsp:cNvSpPr/>
      </dsp:nvSpPr>
      <dsp:spPr>
        <a:xfrm>
          <a:off x="288031" y="1192396"/>
          <a:ext cx="458660" cy="45866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C057C8A-0BEF-4994-BBEC-A922A9AF3377}">
      <dsp:nvSpPr>
        <dsp:cNvPr id="0" name=""/>
        <dsp:cNvSpPr/>
      </dsp:nvSpPr>
      <dsp:spPr>
        <a:xfrm rot="10800000">
          <a:off x="360035" y="1787971"/>
          <a:ext cx="5616633" cy="45866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2257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5.4 GPIO</a:t>
          </a:r>
          <a:r>
            <a:rPr lang="zh-CN" sz="2000" b="1" kern="1200" dirty="0"/>
            <a:t>模块的</a:t>
          </a:r>
          <a:r>
            <a:rPr lang="en-US" sz="2000" b="1" kern="1200" dirty="0"/>
            <a:t>HAL</a:t>
          </a:r>
          <a:r>
            <a:rPr lang="zh-CN" sz="2000" b="1" kern="1200" dirty="0"/>
            <a:t>库接口函数及应用</a:t>
          </a:r>
        </a:p>
      </dsp:txBody>
      <dsp:txXfrm rot="10800000">
        <a:off x="474700" y="1787971"/>
        <a:ext cx="5501968" cy="458660"/>
      </dsp:txXfrm>
    </dsp:sp>
    <dsp:sp modelId="{D7D810FA-E05D-46FA-A424-ECECDC4C0C9B}">
      <dsp:nvSpPr>
        <dsp:cNvPr id="0" name=""/>
        <dsp:cNvSpPr/>
      </dsp:nvSpPr>
      <dsp:spPr>
        <a:xfrm>
          <a:off x="288031" y="1787971"/>
          <a:ext cx="458660" cy="45866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E1C2B79-8469-428D-8B35-4903B924984C}">
      <dsp:nvSpPr>
        <dsp:cNvPr id="0" name=""/>
        <dsp:cNvSpPr/>
      </dsp:nvSpPr>
      <dsp:spPr>
        <a:xfrm rot="10800000">
          <a:off x="360035" y="2383545"/>
          <a:ext cx="5616633" cy="45866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2257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5.5 </a:t>
          </a:r>
          <a:r>
            <a:rPr lang="zh-CN" altLang="en-US" sz="2000" b="1" kern="1200" dirty="0"/>
            <a:t>编程思想之模块化编程</a:t>
          </a:r>
          <a:endParaRPr lang="zh-CN" sz="2000" b="1" kern="1200" dirty="0"/>
        </a:p>
      </dsp:txBody>
      <dsp:txXfrm rot="10800000">
        <a:off x="474700" y="2383545"/>
        <a:ext cx="5501968" cy="458660"/>
      </dsp:txXfrm>
    </dsp:sp>
    <dsp:sp modelId="{C42B3F48-E889-4F99-8655-2711FE20FA83}">
      <dsp:nvSpPr>
        <dsp:cNvPr id="0" name=""/>
        <dsp:cNvSpPr/>
      </dsp:nvSpPr>
      <dsp:spPr>
        <a:xfrm>
          <a:off x="288031" y="2383545"/>
          <a:ext cx="458660" cy="458660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B12B0-8ED7-423A-98C2-ACC6EE7F5834}">
      <dsp:nvSpPr>
        <dsp:cNvPr id="0" name=""/>
        <dsp:cNvSpPr/>
      </dsp:nvSpPr>
      <dsp:spPr>
        <a:xfrm rot="10800000">
          <a:off x="1217394" y="2370"/>
          <a:ext cx="4213908" cy="623985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5160" tIns="102870" rIns="192024" bIns="102870" numCol="1" spcCol="1270" anchor="ctr" anchorCtr="0">
          <a:noAutofit/>
        </a:bodyPr>
        <a:lstStyle/>
        <a:p>
          <a:pPr marL="0" lvl="0" indent="17780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5.2.1 </a:t>
          </a:r>
          <a:r>
            <a:rPr lang="en-US" altLang="zh-CN" sz="2700" b="1" kern="1200" dirty="0"/>
            <a:t>GPIO</a:t>
          </a:r>
          <a:r>
            <a:rPr lang="zh-CN" sz="2700" b="1" kern="1200" dirty="0"/>
            <a:t>引脚</a:t>
          </a:r>
        </a:p>
      </dsp:txBody>
      <dsp:txXfrm rot="10800000">
        <a:off x="1373390" y="2370"/>
        <a:ext cx="4057912" cy="623985"/>
      </dsp:txXfrm>
    </dsp:sp>
    <dsp:sp modelId="{BD893DEC-F94E-4CFD-8B1D-44EBE27F01D8}">
      <dsp:nvSpPr>
        <dsp:cNvPr id="0" name=""/>
        <dsp:cNvSpPr/>
      </dsp:nvSpPr>
      <dsp:spPr>
        <a:xfrm>
          <a:off x="905401" y="2370"/>
          <a:ext cx="623985" cy="62398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D22E1E6-691D-45DB-B730-1DC2060C8198}">
      <dsp:nvSpPr>
        <dsp:cNvPr id="0" name=""/>
        <dsp:cNvSpPr/>
      </dsp:nvSpPr>
      <dsp:spPr>
        <a:xfrm rot="10800000">
          <a:off x="1217394" y="812620"/>
          <a:ext cx="4213908" cy="623985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5160" tIns="102870" rIns="192024" bIns="102870" numCol="1" spcCol="1270" anchor="ctr" anchorCtr="0">
          <a:noAutofit/>
        </a:bodyPr>
        <a:lstStyle/>
        <a:p>
          <a:pPr marL="0" lvl="0" indent="17780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5.2.2 GPIO</a:t>
          </a:r>
          <a:r>
            <a:rPr lang="zh-CN" sz="2700" b="1" kern="1200" dirty="0"/>
            <a:t>内部结构</a:t>
          </a:r>
        </a:p>
      </dsp:txBody>
      <dsp:txXfrm rot="10800000">
        <a:off x="1373390" y="812620"/>
        <a:ext cx="4057912" cy="623985"/>
      </dsp:txXfrm>
    </dsp:sp>
    <dsp:sp modelId="{536BAE9F-688B-43CA-8A61-824EE17C80DA}">
      <dsp:nvSpPr>
        <dsp:cNvPr id="0" name=""/>
        <dsp:cNvSpPr/>
      </dsp:nvSpPr>
      <dsp:spPr>
        <a:xfrm>
          <a:off x="905401" y="812620"/>
          <a:ext cx="623985" cy="62398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C9106F8-718B-46E5-8FB7-F18DA0278976}">
      <dsp:nvSpPr>
        <dsp:cNvPr id="0" name=""/>
        <dsp:cNvSpPr/>
      </dsp:nvSpPr>
      <dsp:spPr>
        <a:xfrm rot="10800000">
          <a:off x="1217394" y="1622871"/>
          <a:ext cx="4213908" cy="623985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5160" tIns="102870" rIns="192024" bIns="102870" numCol="1" spcCol="1270" anchor="ctr" anchorCtr="0">
          <a:noAutofit/>
        </a:bodyPr>
        <a:lstStyle/>
        <a:p>
          <a:pPr marL="0" lvl="0" indent="17780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5.2.3 GPIO</a:t>
          </a:r>
          <a:r>
            <a:rPr lang="zh-CN" sz="2700" b="1" kern="1200" dirty="0"/>
            <a:t>工作模式</a:t>
          </a:r>
        </a:p>
      </dsp:txBody>
      <dsp:txXfrm rot="10800000">
        <a:off x="1373390" y="1622871"/>
        <a:ext cx="4057912" cy="623985"/>
      </dsp:txXfrm>
    </dsp:sp>
    <dsp:sp modelId="{25EE83B5-9181-4312-AF69-76E7DB3C707E}">
      <dsp:nvSpPr>
        <dsp:cNvPr id="0" name=""/>
        <dsp:cNvSpPr/>
      </dsp:nvSpPr>
      <dsp:spPr>
        <a:xfrm>
          <a:off x="905401" y="1622871"/>
          <a:ext cx="623985" cy="62398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C057C8A-0BEF-4994-BBEC-A922A9AF3377}">
      <dsp:nvSpPr>
        <dsp:cNvPr id="0" name=""/>
        <dsp:cNvSpPr/>
      </dsp:nvSpPr>
      <dsp:spPr>
        <a:xfrm rot="10800000">
          <a:off x="1217394" y="2433121"/>
          <a:ext cx="4213908" cy="623985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5160" tIns="102870" rIns="192024" bIns="102870" numCol="1" spcCol="1270" anchor="ctr" anchorCtr="0">
          <a:noAutofit/>
        </a:bodyPr>
        <a:lstStyle/>
        <a:p>
          <a:pPr marL="0" lvl="0" indent="17780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5.2.4 GPIO</a:t>
          </a:r>
          <a:r>
            <a:rPr lang="zh-CN" sz="2700" b="1" kern="1200" dirty="0"/>
            <a:t>输出速度</a:t>
          </a:r>
        </a:p>
      </dsp:txBody>
      <dsp:txXfrm rot="10800000">
        <a:off x="1373390" y="2433121"/>
        <a:ext cx="4057912" cy="623985"/>
      </dsp:txXfrm>
    </dsp:sp>
    <dsp:sp modelId="{D7D810FA-E05D-46FA-A424-ECECDC4C0C9B}">
      <dsp:nvSpPr>
        <dsp:cNvPr id="0" name=""/>
        <dsp:cNvSpPr/>
      </dsp:nvSpPr>
      <dsp:spPr>
        <a:xfrm>
          <a:off x="905401" y="2433121"/>
          <a:ext cx="623985" cy="62398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7A5C8D-ED58-4770-BC05-D33C1157BA83}">
      <dsp:nvSpPr>
        <dsp:cNvPr id="0" name=""/>
        <dsp:cNvSpPr/>
      </dsp:nvSpPr>
      <dsp:spPr>
        <a:xfrm rot="5400000">
          <a:off x="216008" y="604774"/>
          <a:ext cx="646035" cy="1074988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FC770B-1517-48E6-BD12-BFE70406F786}">
      <dsp:nvSpPr>
        <dsp:cNvPr id="0" name=""/>
        <dsp:cNvSpPr/>
      </dsp:nvSpPr>
      <dsp:spPr>
        <a:xfrm>
          <a:off x="108169" y="925964"/>
          <a:ext cx="970505" cy="850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b="1" kern="1200" dirty="0"/>
            <a:t>左侧连接</a:t>
          </a:r>
          <a:r>
            <a:rPr lang="en-US" sz="1300" b="1" kern="1200" dirty="0"/>
            <a:t>MCU</a:t>
          </a:r>
          <a:r>
            <a:rPr lang="zh-CN" sz="1300" b="1" kern="1200" dirty="0"/>
            <a:t>内部</a:t>
          </a:r>
        </a:p>
      </dsp:txBody>
      <dsp:txXfrm>
        <a:off x="108169" y="925964"/>
        <a:ext cx="970505" cy="850705"/>
      </dsp:txXfrm>
    </dsp:sp>
    <dsp:sp modelId="{8AE8FED1-A64E-4E03-9162-DF79A4B0D982}">
      <dsp:nvSpPr>
        <dsp:cNvPr id="0" name=""/>
        <dsp:cNvSpPr/>
      </dsp:nvSpPr>
      <dsp:spPr>
        <a:xfrm>
          <a:off x="895560" y="525633"/>
          <a:ext cx="183114" cy="183114"/>
        </a:xfrm>
        <a:prstGeom prst="triangle">
          <a:avLst>
            <a:gd name="adj" fmla="val 100000"/>
          </a:avLst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C185B67-7F8B-4C4F-8BDE-86A11DA3E294}">
      <dsp:nvSpPr>
        <dsp:cNvPr id="0" name=""/>
        <dsp:cNvSpPr/>
      </dsp:nvSpPr>
      <dsp:spPr>
        <a:xfrm rot="5400000">
          <a:off x="1404097" y="310781"/>
          <a:ext cx="646035" cy="1074988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62F1196-8948-487D-BF1B-4DD2BAF3082A}">
      <dsp:nvSpPr>
        <dsp:cNvPr id="0" name=""/>
        <dsp:cNvSpPr/>
      </dsp:nvSpPr>
      <dsp:spPr>
        <a:xfrm>
          <a:off x="1296257" y="631971"/>
          <a:ext cx="970505" cy="850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b="1" kern="1200" dirty="0"/>
            <a:t>中间部分为</a:t>
          </a:r>
          <a:r>
            <a:rPr lang="en-US" sz="1300" b="1" kern="1200" dirty="0"/>
            <a:t>GPIO</a:t>
          </a:r>
          <a:r>
            <a:rPr lang="zh-CN" sz="1300" b="1" kern="1200" dirty="0"/>
            <a:t>引脚的基本电路。</a:t>
          </a:r>
        </a:p>
      </dsp:txBody>
      <dsp:txXfrm>
        <a:off x="1296257" y="631971"/>
        <a:ext cx="970505" cy="850705"/>
      </dsp:txXfrm>
    </dsp:sp>
    <dsp:sp modelId="{4CD04B98-3956-403C-A593-966EB2B6E239}">
      <dsp:nvSpPr>
        <dsp:cNvPr id="0" name=""/>
        <dsp:cNvSpPr/>
      </dsp:nvSpPr>
      <dsp:spPr>
        <a:xfrm>
          <a:off x="2083649" y="231639"/>
          <a:ext cx="183114" cy="183114"/>
        </a:xfrm>
        <a:prstGeom prst="triangle">
          <a:avLst>
            <a:gd name="adj" fmla="val 100000"/>
          </a:avLst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09BEF6D-13A2-4556-A184-BBB39FE41AD3}">
      <dsp:nvSpPr>
        <dsp:cNvPr id="0" name=""/>
        <dsp:cNvSpPr/>
      </dsp:nvSpPr>
      <dsp:spPr>
        <a:xfrm rot="5400000">
          <a:off x="2592185" y="16787"/>
          <a:ext cx="646035" cy="1074988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47620CA-CBAB-44C3-AA82-0CD774A5DFDF}">
      <dsp:nvSpPr>
        <dsp:cNvPr id="0" name=""/>
        <dsp:cNvSpPr/>
      </dsp:nvSpPr>
      <dsp:spPr>
        <a:xfrm>
          <a:off x="2484346" y="337977"/>
          <a:ext cx="970505" cy="850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b="1" kern="1200" dirty="0"/>
            <a:t>右侧为</a:t>
          </a:r>
          <a:r>
            <a:rPr lang="en-US" sz="1300" b="1" kern="1200" dirty="0"/>
            <a:t>MCU</a:t>
          </a:r>
          <a:r>
            <a:rPr lang="zh-CN" sz="1300" b="1" kern="1200" dirty="0"/>
            <a:t>引出的</a:t>
          </a:r>
          <a:r>
            <a:rPr lang="en-US" sz="1300" b="1" kern="1200" dirty="0"/>
            <a:t>I/O</a:t>
          </a:r>
          <a:r>
            <a:rPr lang="zh-CN" sz="1300" b="1" kern="1200" dirty="0"/>
            <a:t>外设引脚</a:t>
          </a:r>
        </a:p>
      </dsp:txBody>
      <dsp:txXfrm>
        <a:off x="2484346" y="337977"/>
        <a:ext cx="970505" cy="8507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1B10F-99CC-401B-8903-73C6877A972A}">
      <dsp:nvSpPr>
        <dsp:cNvPr id="0" name=""/>
        <dsp:cNvSpPr/>
      </dsp:nvSpPr>
      <dsp:spPr>
        <a:xfrm>
          <a:off x="7435012" y="1107050"/>
          <a:ext cx="91440" cy="2774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747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115082-A4CA-4CE4-B47D-7EA1EE3730BC}">
      <dsp:nvSpPr>
        <dsp:cNvPr id="0" name=""/>
        <dsp:cNvSpPr/>
      </dsp:nvSpPr>
      <dsp:spPr>
        <a:xfrm>
          <a:off x="6268912" y="1107050"/>
          <a:ext cx="91440" cy="2774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747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F60057-18BE-49FB-B9D5-60CDE6C3EA6E}">
      <dsp:nvSpPr>
        <dsp:cNvPr id="0" name=""/>
        <dsp:cNvSpPr/>
      </dsp:nvSpPr>
      <dsp:spPr>
        <a:xfrm>
          <a:off x="5102813" y="1107050"/>
          <a:ext cx="91440" cy="2774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747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263CF3-86D9-486D-AE83-7D6A65B2A849}">
      <dsp:nvSpPr>
        <dsp:cNvPr id="0" name=""/>
        <dsp:cNvSpPr/>
      </dsp:nvSpPr>
      <dsp:spPr>
        <a:xfrm>
          <a:off x="3399383" y="1107050"/>
          <a:ext cx="583049" cy="277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093"/>
              </a:lnTo>
              <a:lnTo>
                <a:pt x="583049" y="189093"/>
              </a:lnTo>
              <a:lnTo>
                <a:pt x="583049" y="27747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A6DE38-DF7D-4E44-8EBE-E009179EC4ED}">
      <dsp:nvSpPr>
        <dsp:cNvPr id="0" name=""/>
        <dsp:cNvSpPr/>
      </dsp:nvSpPr>
      <dsp:spPr>
        <a:xfrm>
          <a:off x="2816333" y="1107050"/>
          <a:ext cx="583049" cy="277478"/>
        </a:xfrm>
        <a:custGeom>
          <a:avLst/>
          <a:gdLst/>
          <a:ahLst/>
          <a:cxnLst/>
          <a:rect l="0" t="0" r="0" b="0"/>
          <a:pathLst>
            <a:path>
              <a:moveTo>
                <a:pt x="583049" y="0"/>
              </a:moveTo>
              <a:lnTo>
                <a:pt x="583049" y="189093"/>
              </a:lnTo>
              <a:lnTo>
                <a:pt x="0" y="189093"/>
              </a:lnTo>
              <a:lnTo>
                <a:pt x="0" y="27747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7D381B-E7C1-4F4E-BA17-EEB52D2C8AA5}">
      <dsp:nvSpPr>
        <dsp:cNvPr id="0" name=""/>
        <dsp:cNvSpPr/>
      </dsp:nvSpPr>
      <dsp:spPr>
        <a:xfrm>
          <a:off x="1067184" y="1107050"/>
          <a:ext cx="583049" cy="277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093"/>
              </a:lnTo>
              <a:lnTo>
                <a:pt x="583049" y="189093"/>
              </a:lnTo>
              <a:lnTo>
                <a:pt x="583049" y="27747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A6F472-E56D-45FB-BFFA-CBAAAAF88CC6}">
      <dsp:nvSpPr>
        <dsp:cNvPr id="0" name=""/>
        <dsp:cNvSpPr/>
      </dsp:nvSpPr>
      <dsp:spPr>
        <a:xfrm>
          <a:off x="484134" y="1107050"/>
          <a:ext cx="583049" cy="277478"/>
        </a:xfrm>
        <a:custGeom>
          <a:avLst/>
          <a:gdLst/>
          <a:ahLst/>
          <a:cxnLst/>
          <a:rect l="0" t="0" r="0" b="0"/>
          <a:pathLst>
            <a:path>
              <a:moveTo>
                <a:pt x="583049" y="0"/>
              </a:moveTo>
              <a:lnTo>
                <a:pt x="583049" y="189093"/>
              </a:lnTo>
              <a:lnTo>
                <a:pt x="0" y="189093"/>
              </a:lnTo>
              <a:lnTo>
                <a:pt x="0" y="27747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43EF83-417E-4A1D-93B9-E9C51D103401}">
      <dsp:nvSpPr>
        <dsp:cNvPr id="0" name=""/>
        <dsp:cNvSpPr/>
      </dsp:nvSpPr>
      <dsp:spPr>
        <a:xfrm>
          <a:off x="590143" y="501208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F75DD-10A1-4D60-8536-A02214F442E7}">
      <dsp:nvSpPr>
        <dsp:cNvPr id="0" name=""/>
        <dsp:cNvSpPr/>
      </dsp:nvSpPr>
      <dsp:spPr>
        <a:xfrm>
          <a:off x="696152" y="60191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1200" b="1" kern="1200" dirty="0"/>
            <a:t>配置寄存器</a:t>
          </a:r>
          <a:r>
            <a:rPr lang="zh-CN" altLang="en-US" sz="1200" b="1" kern="1200" dirty="0"/>
            <a:t>（</a:t>
          </a:r>
          <a:r>
            <a:rPr lang="en-US" altLang="zh-CN" sz="1200" b="1" kern="1200" dirty="0"/>
            <a:t>32</a:t>
          </a:r>
          <a:r>
            <a:rPr lang="zh-CN" altLang="en-US" sz="1200" b="1" kern="1200" dirty="0"/>
            <a:t>位）</a:t>
          </a:r>
        </a:p>
      </dsp:txBody>
      <dsp:txXfrm>
        <a:off x="713896" y="619661"/>
        <a:ext cx="918593" cy="570353"/>
      </dsp:txXfrm>
    </dsp:sp>
    <dsp:sp modelId="{D8EB8E23-805B-40CB-8662-CF33E471B5CE}">
      <dsp:nvSpPr>
        <dsp:cNvPr id="0" name=""/>
        <dsp:cNvSpPr/>
      </dsp:nvSpPr>
      <dsp:spPr>
        <a:xfrm>
          <a:off x="7093" y="1384529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D64FA-D755-481D-87DD-3F67BCE6968E}">
      <dsp:nvSpPr>
        <dsp:cNvPr id="0" name=""/>
        <dsp:cNvSpPr/>
      </dsp:nvSpPr>
      <dsp:spPr>
        <a:xfrm>
          <a:off x="113102" y="148523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 err="1"/>
            <a:t>GPIOx_CRL</a:t>
          </a:r>
          <a:endParaRPr lang="zh-CN" altLang="en-US" sz="1200" b="1" kern="1200" dirty="0"/>
        </a:p>
      </dsp:txBody>
      <dsp:txXfrm>
        <a:off x="130846" y="1502981"/>
        <a:ext cx="918593" cy="570353"/>
      </dsp:txXfrm>
    </dsp:sp>
    <dsp:sp modelId="{24273FF2-B74E-41A2-9B5B-6F2959F84AF1}">
      <dsp:nvSpPr>
        <dsp:cNvPr id="0" name=""/>
        <dsp:cNvSpPr/>
      </dsp:nvSpPr>
      <dsp:spPr>
        <a:xfrm>
          <a:off x="1173193" y="1384529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BD57B-74EE-4A3D-AEF3-DAE8808DAD01}">
      <dsp:nvSpPr>
        <dsp:cNvPr id="0" name=""/>
        <dsp:cNvSpPr/>
      </dsp:nvSpPr>
      <dsp:spPr>
        <a:xfrm>
          <a:off x="1279202" y="148523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 err="1"/>
            <a:t>GPIOx_CRH</a:t>
          </a:r>
          <a:endParaRPr lang="zh-CN" altLang="en-US" sz="1200" b="1" kern="1200" dirty="0"/>
        </a:p>
      </dsp:txBody>
      <dsp:txXfrm>
        <a:off x="1296946" y="1502981"/>
        <a:ext cx="918593" cy="570353"/>
      </dsp:txXfrm>
    </dsp:sp>
    <dsp:sp modelId="{906309B8-9575-40BF-A9B7-997A108B81B9}">
      <dsp:nvSpPr>
        <dsp:cNvPr id="0" name=""/>
        <dsp:cNvSpPr/>
      </dsp:nvSpPr>
      <dsp:spPr>
        <a:xfrm>
          <a:off x="2922342" y="501208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DFB4F-639C-47EB-BF60-3E940D208DB5}">
      <dsp:nvSpPr>
        <dsp:cNvPr id="0" name=""/>
        <dsp:cNvSpPr/>
      </dsp:nvSpPr>
      <dsp:spPr>
        <a:xfrm>
          <a:off x="3028351" y="60191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1200" b="1" kern="1200" dirty="0"/>
            <a:t>数据寄存器</a:t>
          </a:r>
          <a:r>
            <a:rPr lang="zh-CN" altLang="en-US" sz="1200" b="1" kern="1200" dirty="0"/>
            <a:t>（</a:t>
          </a:r>
          <a:r>
            <a:rPr lang="en-US" altLang="zh-CN" sz="1200" b="1" kern="1200" dirty="0"/>
            <a:t>32</a:t>
          </a:r>
          <a:r>
            <a:rPr lang="zh-CN" altLang="en-US" sz="1200" b="1" kern="1200" dirty="0"/>
            <a:t>位）</a:t>
          </a:r>
        </a:p>
      </dsp:txBody>
      <dsp:txXfrm>
        <a:off x="3046095" y="619661"/>
        <a:ext cx="918593" cy="570353"/>
      </dsp:txXfrm>
    </dsp:sp>
    <dsp:sp modelId="{25CF8D01-1424-4D2C-A647-436F48AA6832}">
      <dsp:nvSpPr>
        <dsp:cNvPr id="0" name=""/>
        <dsp:cNvSpPr/>
      </dsp:nvSpPr>
      <dsp:spPr>
        <a:xfrm>
          <a:off x="2339292" y="1384529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E176C-A732-4013-9CA3-480B928FF365}">
      <dsp:nvSpPr>
        <dsp:cNvPr id="0" name=""/>
        <dsp:cNvSpPr/>
      </dsp:nvSpPr>
      <dsp:spPr>
        <a:xfrm>
          <a:off x="2445302" y="148523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 err="1"/>
            <a:t>GPIOx_IDR</a:t>
          </a:r>
          <a:endParaRPr lang="zh-CN" altLang="en-US" sz="1200" b="1" kern="1200" dirty="0"/>
        </a:p>
      </dsp:txBody>
      <dsp:txXfrm>
        <a:off x="2463046" y="1502981"/>
        <a:ext cx="918593" cy="570353"/>
      </dsp:txXfrm>
    </dsp:sp>
    <dsp:sp modelId="{EF309740-7DC0-4E09-AF40-98F349F7D6A0}">
      <dsp:nvSpPr>
        <dsp:cNvPr id="0" name=""/>
        <dsp:cNvSpPr/>
      </dsp:nvSpPr>
      <dsp:spPr>
        <a:xfrm>
          <a:off x="3505392" y="1384529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A4431-DB12-4083-A626-8AC3A49E8258}">
      <dsp:nvSpPr>
        <dsp:cNvPr id="0" name=""/>
        <dsp:cNvSpPr/>
      </dsp:nvSpPr>
      <dsp:spPr>
        <a:xfrm>
          <a:off x="3611401" y="148523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 err="1"/>
            <a:t>GPIOx_ODR</a:t>
          </a:r>
          <a:endParaRPr lang="zh-CN" altLang="en-US" sz="1200" b="1" kern="1200" dirty="0"/>
        </a:p>
      </dsp:txBody>
      <dsp:txXfrm>
        <a:off x="3629145" y="1502981"/>
        <a:ext cx="918593" cy="570353"/>
      </dsp:txXfrm>
    </dsp:sp>
    <dsp:sp modelId="{8AD1F819-4F7D-4F23-BFA2-5A5D7A3E337E}">
      <dsp:nvSpPr>
        <dsp:cNvPr id="0" name=""/>
        <dsp:cNvSpPr/>
      </dsp:nvSpPr>
      <dsp:spPr>
        <a:xfrm>
          <a:off x="4671492" y="501208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26BF6-D426-4849-96BC-21EB4C023D7E}">
      <dsp:nvSpPr>
        <dsp:cNvPr id="0" name=""/>
        <dsp:cNvSpPr/>
      </dsp:nvSpPr>
      <dsp:spPr>
        <a:xfrm>
          <a:off x="4777501" y="60191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1200" b="1" kern="1200" dirty="0"/>
            <a:t>置位</a:t>
          </a:r>
          <a:r>
            <a:rPr lang="en-US" altLang="zh-CN" sz="1200" b="1" kern="1200" dirty="0"/>
            <a:t>/</a:t>
          </a:r>
          <a:r>
            <a:rPr lang="zh-CN" altLang="zh-CN" sz="1200" b="1" kern="1200" dirty="0"/>
            <a:t>复位寄存器</a:t>
          </a:r>
          <a:r>
            <a:rPr lang="zh-CN" altLang="en-US" sz="1200" b="1" kern="1200" dirty="0"/>
            <a:t>（</a:t>
          </a:r>
          <a:r>
            <a:rPr lang="en-US" altLang="zh-CN" sz="1200" b="1" kern="1200" dirty="0"/>
            <a:t>16</a:t>
          </a:r>
          <a:r>
            <a:rPr lang="zh-CN" altLang="en-US" sz="1200" b="1" kern="1200" dirty="0"/>
            <a:t>位）</a:t>
          </a:r>
        </a:p>
      </dsp:txBody>
      <dsp:txXfrm>
        <a:off x="4795245" y="619661"/>
        <a:ext cx="918593" cy="570353"/>
      </dsp:txXfrm>
    </dsp:sp>
    <dsp:sp modelId="{4A6B9811-AC4D-4225-BABA-FAD18CDC9741}">
      <dsp:nvSpPr>
        <dsp:cNvPr id="0" name=""/>
        <dsp:cNvSpPr/>
      </dsp:nvSpPr>
      <dsp:spPr>
        <a:xfrm>
          <a:off x="4671492" y="1384529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672000-DA60-4F1F-92DC-F3630C6E5F1C}">
      <dsp:nvSpPr>
        <dsp:cNvPr id="0" name=""/>
        <dsp:cNvSpPr/>
      </dsp:nvSpPr>
      <dsp:spPr>
        <a:xfrm>
          <a:off x="4777501" y="148523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 err="1"/>
            <a:t>GPIOx_BSRR</a:t>
          </a:r>
          <a:endParaRPr lang="zh-CN" altLang="en-US" sz="1200" b="1" kern="1200" dirty="0"/>
        </a:p>
      </dsp:txBody>
      <dsp:txXfrm>
        <a:off x="4795245" y="1502981"/>
        <a:ext cx="918593" cy="570353"/>
      </dsp:txXfrm>
    </dsp:sp>
    <dsp:sp modelId="{3AC90689-36B1-4C3A-9A44-4015D59A649A}">
      <dsp:nvSpPr>
        <dsp:cNvPr id="0" name=""/>
        <dsp:cNvSpPr/>
      </dsp:nvSpPr>
      <dsp:spPr>
        <a:xfrm>
          <a:off x="5837592" y="501208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6F506-5A4A-424B-A9EE-5F06AA0BA80B}">
      <dsp:nvSpPr>
        <dsp:cNvPr id="0" name=""/>
        <dsp:cNvSpPr/>
      </dsp:nvSpPr>
      <dsp:spPr>
        <a:xfrm>
          <a:off x="5943601" y="60191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b="1" kern="1200" dirty="0"/>
            <a:t>复位寄存器</a:t>
          </a:r>
        </a:p>
      </dsp:txBody>
      <dsp:txXfrm>
        <a:off x="5961345" y="619661"/>
        <a:ext cx="918593" cy="570353"/>
      </dsp:txXfrm>
    </dsp:sp>
    <dsp:sp modelId="{A570000E-0346-47BF-BBA9-3ED4B4D31566}">
      <dsp:nvSpPr>
        <dsp:cNvPr id="0" name=""/>
        <dsp:cNvSpPr/>
      </dsp:nvSpPr>
      <dsp:spPr>
        <a:xfrm>
          <a:off x="5837592" y="1384529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ACA50B-C48D-47AD-A4C1-8F90185BB5C3}">
      <dsp:nvSpPr>
        <dsp:cNvPr id="0" name=""/>
        <dsp:cNvSpPr/>
      </dsp:nvSpPr>
      <dsp:spPr>
        <a:xfrm>
          <a:off x="5943601" y="148523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 err="1"/>
            <a:t>GPIOx_BRR</a:t>
          </a:r>
          <a:endParaRPr lang="zh-CN" altLang="en-US" sz="1200" b="1" kern="1200" dirty="0"/>
        </a:p>
      </dsp:txBody>
      <dsp:txXfrm>
        <a:off x="5961345" y="1502981"/>
        <a:ext cx="918593" cy="570353"/>
      </dsp:txXfrm>
    </dsp:sp>
    <dsp:sp modelId="{FC211F79-E5D2-45B4-A59E-3881D9218BE9}">
      <dsp:nvSpPr>
        <dsp:cNvPr id="0" name=""/>
        <dsp:cNvSpPr/>
      </dsp:nvSpPr>
      <dsp:spPr>
        <a:xfrm>
          <a:off x="7003691" y="501208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7FBEA-5981-4E43-88FE-6B550209CC50}">
      <dsp:nvSpPr>
        <dsp:cNvPr id="0" name=""/>
        <dsp:cNvSpPr/>
      </dsp:nvSpPr>
      <dsp:spPr>
        <a:xfrm>
          <a:off x="7109700" y="60191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1200" b="1" kern="1200" dirty="0"/>
            <a:t>锁定寄存器</a:t>
          </a:r>
          <a:r>
            <a:rPr lang="zh-CN" altLang="en-US" sz="1200" b="1" kern="1200" dirty="0"/>
            <a:t>（</a:t>
          </a:r>
          <a:r>
            <a:rPr lang="en-US" altLang="zh-CN" sz="1200" b="1" kern="1200" dirty="0"/>
            <a:t>32</a:t>
          </a:r>
          <a:r>
            <a:rPr lang="zh-CN" altLang="en-US" sz="1200" b="1" kern="1200" dirty="0"/>
            <a:t>位）</a:t>
          </a:r>
        </a:p>
      </dsp:txBody>
      <dsp:txXfrm>
        <a:off x="7127444" y="619661"/>
        <a:ext cx="918593" cy="570353"/>
      </dsp:txXfrm>
    </dsp:sp>
    <dsp:sp modelId="{F1A2F6A3-8EFC-453D-888D-F343823D198A}">
      <dsp:nvSpPr>
        <dsp:cNvPr id="0" name=""/>
        <dsp:cNvSpPr/>
      </dsp:nvSpPr>
      <dsp:spPr>
        <a:xfrm>
          <a:off x="7003691" y="1384529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1892CC-6A94-49F3-B980-650D867D770F}">
      <dsp:nvSpPr>
        <dsp:cNvPr id="0" name=""/>
        <dsp:cNvSpPr/>
      </dsp:nvSpPr>
      <dsp:spPr>
        <a:xfrm>
          <a:off x="7109700" y="148523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 err="1"/>
            <a:t>GPIOx_LCKR</a:t>
          </a:r>
          <a:endParaRPr lang="zh-CN" altLang="en-US" sz="1200" b="1" kern="1200" dirty="0"/>
        </a:p>
      </dsp:txBody>
      <dsp:txXfrm>
        <a:off x="7127444" y="1502981"/>
        <a:ext cx="918593" cy="5703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9801AA-D9C1-4B82-8B31-1DD2B68FE93D}">
      <dsp:nvSpPr>
        <dsp:cNvPr id="0" name=""/>
        <dsp:cNvSpPr/>
      </dsp:nvSpPr>
      <dsp:spPr>
        <a:xfrm>
          <a:off x="864095" y="1743675"/>
          <a:ext cx="1421636" cy="4326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Times New Roman" pitchFamily="18" charset="0"/>
              <a:ea typeface="+mn-ea"/>
              <a:cs typeface="Times New Roman" pitchFamily="18" charset="0"/>
            </a:rPr>
            <a:t>工作模式</a:t>
          </a:r>
        </a:p>
      </dsp:txBody>
      <dsp:txXfrm>
        <a:off x="876766" y="1756346"/>
        <a:ext cx="1396294" cy="407289"/>
      </dsp:txXfrm>
    </dsp:sp>
    <dsp:sp modelId="{4AA70A89-A3A6-4345-832B-CB65B1785775}">
      <dsp:nvSpPr>
        <dsp:cNvPr id="0" name=""/>
        <dsp:cNvSpPr/>
      </dsp:nvSpPr>
      <dsp:spPr>
        <a:xfrm rot="17350740">
          <a:off x="1932021" y="1452531"/>
          <a:ext cx="1053527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1053527" y="99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432447" y="1436126"/>
        <a:ext cx="52676" cy="52676"/>
      </dsp:txXfrm>
    </dsp:sp>
    <dsp:sp modelId="{0EA4A5F4-DCC8-40D1-9160-D41E725559D7}">
      <dsp:nvSpPr>
        <dsp:cNvPr id="0" name=""/>
        <dsp:cNvSpPr/>
      </dsp:nvSpPr>
      <dsp:spPr>
        <a:xfrm>
          <a:off x="2631838" y="748622"/>
          <a:ext cx="1459890" cy="43263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>
              <a:latin typeface="Times New Roman" pitchFamily="18" charset="0"/>
              <a:ea typeface="+mn-ea"/>
              <a:cs typeface="Times New Roman" pitchFamily="18" charset="0"/>
            </a:rPr>
            <a:t>4</a:t>
          </a:r>
          <a:r>
            <a:rPr lang="zh-CN" altLang="zh-CN" sz="1800" b="1" kern="1200" dirty="0">
              <a:latin typeface="Times New Roman" pitchFamily="18" charset="0"/>
              <a:ea typeface="+mn-ea"/>
              <a:cs typeface="Times New Roman" pitchFamily="18" charset="0"/>
            </a:rPr>
            <a:t>种输出模式</a:t>
          </a:r>
          <a:endParaRPr lang="zh-CN" altLang="en-US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644509" y="761293"/>
        <a:ext cx="1434548" cy="407289"/>
      </dsp:txXfrm>
    </dsp:sp>
    <dsp:sp modelId="{6BBD33CF-2919-4214-90A6-5B45AC236AD7}">
      <dsp:nvSpPr>
        <dsp:cNvPr id="0" name=""/>
        <dsp:cNvSpPr/>
      </dsp:nvSpPr>
      <dsp:spPr>
        <a:xfrm rot="17692822">
          <a:off x="3853460" y="581860"/>
          <a:ext cx="82264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82264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44215" y="571227"/>
        <a:ext cx="41132" cy="41132"/>
      </dsp:txXfrm>
    </dsp:sp>
    <dsp:sp modelId="{ECB23D1A-FFCF-4F25-8527-305A4A31D111}">
      <dsp:nvSpPr>
        <dsp:cNvPr id="0" name=""/>
        <dsp:cNvSpPr/>
      </dsp:nvSpPr>
      <dsp:spPr>
        <a:xfrm>
          <a:off x="4437834" y="2332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+mn-ea"/>
              <a:cs typeface="Times New Roman" pitchFamily="18" charset="0"/>
            </a:rPr>
            <a:t>推挽输出</a:t>
          </a:r>
        </a:p>
      </dsp:txBody>
      <dsp:txXfrm>
        <a:off x="4450505" y="15003"/>
        <a:ext cx="2161560" cy="407289"/>
      </dsp:txXfrm>
    </dsp:sp>
    <dsp:sp modelId="{FBC75CA1-F94D-4696-8539-D163FCCCBE77}">
      <dsp:nvSpPr>
        <dsp:cNvPr id="0" name=""/>
        <dsp:cNvSpPr/>
      </dsp:nvSpPr>
      <dsp:spPr>
        <a:xfrm rot="19457599">
          <a:off x="4051666" y="830623"/>
          <a:ext cx="42623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42623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54125" y="829900"/>
        <a:ext cx="21311" cy="21311"/>
      </dsp:txXfrm>
    </dsp:sp>
    <dsp:sp modelId="{67F3B027-A787-47A3-9DCC-F43CADFD675F}">
      <dsp:nvSpPr>
        <dsp:cNvPr id="0" name=""/>
        <dsp:cNvSpPr/>
      </dsp:nvSpPr>
      <dsp:spPr>
        <a:xfrm>
          <a:off x="4437834" y="499858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2000" b="1" kern="1200" dirty="0">
              <a:latin typeface="Times New Roman" pitchFamily="18" charset="0"/>
              <a:ea typeface="+mn-ea"/>
              <a:cs typeface="Times New Roman" pitchFamily="18" charset="0"/>
            </a:rPr>
            <a:t>开漏输出</a:t>
          </a:r>
        </a:p>
      </dsp:txBody>
      <dsp:txXfrm>
        <a:off x="4450505" y="512529"/>
        <a:ext cx="2161560" cy="407289"/>
      </dsp:txXfrm>
    </dsp:sp>
    <dsp:sp modelId="{3DE14EEC-6C35-4EF3-BA0B-5438FEBC16A0}">
      <dsp:nvSpPr>
        <dsp:cNvPr id="0" name=""/>
        <dsp:cNvSpPr/>
      </dsp:nvSpPr>
      <dsp:spPr>
        <a:xfrm rot="2142401">
          <a:off x="4051666" y="1079386"/>
          <a:ext cx="42623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42623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54125" y="1078664"/>
        <a:ext cx="21311" cy="21311"/>
      </dsp:txXfrm>
    </dsp:sp>
    <dsp:sp modelId="{1A523B74-D03B-481B-B8A3-F57D5EA187FF}">
      <dsp:nvSpPr>
        <dsp:cNvPr id="0" name=""/>
        <dsp:cNvSpPr/>
      </dsp:nvSpPr>
      <dsp:spPr>
        <a:xfrm>
          <a:off x="4437834" y="997385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2000" b="1" kern="1200" dirty="0">
              <a:latin typeface="Times New Roman" pitchFamily="18" charset="0"/>
              <a:ea typeface="+mn-ea"/>
              <a:cs typeface="Times New Roman" pitchFamily="18" charset="0"/>
            </a:rPr>
            <a:t>复用推挽输出</a:t>
          </a:r>
        </a:p>
      </dsp:txBody>
      <dsp:txXfrm>
        <a:off x="4450505" y="1010056"/>
        <a:ext cx="2161560" cy="407289"/>
      </dsp:txXfrm>
    </dsp:sp>
    <dsp:sp modelId="{281A6B5A-9E8C-4C5F-BDE4-F4EC8A3E3514}">
      <dsp:nvSpPr>
        <dsp:cNvPr id="0" name=""/>
        <dsp:cNvSpPr/>
      </dsp:nvSpPr>
      <dsp:spPr>
        <a:xfrm rot="3907178">
          <a:off x="3853460" y="1328150"/>
          <a:ext cx="82264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82264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44215" y="1317517"/>
        <a:ext cx="41132" cy="41132"/>
      </dsp:txXfrm>
    </dsp:sp>
    <dsp:sp modelId="{906E305C-D325-4464-9603-04B6F7871F4C}">
      <dsp:nvSpPr>
        <dsp:cNvPr id="0" name=""/>
        <dsp:cNvSpPr/>
      </dsp:nvSpPr>
      <dsp:spPr>
        <a:xfrm>
          <a:off x="4437834" y="1494912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>
              <a:latin typeface="Times New Roman" pitchFamily="18" charset="0"/>
              <a:ea typeface="+mn-ea"/>
              <a:cs typeface="Times New Roman" pitchFamily="18" charset="0"/>
            </a:rPr>
            <a:t> </a:t>
          </a:r>
          <a:r>
            <a:rPr lang="zh-CN" altLang="zh-CN" sz="1800" b="1" kern="1200" dirty="0">
              <a:latin typeface="Times New Roman" pitchFamily="18" charset="0"/>
              <a:ea typeface="+mn-ea"/>
              <a:cs typeface="Times New Roman" pitchFamily="18" charset="0"/>
            </a:rPr>
            <a:t>复用开漏输出</a:t>
          </a:r>
        </a:p>
      </dsp:txBody>
      <dsp:txXfrm>
        <a:off x="4450505" y="1507583"/>
        <a:ext cx="2161560" cy="407289"/>
      </dsp:txXfrm>
    </dsp:sp>
    <dsp:sp modelId="{ADD60F7E-F129-4FAA-9717-6BBCD5214DDA}">
      <dsp:nvSpPr>
        <dsp:cNvPr id="0" name=""/>
        <dsp:cNvSpPr/>
      </dsp:nvSpPr>
      <dsp:spPr>
        <a:xfrm rot="4249260">
          <a:off x="1932021" y="2447585"/>
          <a:ext cx="1053527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1053527" y="99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432447" y="2431179"/>
        <a:ext cx="52676" cy="52676"/>
      </dsp:txXfrm>
    </dsp:sp>
    <dsp:sp modelId="{0F98E39D-9477-4FD6-913C-B6D96817538C}">
      <dsp:nvSpPr>
        <dsp:cNvPr id="0" name=""/>
        <dsp:cNvSpPr/>
      </dsp:nvSpPr>
      <dsp:spPr>
        <a:xfrm>
          <a:off x="2631838" y="2738728"/>
          <a:ext cx="1459890" cy="43263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>
              <a:latin typeface="Times New Roman" pitchFamily="18" charset="0"/>
              <a:ea typeface="+mn-ea"/>
              <a:cs typeface="Times New Roman" pitchFamily="18" charset="0"/>
            </a:rPr>
            <a:t>4</a:t>
          </a:r>
          <a:r>
            <a:rPr lang="zh-CN" altLang="zh-CN" sz="1800" b="1" kern="1200" dirty="0">
              <a:latin typeface="Times New Roman" pitchFamily="18" charset="0"/>
              <a:ea typeface="+mn-ea"/>
              <a:cs typeface="Times New Roman" pitchFamily="18" charset="0"/>
            </a:rPr>
            <a:t>种输入模式</a:t>
          </a:r>
          <a:endParaRPr lang="zh-CN" altLang="en-US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644509" y="2751399"/>
        <a:ext cx="1434548" cy="407289"/>
      </dsp:txXfrm>
    </dsp:sp>
    <dsp:sp modelId="{1A87A03B-87E2-4E67-8D08-2D1AD5866C90}">
      <dsp:nvSpPr>
        <dsp:cNvPr id="0" name=""/>
        <dsp:cNvSpPr/>
      </dsp:nvSpPr>
      <dsp:spPr>
        <a:xfrm rot="17692822">
          <a:off x="3853460" y="2571966"/>
          <a:ext cx="82264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82264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44215" y="2561333"/>
        <a:ext cx="41132" cy="41132"/>
      </dsp:txXfrm>
    </dsp:sp>
    <dsp:sp modelId="{A983D636-3235-436F-BD62-DDB644BC6864}">
      <dsp:nvSpPr>
        <dsp:cNvPr id="0" name=""/>
        <dsp:cNvSpPr/>
      </dsp:nvSpPr>
      <dsp:spPr>
        <a:xfrm>
          <a:off x="4437834" y="1992438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1800" b="1" kern="1200" dirty="0">
              <a:latin typeface="Times New Roman" pitchFamily="18" charset="0"/>
              <a:ea typeface="+mn-ea"/>
              <a:cs typeface="Times New Roman" pitchFamily="18" charset="0"/>
            </a:rPr>
            <a:t>上拉输入</a:t>
          </a:r>
        </a:p>
      </dsp:txBody>
      <dsp:txXfrm>
        <a:off x="4450505" y="2005109"/>
        <a:ext cx="2161560" cy="407289"/>
      </dsp:txXfrm>
    </dsp:sp>
    <dsp:sp modelId="{4077A17C-4E0C-4DF4-A91D-92B88CD103A3}">
      <dsp:nvSpPr>
        <dsp:cNvPr id="0" name=""/>
        <dsp:cNvSpPr/>
      </dsp:nvSpPr>
      <dsp:spPr>
        <a:xfrm rot="19457599">
          <a:off x="4051666" y="2820730"/>
          <a:ext cx="42623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42623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54125" y="2820007"/>
        <a:ext cx="21311" cy="21311"/>
      </dsp:txXfrm>
    </dsp:sp>
    <dsp:sp modelId="{5802D046-5ABB-4471-976F-ED6B844932BF}">
      <dsp:nvSpPr>
        <dsp:cNvPr id="0" name=""/>
        <dsp:cNvSpPr/>
      </dsp:nvSpPr>
      <dsp:spPr>
        <a:xfrm>
          <a:off x="4437834" y="2489965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1800" b="1" kern="1200" dirty="0">
              <a:latin typeface="Times New Roman" pitchFamily="18" charset="0"/>
              <a:ea typeface="+mn-ea"/>
              <a:cs typeface="Times New Roman" pitchFamily="18" charset="0"/>
            </a:rPr>
            <a:t>下拉输入</a:t>
          </a:r>
        </a:p>
      </dsp:txBody>
      <dsp:txXfrm>
        <a:off x="4450505" y="2502636"/>
        <a:ext cx="2161560" cy="407289"/>
      </dsp:txXfrm>
    </dsp:sp>
    <dsp:sp modelId="{2A2F1687-526D-4F2D-9121-85CCA9346E75}">
      <dsp:nvSpPr>
        <dsp:cNvPr id="0" name=""/>
        <dsp:cNvSpPr/>
      </dsp:nvSpPr>
      <dsp:spPr>
        <a:xfrm rot="2142401">
          <a:off x="4051666" y="3069493"/>
          <a:ext cx="42623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42623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54125" y="3068770"/>
        <a:ext cx="21311" cy="21311"/>
      </dsp:txXfrm>
    </dsp:sp>
    <dsp:sp modelId="{2CFC73B7-5CF8-4873-BF74-E98CB1CDDB53}">
      <dsp:nvSpPr>
        <dsp:cNvPr id="0" name=""/>
        <dsp:cNvSpPr/>
      </dsp:nvSpPr>
      <dsp:spPr>
        <a:xfrm>
          <a:off x="4437834" y="2987492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1800" b="1" kern="1200" dirty="0">
              <a:latin typeface="Times New Roman" pitchFamily="18" charset="0"/>
              <a:ea typeface="+mn-ea"/>
              <a:cs typeface="Times New Roman" pitchFamily="18" charset="0"/>
            </a:rPr>
            <a:t>模拟输入</a:t>
          </a:r>
        </a:p>
      </dsp:txBody>
      <dsp:txXfrm>
        <a:off x="4450505" y="3000163"/>
        <a:ext cx="2161560" cy="407289"/>
      </dsp:txXfrm>
    </dsp:sp>
    <dsp:sp modelId="{1F48238A-3A92-4B7F-8B5A-10EC12CF50E0}">
      <dsp:nvSpPr>
        <dsp:cNvPr id="0" name=""/>
        <dsp:cNvSpPr/>
      </dsp:nvSpPr>
      <dsp:spPr>
        <a:xfrm rot="3907178">
          <a:off x="3853460" y="3318256"/>
          <a:ext cx="82264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82264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44215" y="3307623"/>
        <a:ext cx="41132" cy="41132"/>
      </dsp:txXfrm>
    </dsp:sp>
    <dsp:sp modelId="{B6FD28BD-D259-491C-8A10-4ADAAEF77098}">
      <dsp:nvSpPr>
        <dsp:cNvPr id="0" name=""/>
        <dsp:cNvSpPr/>
      </dsp:nvSpPr>
      <dsp:spPr>
        <a:xfrm>
          <a:off x="4437834" y="3485018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1800" b="1" kern="1200" dirty="0">
              <a:latin typeface="Times New Roman" pitchFamily="18" charset="0"/>
              <a:ea typeface="+mn-ea"/>
              <a:cs typeface="Times New Roman" pitchFamily="18" charset="0"/>
            </a:rPr>
            <a:t>浮空输入</a:t>
          </a:r>
        </a:p>
      </dsp:txBody>
      <dsp:txXfrm>
        <a:off x="4450505" y="3497689"/>
        <a:ext cx="2161560" cy="4072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4122BD-BEBC-42A9-A2A4-98042DD9C2F4}">
      <dsp:nvSpPr>
        <dsp:cNvPr id="0" name=""/>
        <dsp:cNvSpPr/>
      </dsp:nvSpPr>
      <dsp:spPr>
        <a:xfrm>
          <a:off x="913930" y="259281"/>
          <a:ext cx="3350717" cy="3350717"/>
        </a:xfrm>
        <a:prstGeom prst="pie">
          <a:avLst>
            <a:gd name="adj1" fmla="val 16200000"/>
            <a:gd name="adj2" fmla="val 18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/>
            <a:t>利用外部电路的驱动能力，减少芯片内部的驱动。</a:t>
          </a:r>
        </a:p>
      </dsp:txBody>
      <dsp:txXfrm>
        <a:off x="2679837" y="969314"/>
        <a:ext cx="1196684" cy="997237"/>
      </dsp:txXfrm>
    </dsp:sp>
    <dsp:sp modelId="{A1EF1277-E600-46B5-94A1-5B800E4928A6}">
      <dsp:nvSpPr>
        <dsp:cNvPr id="0" name=""/>
        <dsp:cNvSpPr/>
      </dsp:nvSpPr>
      <dsp:spPr>
        <a:xfrm>
          <a:off x="844921" y="378950"/>
          <a:ext cx="3350717" cy="3350717"/>
        </a:xfrm>
        <a:prstGeom prst="pie">
          <a:avLst>
            <a:gd name="adj1" fmla="val 1800000"/>
            <a:gd name="adj2" fmla="val 9000000"/>
          </a:avLst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/>
            <a:t>无上拉电阻时，只能输出低电平，要输出高电平，则必需外接上拉电阻。</a:t>
          </a:r>
        </a:p>
      </dsp:txBody>
      <dsp:txXfrm>
        <a:off x="1642711" y="2552927"/>
        <a:ext cx="1795027" cy="877568"/>
      </dsp:txXfrm>
    </dsp:sp>
    <dsp:sp modelId="{2616E5BD-7A91-432A-9DFB-1051CD8FF312}">
      <dsp:nvSpPr>
        <dsp:cNvPr id="0" name=""/>
        <dsp:cNvSpPr/>
      </dsp:nvSpPr>
      <dsp:spPr>
        <a:xfrm>
          <a:off x="775912" y="259281"/>
          <a:ext cx="3350717" cy="3350717"/>
        </a:xfrm>
        <a:prstGeom prst="pie">
          <a:avLst>
            <a:gd name="adj1" fmla="val 9000000"/>
            <a:gd name="adj2" fmla="val 1620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/>
            <a:t>开漏输出能够方便的实现 “逻辑与”功能。</a:t>
          </a:r>
        </a:p>
      </dsp:txBody>
      <dsp:txXfrm>
        <a:off x="1164037" y="969314"/>
        <a:ext cx="1196684" cy="997237"/>
      </dsp:txXfrm>
    </dsp:sp>
    <dsp:sp modelId="{CFFD374E-09D8-4FA4-8ED9-E9555F34D88A}">
      <dsp:nvSpPr>
        <dsp:cNvPr id="0" name=""/>
        <dsp:cNvSpPr/>
      </dsp:nvSpPr>
      <dsp:spPr>
        <a:xfrm>
          <a:off x="706781" y="51856"/>
          <a:ext cx="3765567" cy="3765567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C0343-A5D8-40A2-9B53-254E3A56D048}">
      <dsp:nvSpPr>
        <dsp:cNvPr id="0" name=""/>
        <dsp:cNvSpPr/>
      </dsp:nvSpPr>
      <dsp:spPr>
        <a:xfrm>
          <a:off x="637496" y="171312"/>
          <a:ext cx="3765567" cy="3765567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F7786-2F0B-4F47-9E70-979AD7A18994}">
      <dsp:nvSpPr>
        <dsp:cNvPr id="0" name=""/>
        <dsp:cNvSpPr/>
      </dsp:nvSpPr>
      <dsp:spPr>
        <a:xfrm>
          <a:off x="568210" y="51856"/>
          <a:ext cx="3765567" cy="3765567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B3BAB-3584-4F11-B7A6-CD8C1B19CE99}">
      <dsp:nvSpPr>
        <dsp:cNvPr id="0" name=""/>
        <dsp:cNvSpPr/>
      </dsp:nvSpPr>
      <dsp:spPr>
        <a:xfrm>
          <a:off x="527098" y="311074"/>
          <a:ext cx="3266282" cy="32662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b="1" kern="1200" dirty="0"/>
            <a:t>当</a:t>
          </a:r>
          <a:r>
            <a:rPr lang="en-US" sz="2000" b="1" kern="1200" dirty="0"/>
            <a:t>I/O</a:t>
          </a:r>
          <a:r>
            <a:rPr lang="zh-CN" sz="2000" b="1" kern="1200" dirty="0"/>
            <a:t>引脚作为复用功能时，可选择复用推挽输出模式或复用开漏输出模式，在选择复用开漏输出模式时，需外接上拉电阻。</a:t>
          </a:r>
        </a:p>
      </dsp:txBody>
      <dsp:txXfrm>
        <a:off x="1071479" y="855455"/>
        <a:ext cx="2177521" cy="2177521"/>
      </dsp:txXfrm>
    </dsp:sp>
    <dsp:sp modelId="{57D4D449-2DC4-4A3F-99D4-C0DF3652022D}">
      <dsp:nvSpPr>
        <dsp:cNvPr id="0" name=""/>
        <dsp:cNvSpPr/>
      </dsp:nvSpPr>
      <dsp:spPr>
        <a:xfrm>
          <a:off x="342900" y="108776"/>
          <a:ext cx="3670679" cy="3670679"/>
        </a:xfrm>
        <a:prstGeom prst="circularArrow">
          <a:avLst>
            <a:gd name="adj1" fmla="val 5085"/>
            <a:gd name="adj2" fmla="val 327528"/>
            <a:gd name="adj3" fmla="val 15834581"/>
            <a:gd name="adj4" fmla="val 16237891"/>
            <a:gd name="adj5" fmla="val 5932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193ACF-CDF9-4570-8B78-D9979F55B8A4}">
      <dsp:nvSpPr>
        <dsp:cNvPr id="0" name=""/>
        <dsp:cNvSpPr/>
      </dsp:nvSpPr>
      <dsp:spPr>
        <a:xfrm>
          <a:off x="0" y="1092"/>
          <a:ext cx="753782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AA267-9B2C-43A5-984F-53975C68A69E}">
      <dsp:nvSpPr>
        <dsp:cNvPr id="0" name=""/>
        <dsp:cNvSpPr/>
      </dsp:nvSpPr>
      <dsp:spPr>
        <a:xfrm>
          <a:off x="0" y="1092"/>
          <a:ext cx="1820069" cy="745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kern="1200" dirty="0"/>
            <a:t>上拉输入模式（</a:t>
          </a:r>
          <a:r>
            <a:rPr lang="en-US" sz="1800" b="1" kern="1200" dirty="0"/>
            <a:t>Input Pull-up</a:t>
          </a:r>
          <a:r>
            <a:rPr lang="zh-CN" sz="1800" b="1" kern="1200" dirty="0"/>
            <a:t>）</a:t>
          </a:r>
          <a:endParaRPr lang="zh-CN" sz="1800" kern="1200" dirty="0"/>
        </a:p>
      </dsp:txBody>
      <dsp:txXfrm>
        <a:off x="0" y="1092"/>
        <a:ext cx="1820069" cy="745066"/>
      </dsp:txXfrm>
    </dsp:sp>
    <dsp:sp modelId="{86274A93-5903-4702-9552-772EAF425DFF}">
      <dsp:nvSpPr>
        <dsp:cNvPr id="0" name=""/>
        <dsp:cNvSpPr/>
      </dsp:nvSpPr>
      <dsp:spPr>
        <a:xfrm>
          <a:off x="1927174" y="34926"/>
          <a:ext cx="5605156" cy="676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kern="1200" dirty="0"/>
            <a:t>上拉输入模式，引脚内部有个上拉电阻，通过开关连接到电源</a:t>
          </a:r>
          <a:r>
            <a:rPr lang="en-US" sz="1600" kern="1200" dirty="0"/>
            <a:t>VDD</a:t>
          </a:r>
          <a:r>
            <a:rPr lang="zh-CN" sz="1600" kern="1200" dirty="0"/>
            <a:t>，当</a:t>
          </a:r>
          <a:r>
            <a:rPr lang="en-US" sz="1600" kern="1200" dirty="0"/>
            <a:t>I/O</a:t>
          </a:r>
          <a:r>
            <a:rPr lang="zh-CN" sz="1600" kern="1200" dirty="0"/>
            <a:t>引脚无输入信号时，默认输入高电平。</a:t>
          </a:r>
        </a:p>
      </dsp:txBody>
      <dsp:txXfrm>
        <a:off x="1927174" y="34926"/>
        <a:ext cx="5605156" cy="676671"/>
      </dsp:txXfrm>
    </dsp:sp>
    <dsp:sp modelId="{D13ADACA-4562-485B-BD90-DDC501ED7CF0}">
      <dsp:nvSpPr>
        <dsp:cNvPr id="0" name=""/>
        <dsp:cNvSpPr/>
      </dsp:nvSpPr>
      <dsp:spPr>
        <a:xfrm>
          <a:off x="1820069" y="711597"/>
          <a:ext cx="571226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F37045-EC9F-4592-B5E6-F659B4970D37}">
      <dsp:nvSpPr>
        <dsp:cNvPr id="0" name=""/>
        <dsp:cNvSpPr/>
      </dsp:nvSpPr>
      <dsp:spPr>
        <a:xfrm>
          <a:off x="0" y="746158"/>
          <a:ext cx="753782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8CDF9-D0A2-4A11-99BF-C1065EF811E1}">
      <dsp:nvSpPr>
        <dsp:cNvPr id="0" name=""/>
        <dsp:cNvSpPr/>
      </dsp:nvSpPr>
      <dsp:spPr>
        <a:xfrm>
          <a:off x="0" y="746158"/>
          <a:ext cx="1921796" cy="745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kern="1200" dirty="0">
              <a:solidFill>
                <a:schemeClr val="accent5">
                  <a:lumMod val="75000"/>
                </a:schemeClr>
              </a:solidFill>
            </a:rPr>
            <a:t>下拉输入模式（</a:t>
          </a:r>
          <a:r>
            <a:rPr lang="en-US" sz="1800" b="1" kern="1200" dirty="0">
              <a:solidFill>
                <a:schemeClr val="accent5">
                  <a:lumMod val="75000"/>
                </a:schemeClr>
              </a:solidFill>
            </a:rPr>
            <a:t>Input Pull-down</a:t>
          </a:r>
          <a:r>
            <a:rPr lang="zh-CN" sz="1800" b="1" kern="1200" dirty="0">
              <a:solidFill>
                <a:schemeClr val="accent5">
                  <a:lumMod val="75000"/>
                </a:schemeClr>
              </a:solidFill>
            </a:rPr>
            <a:t>）</a:t>
          </a:r>
        </a:p>
      </dsp:txBody>
      <dsp:txXfrm>
        <a:off x="0" y="746158"/>
        <a:ext cx="1921796" cy="745066"/>
      </dsp:txXfrm>
    </dsp:sp>
    <dsp:sp modelId="{0D89C4F6-B9DD-4D5D-B624-544F3F90A348}">
      <dsp:nvSpPr>
        <dsp:cNvPr id="0" name=""/>
        <dsp:cNvSpPr/>
      </dsp:nvSpPr>
      <dsp:spPr>
        <a:xfrm>
          <a:off x="2027024" y="779992"/>
          <a:ext cx="5506921" cy="676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kern="1200" dirty="0"/>
            <a:t>下拉输入模式和上拉输入模式正好相反，当</a:t>
          </a:r>
          <a:r>
            <a:rPr lang="en-US" sz="1600" kern="1200" dirty="0"/>
            <a:t>I/O</a:t>
          </a:r>
          <a:r>
            <a:rPr lang="zh-CN" sz="1600" kern="1200" dirty="0"/>
            <a:t>引脚无输入信号时，默认输入低电平。</a:t>
          </a:r>
        </a:p>
      </dsp:txBody>
      <dsp:txXfrm>
        <a:off x="2027024" y="779992"/>
        <a:ext cx="5506921" cy="676671"/>
      </dsp:txXfrm>
    </dsp:sp>
    <dsp:sp modelId="{4343A4F5-438E-458D-B77F-56057ED78A4D}">
      <dsp:nvSpPr>
        <dsp:cNvPr id="0" name=""/>
        <dsp:cNvSpPr/>
      </dsp:nvSpPr>
      <dsp:spPr>
        <a:xfrm>
          <a:off x="1921796" y="1456663"/>
          <a:ext cx="561214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2E7B9D-08F1-4BB2-8B8D-DFAFC8DBAC4E}">
      <dsp:nvSpPr>
        <dsp:cNvPr id="0" name=""/>
        <dsp:cNvSpPr/>
      </dsp:nvSpPr>
      <dsp:spPr>
        <a:xfrm>
          <a:off x="0" y="1491224"/>
          <a:ext cx="753782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085B24-F995-4734-88DA-24E9A08B77B3}">
      <dsp:nvSpPr>
        <dsp:cNvPr id="0" name=""/>
        <dsp:cNvSpPr/>
      </dsp:nvSpPr>
      <dsp:spPr>
        <a:xfrm>
          <a:off x="0" y="1491224"/>
          <a:ext cx="1982847" cy="745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rgbClr val="00B050"/>
              </a:solidFill>
            </a:rPr>
            <a:t>浮空输入模式</a:t>
          </a:r>
        </a:p>
      </dsp:txBody>
      <dsp:txXfrm>
        <a:off x="0" y="1491224"/>
        <a:ext cx="1982847" cy="745066"/>
      </dsp:txXfrm>
    </dsp:sp>
    <dsp:sp modelId="{AC93868A-FD0A-48A9-88C7-DD9EE2F647CF}">
      <dsp:nvSpPr>
        <dsp:cNvPr id="0" name=""/>
        <dsp:cNvSpPr/>
      </dsp:nvSpPr>
      <dsp:spPr>
        <a:xfrm>
          <a:off x="2086970" y="1525058"/>
          <a:ext cx="5449136" cy="676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kern="1200" dirty="0"/>
            <a:t>浮空输入模式下引脚内部既不接上拉电阻也不连接下拉电阻，直接经施密特触发器输入</a:t>
          </a:r>
          <a:r>
            <a:rPr lang="en-US" sz="1600" kern="1200" dirty="0"/>
            <a:t>I/O</a:t>
          </a:r>
          <a:r>
            <a:rPr lang="zh-CN" sz="1600" kern="1200" dirty="0"/>
            <a:t>引脚的信号。</a:t>
          </a:r>
        </a:p>
      </dsp:txBody>
      <dsp:txXfrm>
        <a:off x="2086970" y="1525058"/>
        <a:ext cx="5449136" cy="676671"/>
      </dsp:txXfrm>
    </dsp:sp>
    <dsp:sp modelId="{48D1ADBE-22A8-416C-A6E9-4A0DB820BB90}">
      <dsp:nvSpPr>
        <dsp:cNvPr id="0" name=""/>
        <dsp:cNvSpPr/>
      </dsp:nvSpPr>
      <dsp:spPr>
        <a:xfrm>
          <a:off x="1982847" y="2201729"/>
          <a:ext cx="555325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B12B0-8ED7-423A-98C2-ACC6EE7F5834}">
      <dsp:nvSpPr>
        <dsp:cNvPr id="0" name=""/>
        <dsp:cNvSpPr/>
      </dsp:nvSpPr>
      <dsp:spPr>
        <a:xfrm rot="10800000">
          <a:off x="536754" y="766"/>
          <a:ext cx="6173648" cy="695858"/>
        </a:xfrm>
        <a:prstGeom prst="homePlate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6854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5.3.1 GPIO</a:t>
          </a:r>
          <a:r>
            <a:rPr lang="zh-CN" altLang="en-US" sz="2000" b="1" kern="1200" dirty="0"/>
            <a:t>标准外设库接口函数</a:t>
          </a:r>
          <a:endParaRPr lang="zh-CN" sz="2000" kern="1200" dirty="0"/>
        </a:p>
      </dsp:txBody>
      <dsp:txXfrm rot="10800000">
        <a:off x="710718" y="766"/>
        <a:ext cx="5999684" cy="695858"/>
      </dsp:txXfrm>
    </dsp:sp>
    <dsp:sp modelId="{BD893DEC-F94E-4CFD-8B1D-44EBE27F01D8}">
      <dsp:nvSpPr>
        <dsp:cNvPr id="0" name=""/>
        <dsp:cNvSpPr/>
      </dsp:nvSpPr>
      <dsp:spPr>
        <a:xfrm>
          <a:off x="378917" y="766"/>
          <a:ext cx="695858" cy="695858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D22E1E6-691D-45DB-B730-1DC2060C8198}">
      <dsp:nvSpPr>
        <dsp:cNvPr id="0" name=""/>
        <dsp:cNvSpPr/>
      </dsp:nvSpPr>
      <dsp:spPr>
        <a:xfrm rot="10800000">
          <a:off x="536754" y="871361"/>
          <a:ext cx="6173648" cy="695858"/>
        </a:xfrm>
        <a:prstGeom prst="homePlate">
          <a:avLst/>
        </a:prstGeom>
        <a:solidFill>
          <a:schemeClr val="accent5">
            <a:shade val="80000"/>
            <a:hueOff val="102610"/>
            <a:satOff val="-1119"/>
            <a:lumOff val="12789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6854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5.3.2 GPIO</a:t>
          </a:r>
          <a:r>
            <a:rPr lang="zh-CN" altLang="en-US" sz="2000" b="1" kern="1200" dirty="0"/>
            <a:t>标准外设库应用实例</a:t>
          </a:r>
          <a:endParaRPr lang="zh-CN" sz="2000" kern="1200" dirty="0"/>
        </a:p>
      </dsp:txBody>
      <dsp:txXfrm rot="10800000">
        <a:off x="710718" y="871361"/>
        <a:ext cx="5999684" cy="695858"/>
      </dsp:txXfrm>
    </dsp:sp>
    <dsp:sp modelId="{536BAE9F-688B-43CA-8A61-824EE17C80DA}">
      <dsp:nvSpPr>
        <dsp:cNvPr id="0" name=""/>
        <dsp:cNvSpPr/>
      </dsp:nvSpPr>
      <dsp:spPr>
        <a:xfrm>
          <a:off x="378917" y="871361"/>
          <a:ext cx="695858" cy="695858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C9106F8-718B-46E5-8FB7-F18DA0278976}">
      <dsp:nvSpPr>
        <dsp:cNvPr id="0" name=""/>
        <dsp:cNvSpPr/>
      </dsp:nvSpPr>
      <dsp:spPr>
        <a:xfrm rot="10800000">
          <a:off x="536754" y="1741957"/>
          <a:ext cx="6173648" cy="695858"/>
        </a:xfrm>
        <a:prstGeom prst="homePlate">
          <a:avLst/>
        </a:prstGeom>
        <a:solidFill>
          <a:schemeClr val="accent5">
            <a:shade val="80000"/>
            <a:hueOff val="205221"/>
            <a:satOff val="-2238"/>
            <a:lumOff val="25579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6854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5.3.3 </a:t>
          </a:r>
          <a:r>
            <a:rPr lang="zh-CN" sz="2000" b="1" kern="1200" dirty="0"/>
            <a:t>基于标准外设库开发的一般流程</a:t>
          </a:r>
          <a:endParaRPr lang="zh-CN" sz="2000" kern="1200" dirty="0"/>
        </a:p>
      </dsp:txBody>
      <dsp:txXfrm rot="10800000">
        <a:off x="710718" y="1741957"/>
        <a:ext cx="5999684" cy="695858"/>
      </dsp:txXfrm>
    </dsp:sp>
    <dsp:sp modelId="{25EE83B5-9181-4312-AF69-76E7DB3C707E}">
      <dsp:nvSpPr>
        <dsp:cNvPr id="0" name=""/>
        <dsp:cNvSpPr/>
      </dsp:nvSpPr>
      <dsp:spPr>
        <a:xfrm>
          <a:off x="378917" y="1741957"/>
          <a:ext cx="695858" cy="695858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C12B9-750C-4B07-9767-FD033525F77E}">
      <dsp:nvSpPr>
        <dsp:cNvPr id="0" name=""/>
        <dsp:cNvSpPr/>
      </dsp:nvSpPr>
      <dsp:spPr>
        <a:xfrm>
          <a:off x="3606" y="1018435"/>
          <a:ext cx="1870785" cy="638070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solidFill>
                <a:schemeClr val="bg1"/>
              </a:solidFill>
            </a:rPr>
            <a:t>代码实现</a:t>
          </a:r>
        </a:p>
      </dsp:txBody>
      <dsp:txXfrm>
        <a:off x="22294" y="1037123"/>
        <a:ext cx="1833409" cy="600694"/>
      </dsp:txXfrm>
    </dsp:sp>
    <dsp:sp modelId="{B1B54C56-5EB8-4F1E-8FE3-6060E91A52AC}">
      <dsp:nvSpPr>
        <dsp:cNvPr id="0" name=""/>
        <dsp:cNvSpPr/>
      </dsp:nvSpPr>
      <dsp:spPr>
        <a:xfrm rot="17888383">
          <a:off x="1588450" y="838799"/>
          <a:ext cx="1082339" cy="42936"/>
        </a:xfrm>
        <a:custGeom>
          <a:avLst/>
          <a:gdLst/>
          <a:ahLst/>
          <a:cxnLst/>
          <a:rect l="0" t="0" r="0" b="0"/>
          <a:pathLst>
            <a:path>
              <a:moveTo>
                <a:pt x="0" y="21468"/>
              </a:moveTo>
              <a:lnTo>
                <a:pt x="1082339" y="2146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400" b="1" kern="1200"/>
        </a:p>
      </dsp:txBody>
      <dsp:txXfrm>
        <a:off x="2102562" y="833208"/>
        <a:ext cx="54116" cy="54116"/>
      </dsp:txXfrm>
    </dsp:sp>
    <dsp:sp modelId="{7A958161-BE6C-44E9-BAAC-70D63BB79ABD}">
      <dsp:nvSpPr>
        <dsp:cNvPr id="0" name=""/>
        <dsp:cNvSpPr/>
      </dsp:nvSpPr>
      <dsp:spPr>
        <a:xfrm>
          <a:off x="2384849" y="64028"/>
          <a:ext cx="4302882" cy="638070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b="1" kern="1200" dirty="0"/>
            <a:t>新建一个</a:t>
          </a:r>
          <a:r>
            <a:rPr lang="en-US" sz="2400" b="1" kern="1200" dirty="0" err="1"/>
            <a:t>led.h</a:t>
          </a:r>
          <a:r>
            <a:rPr lang="zh-CN" sz="2400" b="1" kern="1200" dirty="0"/>
            <a:t>头文件</a:t>
          </a:r>
          <a:endParaRPr lang="zh-CN" altLang="en-US" sz="2400" b="1" kern="1200" dirty="0"/>
        </a:p>
      </dsp:txBody>
      <dsp:txXfrm>
        <a:off x="2403537" y="82716"/>
        <a:ext cx="4265506" cy="600694"/>
      </dsp:txXfrm>
    </dsp:sp>
    <dsp:sp modelId="{4586E78F-EA26-4DFC-BCE3-4C5FF7C9920B}">
      <dsp:nvSpPr>
        <dsp:cNvPr id="0" name=""/>
        <dsp:cNvSpPr/>
      </dsp:nvSpPr>
      <dsp:spPr>
        <a:xfrm>
          <a:off x="1874392" y="1316002"/>
          <a:ext cx="510456" cy="42936"/>
        </a:xfrm>
        <a:custGeom>
          <a:avLst/>
          <a:gdLst/>
          <a:ahLst/>
          <a:cxnLst/>
          <a:rect l="0" t="0" r="0" b="0"/>
          <a:pathLst>
            <a:path>
              <a:moveTo>
                <a:pt x="0" y="21468"/>
              </a:moveTo>
              <a:lnTo>
                <a:pt x="510456" y="2146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400" b="1" kern="1200"/>
        </a:p>
      </dsp:txBody>
      <dsp:txXfrm>
        <a:off x="2116859" y="1324709"/>
        <a:ext cx="25522" cy="25522"/>
      </dsp:txXfrm>
    </dsp:sp>
    <dsp:sp modelId="{00570D5F-F1F6-438C-81D4-979B2E4DBE20}">
      <dsp:nvSpPr>
        <dsp:cNvPr id="0" name=""/>
        <dsp:cNvSpPr/>
      </dsp:nvSpPr>
      <dsp:spPr>
        <a:xfrm>
          <a:off x="2384849" y="1018435"/>
          <a:ext cx="4302882" cy="638070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b="1" kern="1200" dirty="0"/>
            <a:t>新建一个</a:t>
          </a:r>
          <a:r>
            <a:rPr lang="en-US" sz="2400" b="1" kern="1200" dirty="0" err="1"/>
            <a:t>led.c</a:t>
          </a:r>
          <a:r>
            <a:rPr lang="zh-CN" sz="2400" b="1" kern="1200" dirty="0"/>
            <a:t>文件</a:t>
          </a:r>
          <a:endParaRPr lang="zh-CN" altLang="en-US" sz="2400" b="1" kern="1200" dirty="0"/>
        </a:p>
      </dsp:txBody>
      <dsp:txXfrm>
        <a:off x="2403537" y="1037123"/>
        <a:ext cx="4265506" cy="600694"/>
      </dsp:txXfrm>
    </dsp:sp>
    <dsp:sp modelId="{5C893CDF-C5ED-4531-A584-6C39A2CA844B}">
      <dsp:nvSpPr>
        <dsp:cNvPr id="0" name=""/>
        <dsp:cNvSpPr/>
      </dsp:nvSpPr>
      <dsp:spPr>
        <a:xfrm rot="3683287">
          <a:off x="1596644" y="1783893"/>
          <a:ext cx="1065952" cy="42936"/>
        </a:xfrm>
        <a:custGeom>
          <a:avLst/>
          <a:gdLst/>
          <a:ahLst/>
          <a:cxnLst/>
          <a:rect l="0" t="0" r="0" b="0"/>
          <a:pathLst>
            <a:path>
              <a:moveTo>
                <a:pt x="0" y="21468"/>
              </a:moveTo>
              <a:lnTo>
                <a:pt x="1065952" y="2146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400" b="1" kern="1200"/>
        </a:p>
      </dsp:txBody>
      <dsp:txXfrm>
        <a:off x="2102971" y="1778713"/>
        <a:ext cx="53297" cy="53297"/>
      </dsp:txXfrm>
    </dsp:sp>
    <dsp:sp modelId="{10FD211B-4BBA-4567-AC87-84A31007B606}">
      <dsp:nvSpPr>
        <dsp:cNvPr id="0" name=""/>
        <dsp:cNvSpPr/>
      </dsp:nvSpPr>
      <dsp:spPr>
        <a:xfrm>
          <a:off x="2384849" y="1954217"/>
          <a:ext cx="4302882" cy="6380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/>
            <a:t>main.c</a:t>
          </a:r>
          <a:r>
            <a:rPr lang="zh-CN" sz="2400" b="1" kern="1200" dirty="0"/>
            <a:t>文件</a:t>
          </a:r>
          <a:endParaRPr lang="zh-CN" altLang="en-US" sz="2400" b="1" kern="1200" dirty="0"/>
        </a:p>
      </dsp:txBody>
      <dsp:txXfrm>
        <a:off x="2403537" y="1972905"/>
        <a:ext cx="4265506" cy="60069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1CBDE2-2881-4CDC-82F7-FDD6459FD950}">
      <dsp:nvSpPr>
        <dsp:cNvPr id="0" name=""/>
        <dsp:cNvSpPr/>
      </dsp:nvSpPr>
      <dsp:spPr>
        <a:xfrm>
          <a:off x="-65257" y="43200"/>
          <a:ext cx="3366374" cy="96491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1" kern="1200" dirty="0"/>
            <a:t>代码完成后，</a:t>
          </a:r>
          <a:r>
            <a:rPr lang="zh-CN" altLang="en-US" sz="1600" b="1" kern="1200" dirty="0"/>
            <a:t>单</a:t>
          </a:r>
          <a:r>
            <a:rPr lang="zh-CN" sz="1600" b="1" kern="1200" dirty="0"/>
            <a:t>击</a:t>
          </a:r>
          <a:r>
            <a:rPr lang="en-US" altLang="zh-CN" sz="1600" b="1" kern="1200" dirty="0" err="1"/>
            <a:t>K</a:t>
          </a:r>
          <a:r>
            <a:rPr lang="en-US" sz="1600" b="1" kern="1200" dirty="0" err="1"/>
            <a:t>eil</a:t>
          </a:r>
          <a:r>
            <a:rPr lang="zh-CN" sz="1600" b="1" kern="1200" dirty="0"/>
            <a:t>中的编译按钮 进行</a:t>
          </a:r>
          <a:r>
            <a:rPr lang="zh-CN" sz="1600" b="1" kern="1200" dirty="0">
              <a:solidFill>
                <a:srgbClr val="CD7371"/>
              </a:solidFill>
            </a:rPr>
            <a:t>编译</a:t>
          </a:r>
          <a:r>
            <a:rPr lang="zh-CN" sz="1600" b="1" kern="1200" dirty="0"/>
            <a:t>；</a:t>
          </a:r>
          <a:endParaRPr lang="zh-CN" sz="1600" kern="1200" dirty="0"/>
        </a:p>
      </dsp:txBody>
      <dsp:txXfrm>
        <a:off x="-36996" y="71461"/>
        <a:ext cx="2163499" cy="908391"/>
      </dsp:txXfrm>
    </dsp:sp>
    <dsp:sp modelId="{DFF8B648-F912-4588-86A3-C319820FEA5D}">
      <dsp:nvSpPr>
        <dsp:cNvPr id="0" name=""/>
        <dsp:cNvSpPr/>
      </dsp:nvSpPr>
      <dsp:spPr>
        <a:xfrm>
          <a:off x="144031" y="1224136"/>
          <a:ext cx="3555395" cy="11233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/>
            <a:t>若提示程序有错误，则需认真检查一下代码，找出错误所在，直到编译无错误；</a:t>
          </a:r>
          <a:endParaRPr lang="zh-CN" altLang="en-US" sz="1600" kern="1200" dirty="0"/>
        </a:p>
      </dsp:txBody>
      <dsp:txXfrm>
        <a:off x="176932" y="1257037"/>
        <a:ext cx="2404722" cy="1057522"/>
      </dsp:txXfrm>
    </dsp:sp>
    <dsp:sp modelId="{C161E4B9-9001-40AA-9A32-3AF659D6298C}">
      <dsp:nvSpPr>
        <dsp:cNvPr id="0" name=""/>
        <dsp:cNvSpPr/>
      </dsp:nvSpPr>
      <dsp:spPr>
        <a:xfrm>
          <a:off x="398294" y="2513075"/>
          <a:ext cx="3627402" cy="126734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/>
            <a:t>如果提示无错误，就可以通过调试和下载工具，将编译好的可执行文件</a:t>
          </a:r>
          <a:r>
            <a:rPr lang="zh-CN" altLang="en-US" sz="1600" b="1" kern="1200" dirty="0">
              <a:solidFill>
                <a:srgbClr val="CD7371"/>
              </a:solidFill>
            </a:rPr>
            <a:t>下载</a:t>
          </a:r>
          <a:r>
            <a:rPr lang="zh-CN" altLang="en-US" sz="1600" b="1" kern="1200" dirty="0"/>
            <a:t>到芯片中，查看并验证实验结果。</a:t>
          </a:r>
          <a:endParaRPr lang="zh-CN" altLang="en-US" sz="1600" kern="1200" dirty="0"/>
        </a:p>
      </dsp:txBody>
      <dsp:txXfrm>
        <a:off x="435413" y="2550194"/>
        <a:ext cx="2446321" cy="1193108"/>
      </dsp:txXfrm>
    </dsp:sp>
    <dsp:sp modelId="{F9FFB100-C388-4774-B119-CD45CB128A6E}">
      <dsp:nvSpPr>
        <dsp:cNvPr id="0" name=""/>
        <dsp:cNvSpPr/>
      </dsp:nvSpPr>
      <dsp:spPr>
        <a:xfrm>
          <a:off x="2570955" y="815849"/>
          <a:ext cx="730161" cy="73016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600" kern="1200"/>
        </a:p>
      </dsp:txBody>
      <dsp:txXfrm>
        <a:off x="2735241" y="815849"/>
        <a:ext cx="401589" cy="549446"/>
      </dsp:txXfrm>
    </dsp:sp>
    <dsp:sp modelId="{60118BAD-3E74-4C61-AD50-0A7C3DA3F8F0}">
      <dsp:nvSpPr>
        <dsp:cNvPr id="0" name=""/>
        <dsp:cNvSpPr/>
      </dsp:nvSpPr>
      <dsp:spPr>
        <a:xfrm>
          <a:off x="2867988" y="2118906"/>
          <a:ext cx="730161" cy="73016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600" kern="1200"/>
        </a:p>
      </dsp:txBody>
      <dsp:txXfrm>
        <a:off x="3032274" y="2118906"/>
        <a:ext cx="401589" cy="54944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B12B0-8ED7-423A-98C2-ACC6EE7F5834}">
      <dsp:nvSpPr>
        <dsp:cNvPr id="0" name=""/>
        <dsp:cNvSpPr/>
      </dsp:nvSpPr>
      <dsp:spPr>
        <a:xfrm rot="10800000">
          <a:off x="723271" y="1855"/>
          <a:ext cx="5651469" cy="69314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5659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5.4.1 GPIO</a:t>
          </a:r>
          <a:r>
            <a:rPr lang="zh-CN" altLang="en-US" sz="2000" b="1" kern="1200" dirty="0"/>
            <a:t>的</a:t>
          </a:r>
          <a:r>
            <a:rPr lang="en-US" altLang="zh-CN" sz="2000" b="1" kern="1200" dirty="0"/>
            <a:t>HAL</a:t>
          </a:r>
          <a:r>
            <a:rPr lang="zh-CN" altLang="zh-CN" sz="2000" b="1" kern="1200" dirty="0"/>
            <a:t>库接口函数</a:t>
          </a:r>
          <a:endParaRPr lang="zh-CN" sz="2000" kern="1200" dirty="0"/>
        </a:p>
      </dsp:txBody>
      <dsp:txXfrm rot="10800000">
        <a:off x="896558" y="1855"/>
        <a:ext cx="5478182" cy="693147"/>
      </dsp:txXfrm>
    </dsp:sp>
    <dsp:sp modelId="{BD893DEC-F94E-4CFD-8B1D-44EBE27F01D8}">
      <dsp:nvSpPr>
        <dsp:cNvPr id="0" name=""/>
        <dsp:cNvSpPr/>
      </dsp:nvSpPr>
      <dsp:spPr>
        <a:xfrm>
          <a:off x="357188" y="1855"/>
          <a:ext cx="693147" cy="693147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D22E1E6-691D-45DB-B730-1DC2060C8198}">
      <dsp:nvSpPr>
        <dsp:cNvPr id="0" name=""/>
        <dsp:cNvSpPr/>
      </dsp:nvSpPr>
      <dsp:spPr>
        <a:xfrm rot="10800000">
          <a:off x="723271" y="872717"/>
          <a:ext cx="5651469" cy="69314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5659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5.4.2 GPIO</a:t>
          </a:r>
          <a:r>
            <a:rPr lang="zh-CN" altLang="en-US" sz="2000" b="1" kern="1200" dirty="0"/>
            <a:t>的</a:t>
          </a:r>
          <a:r>
            <a:rPr lang="en-US" altLang="zh-CN" sz="2000" b="1" kern="1200" dirty="0"/>
            <a:t> HAL</a:t>
          </a:r>
          <a:r>
            <a:rPr lang="zh-CN" altLang="en-US" sz="2000" b="1" kern="1200" dirty="0"/>
            <a:t>库应用实例</a:t>
          </a:r>
          <a:endParaRPr lang="zh-CN" sz="2000" kern="1200" dirty="0"/>
        </a:p>
      </dsp:txBody>
      <dsp:txXfrm rot="10800000">
        <a:off x="896558" y="872717"/>
        <a:ext cx="5478182" cy="693147"/>
      </dsp:txXfrm>
    </dsp:sp>
    <dsp:sp modelId="{536BAE9F-688B-43CA-8A61-824EE17C80DA}">
      <dsp:nvSpPr>
        <dsp:cNvPr id="0" name=""/>
        <dsp:cNvSpPr/>
      </dsp:nvSpPr>
      <dsp:spPr>
        <a:xfrm>
          <a:off x="357188" y="872717"/>
          <a:ext cx="693147" cy="693147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FA4D803-A4D6-48E2-9391-5042EDC90BC7}">
      <dsp:nvSpPr>
        <dsp:cNvPr id="0" name=""/>
        <dsp:cNvSpPr/>
      </dsp:nvSpPr>
      <dsp:spPr>
        <a:xfrm rot="10800000">
          <a:off x="694431" y="1743578"/>
          <a:ext cx="5676580" cy="69314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5659" tIns="76200" rIns="142240" bIns="76200" numCol="1" spcCol="1270" anchor="ctr" anchorCtr="0">
          <a:noAutofit/>
        </a:bodyPr>
        <a:lstStyle/>
        <a:p>
          <a:pPr marL="0" lvl="0" indent="92075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  5.4.3 </a:t>
          </a:r>
          <a:r>
            <a:rPr lang="zh-CN" sz="2000" b="1" kern="1200" dirty="0"/>
            <a:t>基于</a:t>
          </a:r>
          <a:r>
            <a:rPr lang="en-US" sz="2000" b="1" kern="1200" dirty="0"/>
            <a:t>HAL</a:t>
          </a:r>
          <a:r>
            <a:rPr lang="zh-CN" sz="2000" b="1" kern="1200" dirty="0"/>
            <a:t>库开发的一般流程</a:t>
          </a:r>
          <a:endParaRPr lang="zh-CN" sz="2000" kern="1200" dirty="0"/>
        </a:p>
      </dsp:txBody>
      <dsp:txXfrm rot="10800000">
        <a:off x="867718" y="1743578"/>
        <a:ext cx="5503293" cy="693147"/>
      </dsp:txXfrm>
    </dsp:sp>
    <dsp:sp modelId="{C06C18F0-AD8E-43A3-A062-56219B7CA638}">
      <dsp:nvSpPr>
        <dsp:cNvPr id="0" name=""/>
        <dsp:cNvSpPr/>
      </dsp:nvSpPr>
      <dsp:spPr>
        <a:xfrm>
          <a:off x="370655" y="1743578"/>
          <a:ext cx="693147" cy="693147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04C309-2ABA-4BA0-A4AE-6C0865AC1347}">
      <dsp:nvSpPr>
        <dsp:cNvPr id="0" name=""/>
        <dsp:cNvSpPr/>
      </dsp:nvSpPr>
      <dsp:spPr>
        <a:xfrm>
          <a:off x="0" y="712879"/>
          <a:ext cx="4812196" cy="950506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5D2E95-0455-4742-9C10-8CD96EE6DBD1}">
      <dsp:nvSpPr>
        <dsp:cNvPr id="0" name=""/>
        <dsp:cNvSpPr/>
      </dsp:nvSpPr>
      <dsp:spPr>
        <a:xfrm>
          <a:off x="2114" y="0"/>
          <a:ext cx="1395724" cy="950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RCC</a:t>
          </a:r>
          <a:r>
            <a:rPr lang="zh-CN" sz="2000" b="1" kern="1200" dirty="0"/>
            <a:t>和时钟配置</a:t>
          </a:r>
          <a:endParaRPr lang="zh-CN" altLang="en-US" sz="2000" kern="1200" dirty="0"/>
        </a:p>
      </dsp:txBody>
      <dsp:txXfrm>
        <a:off x="2114" y="0"/>
        <a:ext cx="1395724" cy="950506"/>
      </dsp:txXfrm>
    </dsp:sp>
    <dsp:sp modelId="{60DF79B8-04FA-472E-8968-385966E8E62D}">
      <dsp:nvSpPr>
        <dsp:cNvPr id="0" name=""/>
        <dsp:cNvSpPr/>
      </dsp:nvSpPr>
      <dsp:spPr>
        <a:xfrm>
          <a:off x="581163" y="1069319"/>
          <a:ext cx="237626" cy="23762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31582-7ECE-49FA-A7A9-1D7318590D19}">
      <dsp:nvSpPr>
        <dsp:cNvPr id="0" name=""/>
        <dsp:cNvSpPr/>
      </dsp:nvSpPr>
      <dsp:spPr>
        <a:xfrm>
          <a:off x="1467625" y="1425759"/>
          <a:ext cx="1395724" cy="950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MCU</a:t>
          </a:r>
          <a:r>
            <a:rPr lang="zh-CN" sz="2000" b="1" kern="1200" dirty="0"/>
            <a:t>引脚选择</a:t>
          </a:r>
          <a:endParaRPr lang="zh-CN" altLang="en-US" sz="2000" kern="1200" dirty="0"/>
        </a:p>
      </dsp:txBody>
      <dsp:txXfrm>
        <a:off x="1467625" y="1425759"/>
        <a:ext cx="1395724" cy="950506"/>
      </dsp:txXfrm>
    </dsp:sp>
    <dsp:sp modelId="{B0599AA2-C22E-460E-8337-EE0A475D18F0}">
      <dsp:nvSpPr>
        <dsp:cNvPr id="0" name=""/>
        <dsp:cNvSpPr/>
      </dsp:nvSpPr>
      <dsp:spPr>
        <a:xfrm>
          <a:off x="2046674" y="1069319"/>
          <a:ext cx="237626" cy="237626"/>
        </a:xfrm>
        <a:prstGeom prst="ellipse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EA128-3A4D-43AC-925B-74BE1E0BCFD6}">
      <dsp:nvSpPr>
        <dsp:cNvPr id="0" name=""/>
        <dsp:cNvSpPr/>
      </dsp:nvSpPr>
      <dsp:spPr>
        <a:xfrm>
          <a:off x="2933136" y="0"/>
          <a:ext cx="1395724" cy="950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GPIO</a:t>
          </a:r>
          <a:r>
            <a:rPr lang="zh-CN" sz="2000" b="1" kern="1200"/>
            <a:t>引脚参数配置</a:t>
          </a:r>
          <a:endParaRPr lang="zh-CN" altLang="en-US" sz="2000" kern="1200" dirty="0"/>
        </a:p>
      </dsp:txBody>
      <dsp:txXfrm>
        <a:off x="2933136" y="0"/>
        <a:ext cx="1395724" cy="950506"/>
      </dsp:txXfrm>
    </dsp:sp>
    <dsp:sp modelId="{E2241CC0-C732-47B4-B756-A71E7037B421}">
      <dsp:nvSpPr>
        <dsp:cNvPr id="0" name=""/>
        <dsp:cNvSpPr/>
      </dsp:nvSpPr>
      <dsp:spPr>
        <a:xfrm>
          <a:off x="3512186" y="1069319"/>
          <a:ext cx="237626" cy="237626"/>
        </a:xfrm>
        <a:prstGeom prst="ellipse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3CD2B-330C-44B3-9F6B-5BC11C91137D}">
      <dsp:nvSpPr>
        <dsp:cNvPr id="0" name=""/>
        <dsp:cNvSpPr/>
      </dsp:nvSpPr>
      <dsp:spPr>
        <a:xfrm>
          <a:off x="2064398" y="529235"/>
          <a:ext cx="4090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9002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p3d z="-25400" prstMaterial="plastic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0" b="1" kern="1200"/>
        </a:p>
      </dsp:txBody>
      <dsp:txXfrm>
        <a:off x="2257909" y="572755"/>
        <a:ext cx="21980" cy="4400"/>
      </dsp:txXfrm>
    </dsp:sp>
    <dsp:sp modelId="{B1FAA71D-2455-4FA3-A16F-5CDD8E979767}">
      <dsp:nvSpPr>
        <dsp:cNvPr id="0" name=""/>
        <dsp:cNvSpPr/>
      </dsp:nvSpPr>
      <dsp:spPr>
        <a:xfrm>
          <a:off x="92190" y="1560"/>
          <a:ext cx="1974008" cy="114679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/>
            <a:t>单</a:t>
          </a:r>
          <a:r>
            <a:rPr lang="zh-CN" sz="1600" b="1" kern="1200" dirty="0"/>
            <a:t>击 “</a:t>
          </a:r>
          <a:r>
            <a:rPr lang="en-US" sz="1600" b="1" kern="1200" dirty="0"/>
            <a:t>Build(F7)”</a:t>
          </a:r>
          <a:r>
            <a:rPr lang="zh-CN" sz="1600" b="1" kern="1200" dirty="0"/>
            <a:t>编译按钮，进行重新编译。</a:t>
          </a:r>
        </a:p>
      </dsp:txBody>
      <dsp:txXfrm>
        <a:off x="92190" y="1560"/>
        <a:ext cx="1974008" cy="1146790"/>
      </dsp:txXfrm>
    </dsp:sp>
    <dsp:sp modelId="{C8C7A864-74F5-4E40-825B-36238AED466D}">
      <dsp:nvSpPr>
        <dsp:cNvPr id="0" name=""/>
        <dsp:cNvSpPr/>
      </dsp:nvSpPr>
      <dsp:spPr>
        <a:xfrm>
          <a:off x="1079194" y="1146550"/>
          <a:ext cx="2413611" cy="409002"/>
        </a:xfrm>
        <a:custGeom>
          <a:avLst/>
          <a:gdLst/>
          <a:ahLst/>
          <a:cxnLst/>
          <a:rect l="0" t="0" r="0" b="0"/>
          <a:pathLst>
            <a:path>
              <a:moveTo>
                <a:pt x="2413611" y="0"/>
              </a:moveTo>
              <a:lnTo>
                <a:pt x="2413611" y="221601"/>
              </a:lnTo>
              <a:lnTo>
                <a:pt x="0" y="221601"/>
              </a:lnTo>
              <a:lnTo>
                <a:pt x="0" y="409002"/>
              </a:lnTo>
            </a:path>
          </a:pathLst>
        </a:custGeom>
        <a:noFill/>
        <a:ln w="9525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  <a:tailEnd type="arrow"/>
        </a:ln>
        <a:effectLst/>
        <a:sp3d z="-25400" prstMaterial="plastic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0" b="1" kern="1200"/>
        </a:p>
      </dsp:txBody>
      <dsp:txXfrm>
        <a:off x="2224667" y="1348851"/>
        <a:ext cx="122665" cy="4400"/>
      </dsp:txXfrm>
    </dsp:sp>
    <dsp:sp modelId="{D738A997-9DDB-4A77-8C11-E12670876B9C}">
      <dsp:nvSpPr>
        <dsp:cNvPr id="0" name=""/>
        <dsp:cNvSpPr/>
      </dsp:nvSpPr>
      <dsp:spPr>
        <a:xfrm>
          <a:off x="2505801" y="1560"/>
          <a:ext cx="1974008" cy="1146790"/>
        </a:xfrm>
        <a:prstGeom prst="rect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1" kern="1200" dirty="0"/>
            <a:t>将开发板通过</a:t>
          </a:r>
          <a:r>
            <a:rPr lang="en-US" sz="1600" b="1" kern="1200" dirty="0"/>
            <a:t>USB</a:t>
          </a:r>
          <a:r>
            <a:rPr lang="zh-CN" sz="1600" b="1" kern="1200" dirty="0"/>
            <a:t>线与</a:t>
          </a:r>
          <a:r>
            <a:rPr lang="en-US" sz="1600" b="1" kern="1200" dirty="0"/>
            <a:t>PC</a:t>
          </a:r>
          <a:r>
            <a:rPr lang="zh-CN" sz="1600" b="1" kern="1200" dirty="0"/>
            <a:t>机进行连接</a:t>
          </a:r>
        </a:p>
      </dsp:txBody>
      <dsp:txXfrm>
        <a:off x="2505801" y="1560"/>
        <a:ext cx="1974008" cy="1146790"/>
      </dsp:txXfrm>
    </dsp:sp>
    <dsp:sp modelId="{DEF6434E-1288-4E5D-97C7-4FC06B2C5EC9}">
      <dsp:nvSpPr>
        <dsp:cNvPr id="0" name=""/>
        <dsp:cNvSpPr/>
      </dsp:nvSpPr>
      <dsp:spPr>
        <a:xfrm>
          <a:off x="2064398" y="2115628"/>
          <a:ext cx="4090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9002" y="45720"/>
              </a:lnTo>
            </a:path>
          </a:pathLst>
        </a:custGeom>
        <a:noFill/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  <a:tailEnd type="arrow"/>
        </a:ln>
        <a:effectLst/>
        <a:sp3d z="-25400" prstMaterial="plastic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0" b="1" kern="1200"/>
        </a:p>
      </dsp:txBody>
      <dsp:txXfrm>
        <a:off x="2257909" y="2159148"/>
        <a:ext cx="21980" cy="4400"/>
      </dsp:txXfrm>
    </dsp:sp>
    <dsp:sp modelId="{3B27A70A-E55D-486C-973D-1806A76604D0}">
      <dsp:nvSpPr>
        <dsp:cNvPr id="0" name=""/>
        <dsp:cNvSpPr/>
      </dsp:nvSpPr>
      <dsp:spPr>
        <a:xfrm>
          <a:off x="92190" y="1587953"/>
          <a:ext cx="1974008" cy="1146790"/>
        </a:xfrm>
        <a:prstGeom prst="rect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1" kern="1200" dirty="0"/>
            <a:t>通过工具栏里的 “</a:t>
          </a:r>
          <a:r>
            <a:rPr lang="en-US" sz="1600" b="1" kern="1200" dirty="0"/>
            <a:t>Download”</a:t>
          </a:r>
          <a:r>
            <a:rPr lang="zh-CN" sz="1600" b="1" kern="1200" dirty="0"/>
            <a:t>按钮将编译通过的程序下载到开发板上</a:t>
          </a:r>
        </a:p>
      </dsp:txBody>
      <dsp:txXfrm>
        <a:off x="92190" y="1587953"/>
        <a:ext cx="1974008" cy="1146790"/>
      </dsp:txXfrm>
    </dsp:sp>
    <dsp:sp modelId="{A758E78D-6314-48A4-9ED8-33B0CB366C98}">
      <dsp:nvSpPr>
        <dsp:cNvPr id="0" name=""/>
        <dsp:cNvSpPr/>
      </dsp:nvSpPr>
      <dsp:spPr>
        <a:xfrm>
          <a:off x="2505801" y="1587953"/>
          <a:ext cx="1974008" cy="1146790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1" kern="1200" dirty="0"/>
            <a:t>通过观察开发板上相应</a:t>
          </a:r>
          <a:r>
            <a:rPr lang="en-US" sz="1600" b="1" kern="1200" dirty="0"/>
            <a:t>LED</a:t>
          </a:r>
          <a:r>
            <a:rPr lang="zh-CN" sz="1600" b="1" kern="1200" dirty="0"/>
            <a:t>灯的闪烁情况来验证程序的正确性。</a:t>
          </a:r>
        </a:p>
      </dsp:txBody>
      <dsp:txXfrm>
        <a:off x="2505801" y="1587953"/>
        <a:ext cx="1974008" cy="114679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5B50D9-E114-45D6-9988-9CB81F146828}">
      <dsp:nvSpPr>
        <dsp:cNvPr id="0" name=""/>
        <dsp:cNvSpPr/>
      </dsp:nvSpPr>
      <dsp:spPr>
        <a:xfrm>
          <a:off x="3915" y="7605"/>
          <a:ext cx="1500916" cy="60036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开启系统时钟</a:t>
          </a:r>
        </a:p>
      </dsp:txBody>
      <dsp:txXfrm>
        <a:off x="3915" y="7605"/>
        <a:ext cx="1500916" cy="600366"/>
      </dsp:txXfrm>
    </dsp:sp>
    <dsp:sp modelId="{584C0314-499A-4296-830D-1A2EE3245853}">
      <dsp:nvSpPr>
        <dsp:cNvPr id="0" name=""/>
        <dsp:cNvSpPr/>
      </dsp:nvSpPr>
      <dsp:spPr>
        <a:xfrm>
          <a:off x="3915" y="607972"/>
          <a:ext cx="1500916" cy="267912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1" kern="1200" dirty="0"/>
            <a:t>在</a:t>
          </a:r>
          <a:r>
            <a:rPr lang="en-US" sz="1400" b="1" kern="1200" dirty="0"/>
            <a:t>STM32CubeMX</a:t>
          </a:r>
          <a:r>
            <a:rPr lang="zh-CN" sz="1400" b="1" kern="1200" dirty="0"/>
            <a:t>主界面中的</a:t>
          </a:r>
          <a:r>
            <a:rPr lang="zh-CN" altLang="en-US" sz="1400" b="1" kern="1200" dirty="0"/>
            <a:t>“</a:t>
          </a:r>
          <a:r>
            <a:rPr lang="en-US" sz="1400" b="1" kern="1200" dirty="0" err="1"/>
            <a:t>Pinout</a:t>
          </a:r>
          <a:r>
            <a:rPr lang="en-US" sz="1400" b="1" kern="1200" dirty="0"/>
            <a:t> &amp; Configuration</a:t>
          </a:r>
          <a:r>
            <a:rPr lang="zh-CN" altLang="en-US" sz="1400" b="1" kern="1200" dirty="0"/>
            <a:t>”</a:t>
          </a:r>
          <a:r>
            <a:rPr lang="zh-CN" sz="1400" b="1" kern="1200" dirty="0"/>
            <a:t>选项页将</a:t>
          </a:r>
          <a:r>
            <a:rPr lang="en-US" sz="1400" b="1" kern="1200" dirty="0"/>
            <a:t>RCC</a:t>
          </a:r>
          <a:r>
            <a:rPr lang="zh-CN" sz="1400" b="1" kern="1200" dirty="0"/>
            <a:t>设置系统外部时钟源为</a:t>
          </a:r>
          <a:r>
            <a:rPr lang="en-US" sz="1400" b="1" kern="1200" dirty="0"/>
            <a:t>HSE</a:t>
          </a:r>
          <a:r>
            <a:rPr lang="zh-CN" sz="1400" b="1" kern="1200" dirty="0"/>
            <a:t>，</a:t>
          </a:r>
          <a:r>
            <a:rPr lang="en-US" sz="1400" b="1" kern="1200" dirty="0"/>
            <a:t>HSE</a:t>
          </a:r>
          <a:r>
            <a:rPr lang="zh-CN" sz="1400" b="1" kern="1200" dirty="0"/>
            <a:t>选择</a:t>
          </a:r>
          <a:r>
            <a:rPr lang="zh-CN" altLang="en-US" sz="1400" b="1" kern="1200" dirty="0"/>
            <a:t>“</a:t>
          </a:r>
          <a:r>
            <a:rPr lang="en-US" sz="1400" b="1" kern="1200" dirty="0"/>
            <a:t>Crystal/Ceramic Resonator</a:t>
          </a:r>
          <a:r>
            <a:rPr lang="zh-CN" altLang="en-US" sz="1400" b="1" kern="1200" dirty="0"/>
            <a:t>”</a:t>
          </a:r>
          <a:r>
            <a:rPr lang="zh-CN" sz="1400" b="1" kern="1200" dirty="0"/>
            <a:t>（晶振</a:t>
          </a:r>
          <a:r>
            <a:rPr lang="en-US" sz="1400" b="1" kern="1200" dirty="0"/>
            <a:t>/</a:t>
          </a:r>
          <a:r>
            <a:rPr lang="zh-CN" sz="1400" b="1" kern="1200" dirty="0"/>
            <a:t>陶瓷谐振器</a:t>
          </a:r>
          <a:r>
            <a:rPr lang="zh-CN" altLang="en-US" sz="1400" b="1" kern="1200" dirty="0"/>
            <a:t>）</a:t>
          </a:r>
          <a:endParaRPr lang="zh-CN" sz="1400" b="1" kern="1200" dirty="0"/>
        </a:p>
      </dsp:txBody>
      <dsp:txXfrm>
        <a:off x="3915" y="607972"/>
        <a:ext cx="1500916" cy="2679120"/>
      </dsp:txXfrm>
    </dsp:sp>
    <dsp:sp modelId="{6A63927C-7A0D-431A-9CEB-77A44942A3B2}">
      <dsp:nvSpPr>
        <dsp:cNvPr id="0" name=""/>
        <dsp:cNvSpPr/>
      </dsp:nvSpPr>
      <dsp:spPr>
        <a:xfrm>
          <a:off x="1714960" y="7605"/>
          <a:ext cx="1500916" cy="600366"/>
        </a:xfrm>
        <a:prstGeom prst="rect">
          <a:avLst/>
        </a:prstGeom>
        <a:solidFill>
          <a:schemeClr val="accent4">
            <a:hueOff val="-1116192"/>
            <a:satOff val="6725"/>
            <a:lumOff val="539"/>
            <a:alphaOff val="0"/>
          </a:schemeClr>
        </a:solidFill>
        <a:ln w="25400" cap="flat" cmpd="sng" algn="ctr">
          <a:solidFill>
            <a:schemeClr val="accent4">
              <a:hueOff val="-1116192"/>
              <a:satOff val="6725"/>
              <a:lumOff val="5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配置系统时钟树</a:t>
          </a:r>
        </a:p>
      </dsp:txBody>
      <dsp:txXfrm>
        <a:off x="1714960" y="7605"/>
        <a:ext cx="1500916" cy="600366"/>
      </dsp:txXfrm>
    </dsp:sp>
    <dsp:sp modelId="{C68270D5-ACA5-4E8E-A306-07D0E3D33A81}">
      <dsp:nvSpPr>
        <dsp:cNvPr id="0" name=""/>
        <dsp:cNvSpPr/>
      </dsp:nvSpPr>
      <dsp:spPr>
        <a:xfrm>
          <a:off x="1714960" y="607972"/>
          <a:ext cx="1500916" cy="2679120"/>
        </a:xfrm>
        <a:prstGeom prst="rect">
          <a:avLst/>
        </a:prstGeom>
        <a:solidFill>
          <a:schemeClr val="accent4">
            <a:tint val="40000"/>
            <a:alpha val="90000"/>
            <a:hueOff val="-986427"/>
            <a:satOff val="5539"/>
            <a:lumOff val="352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986427"/>
              <a:satOff val="5539"/>
              <a:lumOff val="3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1" kern="1200" dirty="0"/>
            <a:t>将外部的</a:t>
          </a:r>
          <a:r>
            <a:rPr lang="en-US" sz="1400" b="1" kern="1200" dirty="0"/>
            <a:t>8MHz</a:t>
          </a:r>
          <a:r>
            <a:rPr lang="zh-CN" sz="1400" b="1" kern="1200" dirty="0"/>
            <a:t>晶振经</a:t>
          </a:r>
          <a:r>
            <a:rPr lang="en-US" sz="1400" b="1" kern="1200" dirty="0"/>
            <a:t>PLL</a:t>
          </a:r>
          <a:r>
            <a:rPr lang="zh-CN" sz="1400" b="1" kern="1200" dirty="0"/>
            <a:t>倍频</a:t>
          </a:r>
          <a:r>
            <a:rPr lang="en-US" sz="1400" b="1" kern="1200" dirty="0"/>
            <a:t>9</a:t>
          </a:r>
          <a:r>
            <a:rPr lang="zh-CN" sz="1400" b="1" kern="1200" dirty="0"/>
            <a:t>倍得到</a:t>
          </a:r>
          <a:r>
            <a:rPr lang="en-US" sz="1400" b="1" kern="1200" dirty="0"/>
            <a:t>72MHz</a:t>
          </a:r>
          <a:r>
            <a:rPr lang="zh-CN" sz="1400" b="1" kern="1200" dirty="0"/>
            <a:t>的系统时钟，然后设置相应外设时钟，如</a:t>
          </a:r>
          <a:r>
            <a:rPr lang="en-US" sz="1400" b="1" kern="1200" dirty="0"/>
            <a:t>APB1</a:t>
          </a:r>
          <a:r>
            <a:rPr lang="zh-CN" sz="1400" b="1" kern="1200" dirty="0"/>
            <a:t>为系统时钟的</a:t>
          </a:r>
          <a:r>
            <a:rPr lang="en-US" sz="1400" b="1" kern="1200" dirty="0"/>
            <a:t>2</a:t>
          </a:r>
          <a:r>
            <a:rPr lang="zh-CN" sz="1400" b="1" kern="1200" dirty="0"/>
            <a:t>分频为</a:t>
          </a:r>
          <a:r>
            <a:rPr lang="en-US" sz="1400" b="1" kern="1200" dirty="0"/>
            <a:t>36MHz</a:t>
          </a:r>
          <a:r>
            <a:rPr lang="zh-CN" sz="1400" b="1" kern="1200" dirty="0"/>
            <a:t>，</a:t>
          </a:r>
          <a:r>
            <a:rPr lang="en-US" sz="1400" b="1" kern="1200" dirty="0"/>
            <a:t>APB2</a:t>
          </a:r>
          <a:r>
            <a:rPr lang="zh-CN" sz="1400" b="1" kern="1200" dirty="0"/>
            <a:t>设置为与系统时钟相同</a:t>
          </a:r>
        </a:p>
      </dsp:txBody>
      <dsp:txXfrm>
        <a:off x="1714960" y="607972"/>
        <a:ext cx="1500916" cy="2679120"/>
      </dsp:txXfrm>
    </dsp:sp>
    <dsp:sp modelId="{2490AAF1-3F9F-49C8-B6B1-322EB12BD329}">
      <dsp:nvSpPr>
        <dsp:cNvPr id="0" name=""/>
        <dsp:cNvSpPr/>
      </dsp:nvSpPr>
      <dsp:spPr>
        <a:xfrm>
          <a:off x="3426005" y="7605"/>
          <a:ext cx="1500916" cy="600366"/>
        </a:xfrm>
        <a:prstGeom prst="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/>
            <a:t>外设</a:t>
          </a:r>
          <a:r>
            <a:rPr lang="zh-CN" altLang="en-US" sz="1400" b="1" kern="1200" dirty="0"/>
            <a:t>参数配置</a:t>
          </a:r>
        </a:p>
      </dsp:txBody>
      <dsp:txXfrm>
        <a:off x="3426005" y="7605"/>
        <a:ext cx="1500916" cy="600366"/>
      </dsp:txXfrm>
    </dsp:sp>
    <dsp:sp modelId="{19ADC815-4988-46AE-AF7E-D67F80F60741}">
      <dsp:nvSpPr>
        <dsp:cNvPr id="0" name=""/>
        <dsp:cNvSpPr/>
      </dsp:nvSpPr>
      <dsp:spPr>
        <a:xfrm>
          <a:off x="3426005" y="607972"/>
          <a:ext cx="1500916" cy="2679120"/>
        </a:xfrm>
        <a:prstGeom prst="rect">
          <a:avLst/>
        </a:prstGeom>
        <a:solidFill>
          <a:schemeClr val="accent4">
            <a:tint val="40000"/>
            <a:alpha val="90000"/>
            <a:hueOff val="-1972855"/>
            <a:satOff val="11079"/>
            <a:lumOff val="70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972855"/>
              <a:satOff val="11079"/>
              <a:lumOff val="7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1" kern="1200" dirty="0"/>
            <a:t>在</a:t>
          </a:r>
          <a:r>
            <a:rPr lang="en-US" sz="1400" b="1" kern="1200" dirty="0"/>
            <a:t>STM32CubeMX</a:t>
          </a:r>
          <a:r>
            <a:rPr lang="zh-CN" sz="1400" b="1" kern="1200" dirty="0"/>
            <a:t>主界面中的</a:t>
          </a:r>
          <a:r>
            <a:rPr lang="zh-CN" altLang="en-US" sz="1400" b="1" kern="1200" dirty="0"/>
            <a:t>“</a:t>
          </a:r>
          <a:r>
            <a:rPr lang="en-US" sz="1400" b="1" kern="1200" dirty="0" err="1"/>
            <a:t>Pinout</a:t>
          </a:r>
          <a:r>
            <a:rPr lang="en-US" sz="1400" b="1" kern="1200" dirty="0"/>
            <a:t> &amp; Configuration</a:t>
          </a:r>
          <a:r>
            <a:rPr lang="zh-CN" altLang="en-US" sz="1400" b="1" kern="1200" dirty="0"/>
            <a:t>”</a:t>
          </a:r>
          <a:r>
            <a:rPr lang="zh-CN" sz="1400" b="1" kern="1200" dirty="0"/>
            <a:t>选项页对片上外设进行功能配置</a:t>
          </a:r>
          <a:r>
            <a:rPr lang="zh-CN" altLang="en-US" sz="1400" b="1" kern="1200" dirty="0"/>
            <a:t>，如</a:t>
          </a:r>
          <a:r>
            <a:rPr lang="en-US" sz="1400" b="1" kern="1200" dirty="0"/>
            <a:t>GPIO</a:t>
          </a:r>
          <a:r>
            <a:rPr lang="zh-CN" sz="1400" b="1" kern="1200" dirty="0"/>
            <a:t>、</a:t>
          </a:r>
          <a:r>
            <a:rPr lang="en-US" sz="1400" b="1" kern="1200" dirty="0"/>
            <a:t>ADC</a:t>
          </a:r>
          <a:r>
            <a:rPr lang="zh-CN" sz="1400" b="1" kern="1200" dirty="0"/>
            <a:t>、定时器</a:t>
          </a:r>
          <a:r>
            <a:rPr lang="zh-CN" altLang="en-US" sz="1400" b="1" kern="1200" dirty="0"/>
            <a:t>、</a:t>
          </a:r>
          <a:r>
            <a:rPr lang="en-US" altLang="zh-CN" sz="1400" b="1" kern="1200" dirty="0"/>
            <a:t>NVIC</a:t>
          </a:r>
          <a:r>
            <a:rPr lang="zh-CN" sz="1400" b="1" kern="1200" dirty="0"/>
            <a:t>等</a:t>
          </a:r>
        </a:p>
      </dsp:txBody>
      <dsp:txXfrm>
        <a:off x="3426005" y="607972"/>
        <a:ext cx="1500916" cy="2679120"/>
      </dsp:txXfrm>
    </dsp:sp>
    <dsp:sp modelId="{43C778E5-807A-4DBD-B653-3F680D11EED1}">
      <dsp:nvSpPr>
        <dsp:cNvPr id="0" name=""/>
        <dsp:cNvSpPr/>
      </dsp:nvSpPr>
      <dsp:spPr>
        <a:xfrm>
          <a:off x="5137050" y="7605"/>
          <a:ext cx="1500916" cy="600366"/>
        </a:xfrm>
        <a:prstGeom prst="rect">
          <a:avLst/>
        </a:prstGeom>
        <a:solidFill>
          <a:schemeClr val="accent4">
            <a:hueOff val="-3348577"/>
            <a:satOff val="20174"/>
            <a:lumOff val="1617"/>
            <a:alphaOff val="0"/>
          </a:schemeClr>
        </a:solidFill>
        <a:ln w="25400" cap="flat" cmpd="sng" algn="ctr">
          <a:solidFill>
            <a:schemeClr val="accent4">
              <a:hueOff val="-3348577"/>
              <a:satOff val="20174"/>
              <a:lumOff val="16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生成工程代码</a:t>
          </a:r>
        </a:p>
      </dsp:txBody>
      <dsp:txXfrm>
        <a:off x="5137050" y="7605"/>
        <a:ext cx="1500916" cy="600366"/>
      </dsp:txXfrm>
    </dsp:sp>
    <dsp:sp modelId="{E2B2F66D-09CD-447F-AAF0-2C43E9FBF8A5}">
      <dsp:nvSpPr>
        <dsp:cNvPr id="0" name=""/>
        <dsp:cNvSpPr/>
      </dsp:nvSpPr>
      <dsp:spPr>
        <a:xfrm>
          <a:off x="5137050" y="607972"/>
          <a:ext cx="1500916" cy="2679120"/>
        </a:xfrm>
        <a:prstGeom prst="rect">
          <a:avLst/>
        </a:prstGeom>
        <a:solidFill>
          <a:schemeClr val="accent4">
            <a:tint val="40000"/>
            <a:alpha val="90000"/>
            <a:hueOff val="-2959282"/>
            <a:satOff val="16618"/>
            <a:lumOff val="1056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2959282"/>
              <a:satOff val="16618"/>
              <a:lumOff val="10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b="1" kern="1200" dirty="0"/>
            <a:t>设置好工程所要存放的位置及所使用的集成开发环境，就可以生成工程代码</a:t>
          </a:r>
        </a:p>
      </dsp:txBody>
      <dsp:txXfrm>
        <a:off x="5137050" y="607972"/>
        <a:ext cx="1500916" cy="2679120"/>
      </dsp:txXfrm>
    </dsp:sp>
    <dsp:sp modelId="{C4438116-1DA7-4D0C-B88A-73CEB5B52511}">
      <dsp:nvSpPr>
        <dsp:cNvPr id="0" name=""/>
        <dsp:cNvSpPr/>
      </dsp:nvSpPr>
      <dsp:spPr>
        <a:xfrm>
          <a:off x="6848095" y="7605"/>
          <a:ext cx="1500916" cy="600366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应用程序编写</a:t>
          </a:r>
        </a:p>
      </dsp:txBody>
      <dsp:txXfrm>
        <a:off x="6848095" y="7605"/>
        <a:ext cx="1500916" cy="600366"/>
      </dsp:txXfrm>
    </dsp:sp>
    <dsp:sp modelId="{DDC3E86D-1BD6-4E9D-B5F9-067D81E5D13B}">
      <dsp:nvSpPr>
        <dsp:cNvPr id="0" name=""/>
        <dsp:cNvSpPr/>
      </dsp:nvSpPr>
      <dsp:spPr>
        <a:xfrm>
          <a:off x="6852011" y="615577"/>
          <a:ext cx="1500916" cy="2679120"/>
        </a:xfrm>
        <a:prstGeom prst="rect">
          <a:avLst/>
        </a:prstGeom>
        <a:solidFill>
          <a:schemeClr val="accent4">
            <a:tint val="40000"/>
            <a:alpha val="90000"/>
            <a:hueOff val="-3945710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10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STM32CubeMX</a:t>
          </a:r>
          <a:r>
            <a:rPr lang="zh-CN" sz="1400" b="1" kern="1200" dirty="0"/>
            <a:t>配置完成后，生成工程代码，就可以在</a:t>
          </a:r>
          <a:r>
            <a:rPr lang="en-US" sz="1400" b="1" kern="1200" dirty="0" err="1"/>
            <a:t>Keil</a:t>
          </a:r>
          <a:r>
            <a:rPr lang="zh-CN" sz="1400" b="1" kern="1200" dirty="0"/>
            <a:t>软件中编写应用程序，以实现相应功能。</a:t>
          </a:r>
        </a:p>
      </dsp:txBody>
      <dsp:txXfrm>
        <a:off x="6852011" y="615577"/>
        <a:ext cx="1500916" cy="267912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2E1F9D-5EB7-47F5-9F25-ED0620A839C8}">
      <dsp:nvSpPr>
        <dsp:cNvPr id="0" name=""/>
        <dsp:cNvSpPr/>
      </dsp:nvSpPr>
      <dsp:spPr>
        <a:xfrm>
          <a:off x="0" y="853036"/>
          <a:ext cx="8496944" cy="1137381"/>
        </a:xfrm>
        <a:prstGeom prst="notchedRightArrow">
          <a:avLst/>
        </a:prstGeom>
        <a:solidFill>
          <a:schemeClr val="accent5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D93801-4098-4C11-A909-440ECFA383A2}">
      <dsp:nvSpPr>
        <dsp:cNvPr id="0" name=""/>
        <dsp:cNvSpPr/>
      </dsp:nvSpPr>
      <dsp:spPr>
        <a:xfrm>
          <a:off x="4758" y="0"/>
          <a:ext cx="1166205" cy="11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zh-CN" sz="1600" b="1" kern="1200" dirty="0"/>
            <a:t>5.1 GPIO</a:t>
          </a:r>
          <a:r>
            <a:rPr lang="zh-CN" altLang="en-US" sz="1600" b="1" kern="1200" dirty="0"/>
            <a:t>概述</a:t>
          </a:r>
          <a:endParaRPr lang="zh-CN" sz="1600" b="1" kern="1200" dirty="0"/>
        </a:p>
      </dsp:txBody>
      <dsp:txXfrm>
        <a:off x="4758" y="0"/>
        <a:ext cx="1166205" cy="1137381"/>
      </dsp:txXfrm>
    </dsp:sp>
    <dsp:sp modelId="{D84E3730-E2CA-4A8A-8272-498570DC41F1}">
      <dsp:nvSpPr>
        <dsp:cNvPr id="0" name=""/>
        <dsp:cNvSpPr/>
      </dsp:nvSpPr>
      <dsp:spPr>
        <a:xfrm>
          <a:off x="445688" y="1279554"/>
          <a:ext cx="284345" cy="284345"/>
        </a:xfrm>
        <a:prstGeom prst="ellipse">
          <a:avLst/>
        </a:prstGeom>
        <a:solidFill>
          <a:schemeClr val="accent6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78EED-C1E3-4587-B3A8-671D09A24C60}">
      <dsp:nvSpPr>
        <dsp:cNvPr id="0" name=""/>
        <dsp:cNvSpPr/>
      </dsp:nvSpPr>
      <dsp:spPr>
        <a:xfrm>
          <a:off x="1198549" y="1706072"/>
          <a:ext cx="2246400" cy="11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1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zh-CN" sz="1600" b="1" kern="1200" dirty="0"/>
            <a:t>5.2 STM32</a:t>
          </a:r>
          <a:r>
            <a:rPr lang="zh-CN" altLang="en-US" sz="1600" b="1" kern="1200" dirty="0"/>
            <a:t>的</a:t>
          </a:r>
          <a:r>
            <a:rPr lang="en-GB" altLang="zh-CN" sz="1600" b="1" kern="1200" dirty="0"/>
            <a:t>GPIO</a:t>
          </a:r>
          <a:r>
            <a:rPr lang="zh-CN" altLang="en-US" sz="1600" b="1" kern="1200" dirty="0"/>
            <a:t>工作原理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/>
            <a:t>GPIO</a:t>
          </a:r>
          <a:r>
            <a:rPr lang="zh-CN" sz="1600" b="1" kern="1200" dirty="0"/>
            <a:t>引脚</a:t>
          </a:r>
          <a:endParaRPr lang="zh-CN" altLang="en-US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/>
            <a:t>GPIO</a:t>
          </a:r>
          <a:r>
            <a:rPr lang="zh-CN" altLang="en-US" sz="1600" b="1" kern="1200" dirty="0"/>
            <a:t>内部结构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/>
            <a:t>GPIO</a:t>
          </a:r>
          <a:r>
            <a:rPr lang="zh-CN" altLang="en-US" sz="1600" b="1" kern="1200" dirty="0"/>
            <a:t>工作模式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/>
            <a:t>GPIO</a:t>
          </a:r>
          <a:r>
            <a:rPr lang="zh-CN" altLang="en-US" sz="1600" b="1" kern="1200" dirty="0"/>
            <a:t>输出速度</a:t>
          </a:r>
          <a:endParaRPr lang="zh-CN" sz="1600" b="1" kern="1200" dirty="0"/>
        </a:p>
      </dsp:txBody>
      <dsp:txXfrm>
        <a:off x="1198549" y="1706072"/>
        <a:ext cx="2246400" cy="1137381"/>
      </dsp:txXfrm>
    </dsp:sp>
    <dsp:sp modelId="{B3BA9797-292D-4BD6-B215-2A2809AF67DB}">
      <dsp:nvSpPr>
        <dsp:cNvPr id="0" name=""/>
        <dsp:cNvSpPr/>
      </dsp:nvSpPr>
      <dsp:spPr>
        <a:xfrm>
          <a:off x="2179576" y="1279554"/>
          <a:ext cx="284345" cy="284345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67AEE-768E-418B-B9BD-64EC5DFC8B56}">
      <dsp:nvSpPr>
        <dsp:cNvPr id="0" name=""/>
        <dsp:cNvSpPr/>
      </dsp:nvSpPr>
      <dsp:spPr>
        <a:xfrm>
          <a:off x="3472534" y="0"/>
          <a:ext cx="1391563" cy="11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1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b="1" kern="1200" dirty="0"/>
            <a:t>5.3 GPIO</a:t>
          </a:r>
          <a:r>
            <a:rPr lang="zh-CN" altLang="zh-CN" sz="1600" b="1" kern="1200" dirty="0"/>
            <a:t>模块的标准外设库接口函数及应用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kern="1200" dirty="0"/>
            <a:t>接口函数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kern="1200" dirty="0"/>
            <a:t>应用实例</a:t>
          </a:r>
        </a:p>
      </dsp:txBody>
      <dsp:txXfrm>
        <a:off x="3472534" y="0"/>
        <a:ext cx="1391563" cy="1137381"/>
      </dsp:txXfrm>
    </dsp:sp>
    <dsp:sp modelId="{698E92A1-2510-464C-AD9E-E715F147210B}">
      <dsp:nvSpPr>
        <dsp:cNvPr id="0" name=""/>
        <dsp:cNvSpPr/>
      </dsp:nvSpPr>
      <dsp:spPr>
        <a:xfrm>
          <a:off x="4026143" y="1279554"/>
          <a:ext cx="284345" cy="284345"/>
        </a:xfrm>
        <a:prstGeom prst="ellipse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2F6AB-4D37-4274-AD93-F376FDB8CE2A}">
      <dsp:nvSpPr>
        <dsp:cNvPr id="0" name=""/>
        <dsp:cNvSpPr/>
      </dsp:nvSpPr>
      <dsp:spPr>
        <a:xfrm>
          <a:off x="4891682" y="1706072"/>
          <a:ext cx="1588569" cy="11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1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5.4 GPIO</a:t>
          </a:r>
          <a:r>
            <a:rPr lang="zh-CN" sz="1600" b="1" kern="1200" dirty="0"/>
            <a:t>模块的</a:t>
          </a:r>
          <a:r>
            <a:rPr lang="en-US" sz="1600" b="1" kern="1200" dirty="0"/>
            <a:t>HAL</a:t>
          </a:r>
          <a:r>
            <a:rPr lang="zh-CN" sz="1600" b="1" kern="1200" dirty="0"/>
            <a:t>库接口函数及应用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kern="1200" dirty="0"/>
            <a:t>接口函数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kern="1200" dirty="0"/>
            <a:t>应用实例</a:t>
          </a:r>
        </a:p>
      </dsp:txBody>
      <dsp:txXfrm>
        <a:off x="4891682" y="1706072"/>
        <a:ext cx="1588569" cy="1137381"/>
      </dsp:txXfrm>
    </dsp:sp>
    <dsp:sp modelId="{1EB4FCD8-5A8B-44A0-8AA0-48927BB94BB4}">
      <dsp:nvSpPr>
        <dsp:cNvPr id="0" name=""/>
        <dsp:cNvSpPr/>
      </dsp:nvSpPr>
      <dsp:spPr>
        <a:xfrm>
          <a:off x="5543794" y="1279554"/>
          <a:ext cx="284345" cy="284345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98AF7F-9344-44A6-90E6-5D52BC30FA0C}">
      <dsp:nvSpPr>
        <dsp:cNvPr id="0" name=""/>
        <dsp:cNvSpPr/>
      </dsp:nvSpPr>
      <dsp:spPr>
        <a:xfrm>
          <a:off x="6507837" y="0"/>
          <a:ext cx="1134653" cy="11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5.5 </a:t>
          </a:r>
          <a:r>
            <a:rPr lang="zh-CN" altLang="en-US" sz="1600" b="1" kern="1200" dirty="0"/>
            <a:t>编程思想之模块化编程</a:t>
          </a:r>
          <a:endParaRPr lang="zh-CN" sz="1600" b="1" kern="1200" dirty="0"/>
        </a:p>
      </dsp:txBody>
      <dsp:txXfrm>
        <a:off x="6507837" y="0"/>
        <a:ext cx="1134653" cy="1137381"/>
      </dsp:txXfrm>
    </dsp:sp>
    <dsp:sp modelId="{1ACC75DE-0ADE-44F8-B472-6C173708942E}">
      <dsp:nvSpPr>
        <dsp:cNvPr id="0" name=""/>
        <dsp:cNvSpPr/>
      </dsp:nvSpPr>
      <dsp:spPr>
        <a:xfrm>
          <a:off x="6932991" y="1279554"/>
          <a:ext cx="284345" cy="2843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4:43:23.0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7144 4326 0,'53'0'32,"383"0"-17,-251 0-15,226 53 32,52 0-17,-278-14-15,198-39 16,-184 0-1,317 0 1,-119-105 0,79 52 15,-370 53-15,-93 0 15,0 0-16,14-27 1,12 1 0,67 13-1,-40 13 1,27-53 0,224-80-1,-198 94 1,-39 25-1,-27-25-15,0 12 16,26-12 0,0 25-1,-65 1 17,-14 0 61,39-66-77,-39 65 0,40-25-1</inkml:trace>
  <inkml:trace contextRef="#ctx0" brushRef="#br0" timeOffset="2732.61">15015 5503 0,'119'27'78,"40"-1"-62,-66-26-16,131 0 15,81 0 1,-147 0-16,54 0 16,159 0-1,-252 53 1,185-40 0,-119-13 15,66-13-16,-132 13 1,40 0 0,13-13 15,66-14-15,-92 27-1,-106-13 1</inkml:trace>
  <inkml:trace contextRef="#ctx0" brushRef="#br0" timeOffset="3345.68">19883 5331 0,'0'0'0,"14"-13"15,78-13 1,93-27 0,-92 26-16,330 27 31,-118 0 0,-147-13-31,239-40 16,27 53-1,-252 0-15,-14-26 32,-105 12-17,-26 14 1</inkml:trace>
  <inkml:trace contextRef="#ctx0" brushRef="#br0" timeOffset="4813.02">6509 6496 0,'0'0'0,"330"0"16,570-40 0,-225-26-1,-53 26 1,-490 14 0,-79-41 15,-14 1-16,1-40 1,-40 40 15,0-66-15,-79 53 0,-40-1 15,-27 1-16,-515-133 17,211 159-17,-13 0 1,304 40 15,-66 13-15,93 13-1,-93 106 1,132-52-16,-12-15 31,-279 173 1,344-185-32,1 26 15,39-26 1,-14 79-1,-12 93 1,13-27 0,13-40 15,0-105-15,92 39-1,1-65 1,701 91-1,26-118 1,40 13 0,-397 0-1,-318 0 1,-52 0-16,-67 0 47,-12-13-32,-14-13 1</inkml:trace>
  <inkml:trace contextRef="#ctx0" brushRef="#br0" timeOffset="5485.77">9499 5940 0,'13'0'109</inkml:trace>
  <inkml:trace contextRef="#ctx0" brushRef="#br0" timeOffset="6670.69">9327 5292 0,'26'26'31,"0"-26"-15,398 0 15,-133 0 0,-185 0-31,92 0 16,-79 0-1,27-26 1,-120 26 15,-13 0-31,14-14 16</inkml:trace>
  <inkml:trace contextRef="#ctx0" brushRef="#br0" timeOffset="8087.83">11205 5212 0,'0'0'0,"410"0"31,-79 0-15,39 0-16,67-66 16,-186 66 15,-171-13-31,211 13 15,-27 0 1,-171 0-16,66 0 31,66 0-15,-199 0 15,40 0 141,-13 0-141,-13 0-31,-1-27 16,-12 27 0,52 0-1,14 0 1,-40 0-1,-40 0 1,13 0 0,80 0 15,-40 0-15,-52 0-1</inkml:trace>
  <inkml:trace contextRef="#ctx0" brushRef="#br0" timeOffset="8320.4">14830 5371 0</inkml:trace>
  <inkml:trace contextRef="#ctx0" brushRef="#br0" timeOffset="10519.57">15796 5397 0,'0'0'0,"92"0"16,160 53-1,197 14 1,-316-67-1,197 0 1,-184-14 15,-53 14-15,145 0 15,-119-79-31,79 79 16,-132 0-1,159-53 1,-53 0 0,-40-66 15,-105 53-15,13 0-1,-27 13-15,27-53 16,12 13-1,-12 1-15,-40 52 16,40-92 15,-40 13-15,-80-27 0,-12 133 15,39 0-16,-265-27 17,213 40-32,-200 0 15,27 13 1,-132 14 0,291 26-1,0-53 1,-39 39-1,91-12 1,-118-1 0,-93-12-1,173-14 17,-15 66-17,-52-27 32,93 14-31,66 27-1,-14-54 1,27 14-16,-13 39 16,13 14-1,0-80-15,0 106 31,132 132 1,-12-145-17,25-26 1,-13-54 0,80 27 15,-119-53-16,-67 0 1,14 0-16</inkml:trace>
  <inkml:trace contextRef="#ctx0" brushRef="#br0" timeOffset="10721.77">16497 5556 0</inkml:trace>
  <inkml:trace contextRef="#ctx0" brushRef="#br0" timeOffset="14373.77">19368 5226 0,'0'0'0,"66"39"31,-13 1-16,105-14 1,94 14 15,118-27-15,-291-13 0,27 0-16,185 0 15,-26 0 16,13 0-15,-133 0 0,-26-39 15,-66-1-15,-26 0-16,52 1 15,14-54 1,-27 40-1,-27 27 1,-12-14 0,-27 13-16,26 1 15,-12-14 1,12-52 0,-26 78-1,0-25 1,0-1-1,-66-39 1,-199-14 0,173 80-1,-93-27 1,92 40-16,-132 0 16,-40 0 15,120 0-31,-278 0 15,290 0 1,-78-40 0,158 40-1,-93 27 1,80-14 0,13 27-1,-13 39 1,26-39-1,-52 52 1,52-12 0,40-40-1,-26 26-15,12 0 16,14-26 0,0-27-1,0 66 16,0-66-31,40 54 16,13-15 0,40-12-1,-14-13 1,-13-14 0,-13-13-16,159 26 15,39-26 1,-145 0-16,13 0 31,-93 0-15</inkml:trace>
  <inkml:trace contextRef="#ctx0" brushRef="#br0" timeOffset="14555.19">20161 5397 0</inkml:trace>
  <inkml:trace contextRef="#ctx0" brushRef="#br0" timeOffset="17295.46">9684 7620 0,'0'0'0,"92"-26"32,-52 26-17,-27 0-15,0 0 16,226 0 15,-147 0-31,133 0 16,79 0-1,-39 0 1,0-40 0,-226 53-1,27 14-15,-26-14 16,0 0 0,79-26-1,-40-40 1,-52 53-16,39-13 31,-13-14-15,-27 27-1,1 0-15,12-13 16,-25 0 0,-1 13-16,0-14 15,0 14 16,27-26-15,-27 26 0,-13-13 15</inkml:trace>
  <inkml:trace contextRef="#ctx0" brushRef="#br0" timeOffset="17989.38">10610 6324 0,'-13'-14'47,"13"41"-16,0-1 0,13 133-15,13-14 0,-26-118-1,13 13 1</inkml:trace>
  <inkml:trace contextRef="#ctx0" brushRef="#br0" timeOffset="18271.32">10676 6006 0</inkml:trace>
  <inkml:trace contextRef="#ctx0" brushRef="#br0" timeOffset="19467.3">11708 6244 0,'-13'0'31,"13"119"0,0-53-31,0 1 16,0-41 0,0-13-16,26 27 46,14-40-30,-1-13 0,-12-1-1,13 1 1,26-79 0,-53 52-1,13-92 1,-26 92 15,0-26 0,-13 39-15,-53 14 0,-13-27-1,-80 40 1,66 0-1,-39 0 17,119 0-17</inkml:trace>
  <inkml:trace contextRef="#ctx0" brushRef="#br0" timeOffset="22549.6">18746 8639 0,'26'0'31,"40"0"-15,0 0-16,67 0 31,52 0-15,-106 0-16,80 0 15,-66 0 1,-67 0-16,93 0 31,93 13-15,-159-26-16,26 13 15,40-27 1,-26 27-16,145-53 31,-185 53-15,26-13-16,67-13 15,-14 26 1,-66-14-16,93 14 16,-27-39 15,-66 39-31,120-40 31,-14 27 0,-106 13-15,40 0 0,-93 0-1,66 0 1,-52 0 0,12 0-1,1 0-15,-14 0 16,1 0-1</inkml:trace>
  <inkml:trace contextRef="#ctx0" brushRef="#br0" timeOffset="23655.85">5927 9684 0,'0'0'0,"53"0"31,-40 0-16,13-27 48,186 27-32,0 0-15,132 0-1,-146-13 17,53-13-17,-198 26 1,119-14 0,-79 14-1,13 0 1,-40-26 15,-40 26-15,-12-13-1,-14-1 1,13 1 46</inkml:trace>
  <inkml:trace contextRef="#ctx0" brushRef="#br0" timeOffset="25112.28">17145 8268 0,'40'0'16,"409"172"-1,-290-119 1,992 119 0,-860-159 15,-238 27-31,-93-40 47,-12-53-32,38-40 17,-25 14-17,25 26-15,-39-13 16,-26 0 0,-14 0-16,-145-14 15,159 27 1,-14-26-1,14 13 17,26 13-17,-13 0 1,0 27 0,0 12 15,0-12-16,-40 26 1,13 0 15,40 26-15,-145 93 15,118-79-15,27-27-16,-52 27 15,78-40 1,-92 66 0,53 14 15,53-54-15,-53 14-1,52-27 1,14 66-1,0-39 1,40 79 15,132-26-15,516 79 0,-437-66-1,397-40 16,-621-66-15</inkml:trace>
  <inkml:trace contextRef="#ctx0" brushRef="#br0" timeOffset="25274.02">18918 8916 0</inkml:trace>
  <inkml:trace contextRef="#ctx0" brushRef="#br0" timeOffset="27574.34">17727 8401 0,'40'0'47,"92"0"-32,265 0 1,0 0 0,251-27-1,-516 27 1,80-40-1,-53 1 1,-93-14 15,40 13-15,-40 14 0,66-41 15,-79 15-16,-53 38 1,13 1 0,27-53 15,-14-27-15,-26 27-1,0 27 1,-13-54-1,-13 66 17,-1-12-17,-26-1 1,-92-26 0,-80 0-1,-119 0 1,159 52 15,-225 1 0,-67 13-15,-78-40 0,303 40-1,54 53 16,79-13-15,66 13 0,40-40-1,-14 14 1,1-1 0,13 1-1,-1 12-15,14 27 16,0 14 15,0-54-31,0 80 16,0-53-1,0-13-15,0 52 16,0 27 15,0-79-31,0 13 16,0-13-1,0-1 17,40 14-1,66 13-15,185 14-1,0-27 1,225 13 15,-251-26-15,-133-1-1,-79-26 1,66 1 0,-66-14-1,53 0 16,-67 0-15,-25 0 0,197 0-1,14 0 1,-93 0-16,106 0 31,14 0-15,-173 0-16,186 0 15,26 0 1,-66 0-16,39 26 31,14-79-15,-159 53 0,-53-26 15,-13 13-16,40-14 1,-27-13 0,-13 14-1,-40 13-15,0-27 16,-13 0 0,0-105-1,0 132 1,0-80-1,-53-39 1,1 79 15,12 13-15,0 0 0,-39-39-1,13 13 1,39 39-1,-12 1-15,-81-40 16,-171-40 0,106 40-16,-66-27 31,-14 54-15,80 12-1,-265-13 16,159 54-15,159-14 0,39 13-16,-39 13 15,53-26 1,39 0 0,0 0-1,27 0 1,-13 0-16,-14 0 15,13 0 1,1 14 0</inkml:trace>
  <inkml:trace contextRef="#ctx0" brushRef="#br0" timeOffset="29199.15">9234 10795 0,'13'0'31,"53"0"-15,0 0-16,93 0 16,-66 0-1,39 0-15,133 0 16,52 0-1,159 13 17,-118 27-17,39-40 1,79 0 0,-198 13-1,-67-13-15,252 0 16,-66 0-1,-172 0-15,66 40 16,-145-40 0,52 0-16,133 0 15,-172 0 1,304 0 0,-159 0 15,159 0-16,-225 0 1,-106 0 0,-92 0-16,66 0 15,-80 0 1,-13 0 0</inkml:trace>
  <inkml:trace contextRef="#ctx0" brushRef="#br0" timeOffset="30653.82">8136 11933 0,'0'0'0,"331"0"15,595-186 17,-503 173-17,-211 0 1,-14-27-16,159-13 16,-119 40-1,-79-26-15,-40 39 16,119-14-1,-79-25-15,132 25 16,-106-25 0,1 39-1,647-53 17,-621 53-32,13-13 15,-53 13-15,185-40 16,66-13-1,-66 53 17,120 0-17,-173 0 1,0 0 15,-132-13-15,-79 13-1,12 0-15,81 0 16,-80 0 0,-54 0-1,81 0 1,-54-27 0,-39 27 15</inkml:trace>
  <inkml:trace contextRef="#ctx0" brushRef="#br0" timeOffset="30825.8">16788 11271 0,'13'0'78,"93"0"-78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4:45:49.6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15716 3585 0,'13'-13'46,"173"13"-30,-41 0 0,14 0-1,92 0 1,-185 0 0,-52 0-1</inkml:trace>
  <inkml:trace contextRef="#ctx0" brushRef="#br0" timeOffset="2397.46">17211 3426 0,'0'0'0,"66"0"31,80 0-16,-67 0-15,67 0 32,-133 0-17,13 0 1,14 0 78</inkml:trace>
  <inkml:trace contextRef="#ctx0" brushRef="#br0" timeOffset="2758.48">18653 3572 0,'53'0'32,"145"0"-17,-105 0 1,238 0 0,-172 0-1,-80 0 1</inkml:trace>
  <inkml:trace contextRef="#ctx0" brushRef="#br0" timeOffset="3210.67">20532 3492 0,'0'0'0,"39"0"16,67 0-1,0 0 1,66 0 15,-66 0-15,-80 0-16,14 0 15,-27 0 1</inkml:trace>
  <inkml:trace contextRef="#ctx0" brushRef="#br0" timeOffset="3571.7">22106 3492 0,'93'0'47,"12"0"-32,-25 0 17,26 0-17,-14 0 1,-12 0 0</inkml:trace>
  <inkml:trace contextRef="#ctx0" brushRef="#br0" timeOffset="4167.33">12541 4260 0,'27'0'31,"171"0"-15,120 0 15,-41 0-31</inkml:trace>
  <inkml:trace contextRef="#ctx0" brushRef="#br0" timeOffset="4478.01">14314 4286 0,'119'0'47,"-40"0"-31,67 13-16,118-13 15,-224 0 1,-13 0-16</inkml:trace>
  <inkml:trace contextRef="#ctx0" brushRef="#br0" timeOffset="5816.48">10980 3281 0,'93'0'63,"-1"0"-48,1 0 1,13 0-1,-80 0 17,-12 0-17,-14 26 17,0-12-17,0 38 1,0-12-1,-14 26 1,14-53 15,0 1 1,0 12-1,-13 27-16,13-40 1,0 14 31,0 39-16,0-53-31,0 14 16,0-1-1,27 53 95,-27-52-95</inkml:trace>
  <inkml:trace contextRef="#ctx0" brushRef="#br0" timeOffset="8691.24">15240 4987 0,'26'0'16,"146"0"0,-39 0-16,92 0 15,-53 0 1,132 40-1,291 39 17,-198-79-17,-53 0 1,-159 0 0,67 0 15,-213 0-16,27-13 1,-13-53 0,40 26-1,0-26 17,52 27-17,-79 25 1,-13-39-1,-53 0 17,0-92-1,0 105-15,0-39-1,-119 0 1,-159-1 15,93 67-15,-172-80-1,-212 40 17,291 40-17,80 53 16,79-14-15,-40-12 15,-79 25-15,119 14 0,-146 0 15,212-26-16,-13 39 1,53-53 0,-133 146 15,54-93-15,52-27-1,0 14 1,40-26 15,0-14 0,199 106 1,12-26-17,-118-54 1,53-12-16,105 39 15,-145-53 17</inkml:trace>
  <inkml:trace contextRef="#ctx0" brushRef="#br0" timeOffset="8852.27">16325 5199 0,'0'0'0</inkml:trace>
  <inkml:trace contextRef="#ctx0" brushRef="#br0" timeOffset="9733.84">15227 5265 0,'53'0'15,"79"0"1,119 0-16,93 0 16,-79 0-1,-14 0-15,252 0 16,-53 0-1,-120 0 1,-303 0 0</inkml:trace>
  <inkml:trace contextRef="#ctx0" brushRef="#br0" timeOffset="11235.55">16735 5292 0,'93'-27'62,"131"-52"-30,67 13-17,239-80 1,-438 133-16,-26-14 15,1 14 17,-67 40 30,0 39-46,0 13-1,-40-39 1,-13 26 0,-26 0-1,65-66 1,1 13 0,-13-13-16,-27 27 15,13-27 1,0 0-16,-39 0 15,-40-13 17,-66-159-17,158 145 1,-12-39 0,-14 0-1,39 26-15,-12 27 16,132 13 78,357 119-79,-304-66-15,105-40 16,-39 80-1,-199-93 17,-26 13 46,-198 40-47,-67-53-15,-184 13-1,250 27-15,-132-53 32,160 13-17,157 0-15,1 0 16,-13 0-1,39 0 110</inkml:trace>
  <inkml:trace contextRef="#ctx0" brushRef="#br0" timeOffset="12711.88">17370 5212 0,'0'-13'31,"13"13"-16,14 13-15,39 67 16,-40-27 0,1-14-16,39 94 31,-13-41-15,-27-79 15,-13 1 0,27-14 16,39 0-31,-39-40-1,-13-13 1,-14 13-1,0 14 1,0-1-16,-13-26 16,0 1-1,0-15 1,0-38 0,0 38 15,27 28-16,-27-1 1</inkml:trace>
  <inkml:trace contextRef="#ctx0" brushRef="#br0" timeOffset="16229.68">14592 6588 0,'119'27'32,"0"-14"-17,13-13-15,27 0 16,701 66 15,-529-79-31,105-1 16,-105 1-1,-212 13-15,-53 0 16,-13 0-16,40 0 31,-80 0-15</inkml:trace>
  <inkml:trace contextRef="#ctx0" brushRef="#br0" timeOffset="16493.68">17529 6615 0</inkml:trace>
  <inkml:trace contextRef="#ctx0" brushRef="#br0" timeOffset="18181.47">15677 7250 0,'39'0'31,"27"0"-15,1 0-1,65 0 1,-79 0-1,79 0 1,-79 0-16,66 0 31,53 0-15,-13 0-16,145 0 16,119 0 15,-264 0-31,145 0 15,14 0 1,-239 0-16,173 0 16,184 0 15,-264 0-15,27 0-1,-67 0-15,106 0 31,-79 0-15,-106 0-16,39 0 16,-65 0-1,12 0-15,41 0 16,-27 0 0,0 0-1,0 0 1</inkml:trace>
  <inkml:trace contextRef="#ctx0" brushRef="#br0" timeOffset="19044.58">20161 6416 0,'0'-26'32,"0"52"-32,13-79 15,27 0 17,13 27-1,40 13-16,-27 13 1,0 0-16,93-27 16,-53 27-1,-93 13 32,-13 80-31,0-14-1,0 1 17,-13-54-32,-1-13 15,-25 14 1,39 13 93,0 26-93,0-27 0,0 1 15,0-27 0,0 1 16</inkml:trace>
  <inkml:trace contextRef="#ctx0" brushRef="#br0" timeOffset="19274.52">20505 7025 0</inkml:trace>
  <inkml:trace contextRef="#ctx0" brushRef="#br0" timeOffset="20290.87">20836 7038 0,'-27'0'16,"27"13"15,0 14-31,0-1 31,14-66 63</inkml:trace>
  <inkml:trace contextRef="#ctx0" brushRef="#br0" timeOffset="23183.78">16920 8202 0,'27'0'78,"131"0"-62,80 0-1,106-53 1,-145 13 15,-67 27-15,-119 0 15,1 0 0,-14 52-15,0 81-1,0 65 17,-14-93-17,-25-26 1,25-52 0,-12-1-1,13-13 1,0 0-1,-54 0 17,28 0-1,39-13-15,-146-212 15,80 119 0,13 0-15,40 80-1,-14-27 1,14 26 0,185 54 62,225 132-47,-146-93-15,-65-40-1,-160-26-15,-13 13 16,-39-13 78,-265 0-79,-13 0 16,-292 0 1,530 0-32,-119 0 15,92 0 1,-52 0 0</inkml:trace>
  <inkml:trace contextRef="#ctx0" brushRef="#br0" timeOffset="23984.67">16656 7990 0,'-14'0'15,"133"-26"1,146 26 0,463 0 15,-504 0-31,239 26 31,-79 1-15,-146-27-16,-105 13 31,462 27-15,-397-40-16,1 0 15,-1 0-15,106 0 32,173 0-17,-107-53 1,-145 53-1,-27 0-15,239 0 16,-53 0 0,-93 0-1,-159-40 1,-79 14 0,-13 12-16,52-12 15,-12 26 1,-54-13-16,40 13 31,-53 0-15,27-13-1,-40-1 1,27 14 0,-14 0-1</inkml:trace>
  <inkml:trace contextRef="#ctx0" brushRef="#br0" timeOffset="24981.85">12065 8983 0,'0'-14'94,"13"14"-79,27 0 1,132-39 0,-13 39-1,13 0 1,13-53 0,132 0 15,-118 40-16,-133 13 1,-13 0-16,0 0 16,-40-14 15,-26 14 47</inkml:trace>
  <inkml:trace contextRef="#ctx0" brushRef="#br0" timeOffset="28126.56">12065 9816 0,'26'0'31,"-12"13"16,-14 80-16,0-27-15,13 13 15,0-12-15,0-1 0,14 13-1,-27-66-15,0 14 31,26 26 1,-26-40-32,0 27 15,27-14 1,-14 0-16,-13 14 31,26 26-15,-26-13 15,14 13-15,12 1-1,-26 25 17,0-52-17,0 26 1,0-13-1,0 66 17,0-79-17,0 26 1,0 13 0,0 27 15,0-53-16,0 13 17,0-13-17,0 79 17,0-26-1,0-40-16,0 27 1,0-53 0,0 79-1,0-93 1,0 27 15,0-13-15,27 13-1,-27-40 1,0 40 0,13-40-16,-13 13 15,0 1 1,26 39 0,-26-40 46,0 1-31,13-14 32</inkml:trace>
  <inkml:trace contextRef="#ctx0" brushRef="#br0" timeOffset="28939.2">12488 12594 0,'27'0'31,"145"0"-16,119 13 17,622 80-1,-569-40-15,26-40-1,-185-13 1,80 0-1,66 0 1,475-26 15,-382 26-15,105 0 0,-225 0 15,-13 0-16,-105 0 1,12 0 0,-145 0-1,106-14 1,-27-25 0,53 12-1,199-26 1,-252 27-1,159-14 1,159-13 15,-252 14-15,173-14 0,-226 13 15,-52 27-16,-80 13 1,27-13 31</inkml:trace>
  <inkml:trace contextRef="#ctx0" brushRef="#br0" timeOffset="31252.95">11999 9816 0,'79'0'16,"173"-13"0,78-27-1,438 40 1,-54-66-1,225 66 1,-476-26-16,344 26 16,-489 0-1,-1 0 1,517 0 0,-676-14-1,133-12 1,-171-14-1,131 27 1,80 13 0,-199-40-16,93 27 31,198-27-15,-132 40-1,-92 0 1,-27-13-16,224 13 15,-171 0 1,371 0 0,-451 0-1,27-40 1,13 40 0,-92 0 15,185-39-16,-106 39 1,-13-14 0,-120 14-1,14 0 1,-40 0-16,27-26 16,26 26-1,-26 0-15,39 0 31,-52 0-15,26 0 31,-14 0-31,14 0-16,53 0 31,-13 26-16,-40 27 1,-40-39 0,53 105-1,-13-40 1,-13 14 0,-14 65-1,-13 28 1,-13-94-1,40 252 1,0-185 0,-40-80-16,0 27 31,0 251-15,0-251-16,0 146 31,-40-28-16,40-91-15,-40 118 16,-13 53 15,40-224-15,13-41 0,-26-12-16,26-1 31,-27-12 63,-145 25-63,-26-12 0,-80-27-15,40 0-1,79 0-15,-145 0 32,39 0-17,159 0-15,-52 0 16,78 0-1,-158 0 1,172 13 0,-146 27-1,-52-27 1,118 13 15,-65-26-15,131 0-1,-277 0 17,238 0-32,-40 0 15,133 0 1,-40 0 0,26 14-1,-26-1 16,53-13 110,-1 0-125</inkml:trace>
  <inkml:trace contextRef="#ctx0" brushRef="#br0" timeOffset="35333.61">16272 9710 0,'0'-13'78,"53"-66"-62,79-107 15,106-78-15,-105 65 0,25-12-1,-145 158 16,14-27 1,-27 1-17,0 39 1,26 1 0,-12-41 15,-14 54 0,0-1-15,39-26-16,14-26 15,13 0 17,-52 79-32,-1-14 15,0 1 110</inkml:trace>
  <inkml:trace contextRef="#ctx0" brushRef="#br0" timeOffset="36063.15">19513 7924 0,'-26'-13'47,"-186"145"-32,66-26-15,-184 146 32,-28-41-17,173-105-15,-79 53 16,78-14-1,94-92-15,-212 93 32,65-80-17,160-26-15,-27 39 16,93-79 0,0 13-16,0 0 31,-1-13-16,1 27-15,-53 13 32,26-40 30,-66 0-46,54 0-16,-1 0 15,39 0 17,1 0 30</inkml:trace>
  <inkml:trace contextRef="#ctx0" brushRef="#br0" timeOffset="36836.01">16933 9710 0,'0'0'0,"106"-26"16,79-27-1,80-13 1,13-14-1,39-52 1,-158 79-16,225-119 31,-107 27-15,-224 118-16,159-118 16,-66-14 15,-93 93-16,118-146 17,-12 93-17,-106 106 1,66 0-16,40-120 16,-80 67-1,-13 26-15,120-105 16,-67 66-1,-106 65-15,13 14 16</inkml:trace>
  <inkml:trace contextRef="#ctx0" brushRef="#br0" timeOffset="37632.58">21101 9697 0,'-14'0'16,"14"-93"-1,106-39 1,159-93 15,-54 27-15,14-54-1,-66-25 1,-66 131 0,-40 1-16,-40 78 15,-13 54 1,0 26 46,0 27-46,-27 26-16,-12 14 0</inkml:trace>
  <inkml:trace contextRef="#ctx0" brushRef="#br0" timeOffset="38165.91">22291 9671 0,'0'-40'63,"66"-185"-48,-26 79 17,145-409-17,-158 462 1,26-92 0,-53 172-1</inkml:trace>
  <inkml:trace contextRef="#ctx0" brushRef="#br0" timeOffset="39111.03">20333 9935 0,'0'0'15,"-145"-40"1,-451-26-1,-105-145 1,-833-120 15,39 80-15,-53 131 0,410 28-1,728 92 1,132 0-16,-66 0 15,225 0 1,80 0-16,-14 0 16,13 13 15,27 0 0,0-13 0</inkml:trace>
  <inkml:trace contextRef="#ctx0" brushRef="#br0" timeOffset="42134.2">15994 4921 0,'-40'0'47,"-224"27"-16,118-27-31,-912 0 31,-40 225 0,873-172-31,-212 105 16,-26 94 0,265-80-1,39-14-15,-158 120 16,-27 119-1,211-212-15,-105 239 32,66-120-17,119-159-15,1 173 16,52-54 15,0-197-31,0 65 16,0-40-1,92 213 1,-26-80 0,-39-119-16,39 26 15,0 13 17,-13-65-32,53 52 15,-27-79 1,-39-27-16,52 14 31,54 39-15,-53-26-16,26-13 15,158 66 1,-118-53-16,53 0 31,-159-14-15,-40-25-1,0-14 48,0 13-16,-13 0-32,0 0 1,14 1 265,52 78-265,0 1 0,27 39-1,-40-53 16,-1-52-15,-52-40 109</inkml:trace>
  <inkml:trace contextRef="#ctx0" brushRef="#br0" timeOffset="42846.71">12726 10292 0,'0'119'47,"0"-105"-31,0 78-1,27-12 17,-27-14-17,0 40 1,0-80-16,0 0 31,0-12-15,0 39-1,-13-14 1,13-25 15,-40-14-15,27 0-16,-120-67 31,14 1-15,-119-66-1,-79-53 1,277 158-16,-66-39 16,53 40-1,27 12 1</inkml:trace>
  <inkml:trace contextRef="#ctx0" brushRef="#br0" timeOffset="43933.04">9432 8546 0,'0'-26'31,"0"-14"0,53 27-15,-39 13-16,105 0 16,-80 0-1,14 0 17,40 158-1,-67-78-31,-26-14 15,0 0 17,-13-39-17,13-1 1,-13 14 0,-14 26-1,-12 40 16,25 105-15,14 41 0,0-239-16,0 27 31,0-1 78,14 14-77</inkml:trace>
  <inkml:trace contextRef="#ctx0" brushRef="#br0" timeOffset="45483.77">9829 9948 0,'0'27'360,"13"-14"-329,1-13-15,12 0-1,40 0-15,-26 0 16,0-13 15,-40 26 16,26 0-16,-79 14 63,-26 39-78,66-13-16,-27 26 15,40-39 1,0-53 31,40-54-32,-1-65 1,-25 26 0,-14 93 15,-27 13 47,14 0-47,13 13 0,-13 14 1,-1 26-17,-12-27 1,13 27 0,13-40-1,0 1 1,39-14 46,-12-27-46,-14 14-16,-13 0 16,0 13 46</inkml:trace>
  <inkml:trace contextRef="#ctx0" brushRef="#br0" timeOffset="45655.13">10028 10081 0,'26'-53'47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4:55:47.5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2090 11126 0,'212'0'62,"304"79"-46,-212-79-1,437 40 1,-503-40-16,344 0 16,-357 0-1,79 0 1,-224 0-1</inkml:trace>
  <inkml:trace contextRef="#ctx0" brushRef="#br0" timeOffset="1709.71">6046 9803 0,'79'0'62,"172"0"-46,-92 39-16,437 1 31,806-40 0,-754 0-15,-13 0 0,-397 0-1,-211 0 1,-1 0-16,-13 0 31,14-26 235,145-54-251,-93 41 1,-26-1 0,-40 14-16,27-41 15,-40 41 1,26-14 0,-39 1 30,-40-28-30,-26 1 0,-14 0-1,40 40 1,-198-67 0,66 14-1,-53-1 16,198 54-31,-39-1 32,26 27-17,-212-66 17,14 27-17,-133 12 1,292 1-1,-477 26 17,251 13-17,-145 40 1,106-27 15,-133 54-15,239-54-1,39 14 1,133-1 15,-14 14-15,41-13 0,52 26 15,0 27-16,0-27 1,0 53 0,92 27-1,-52-67 1,92 27 15,14-67-15,171 1-1,-92-40 17,-53 0-17,-93-26 1</inkml:trace>
  <inkml:trace contextRef="#ctx0" brushRef="#br0" timeOffset="2684.53">4948 2553 0,'0'0'0,"0"146"15,0 251 1,0-305 0,0 107-1,-27-160-15,27 1 16</inkml:trace>
  <inkml:trace contextRef="#ctx0" brushRef="#br0" timeOffset="3669.64">5569 2633 0,'-52'39'16,"12"14"-16,132-145 0,-277 316 16,159-197-1,-27 66 1,26-54-16,27-12 15,0-1 1,0 27 0,-13-26-1,0 25 1,0-12 15,26 0 32,0-27-48,14 0 1,78 27 0,-52-40 15,-39 0 0,-14 13 16,26-13-16,14-13-31,-27 13 16,0-26-1,-13 12-15,13-25 32,-13-1-17,0 27-15,0-14 16,0 1 0,0-1 15,-26-12-16,0-1 1,-27 40 31,39 0-31</inkml:trace>
  <inkml:trace contextRef="#ctx0" brushRef="#br0" timeOffset="4140.46">6204 2897 0,'93'172'47,"-66"-79"-31,158 171-1,-40-65 1,-79-120-16,-52-52 31,-1-27-31,0 0 16,-13 13-1</inkml:trace>
  <inkml:trace contextRef="#ctx0" brushRef="#br0" timeOffset="4570.53">6628 3082 0,'-93'119'47,"-171"93"-16,158-106-31,26-27 16,27-39-16,-13 13 15,53-40 1</inkml:trace>
  <inkml:trace contextRef="#ctx0" brushRef="#br0" timeOffset="5790.41">7078 2606 0,'105'-13'31,"332"53"-15,-344-40-16,-54 0 47,-78 264 15,-54 1-46,53-159-16,1 118 31,-1-25 0,40-173-31,0 1 32</inkml:trace>
  <inkml:trace contextRef="#ctx0" brushRef="#br0" timeOffset="6168.16">7885 3122 0,'0'0'15,"66"-26"1,53 26 0,0 0-1,26 0 1,-105 0 15,-27 0-15</inkml:trace>
  <inkml:trace contextRef="#ctx0" brushRef="#br0" timeOffset="6481.32">7726 3294 0,'317'27'16,"14"-27"-1,-93 0 1,-172 0-1</inkml:trace>
  <inkml:trace contextRef="#ctx0" brushRef="#br0" timeOffset="8375.52">10306 2381 0,'171'0'63,"-91"0"-47,-40 0-16,-1 0 15,-26 0 1,1 0-1,-1 0 1,-13 13-16,0 133 31,0 0-15,-79 12 0,-80-52 15,53-40-16,80-39 1,-1-27 0,14 26-16,-27-13 15,14 27 1,-1-27-16,14 1 31,13 12-15,66-26 62,344 40-62,-145 26 15,-93-66 0</inkml:trace>
  <inkml:trace contextRef="#ctx0" brushRef="#br0" timeOffset="9452.1">9102 2275 0,'0'0'0,"0"40"16,0 39 0,0 54-16,0 65 15,0 54 1,0-173-16,26 27 31,-13-53-15,1-40-16,39 119 31</inkml:trace>
  <inkml:trace contextRef="#ctx0" brushRef="#br0" timeOffset="9762.62">9895 2315 0,'0'132'15,"0"-264"-15,0 569 16,0-226-16,14 147 16,39-239-1,-53 39 1,0-131 15</inkml:trace>
  <inkml:trace contextRef="#ctx0" brushRef="#br0" timeOffset="11551.67">11218 2857 0,'14'0'15,"25"-39"32,398-120-31,-292 66-1,-26 41 1,-92 12-16,-14 40 31,0 66 47,-13 251-62,0-224 0,-79 79-1,66-119-15,-53 66 16,26-66 15,27-40-15,-1 0-1,-12-13-15,-14 0 32,-79-13-17,-53-172 1,-53-40-1,119 106-15,67 26 32,39 27-1,172 80 16,701 356-16,-516-277-15,-198-67-1,-278-26 63,-609-146-46,530 94-17,-1 52-15,-198-53 16,278 53 15,93 0-15,13-14-1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4:57:00.4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4551 3334 0</inkml:trace>
  <inkml:trace contextRef="#ctx0" brushRef="#br0" timeOffset="615.31">4180 3387 0,'40'0'15,"39"0"1,54 0-16,118 0 15,-145 0 1,13 53 0,-79 26-1,-1 172 17,-25 1-17,-292 92 1,146-225-1,-160 66 1,226-172 0,265-66 77,158 0-77,-159 53 0,-52 0-1</inkml:trace>
  <inkml:trace contextRef="#ctx0" brushRef="#br0" timeOffset="1649.92">10041 3784 0,'13'-40'31,"291"40"-15,27 0 0,40 92 15,-319-78-15,-12 184-1,-40-132 1,-172 159-1,66-145-15,-119 92 16,14-53 15,184-106-15,54-13 46,145-27-46,225-26 0,-252 27-1,67 26 1,-27 0 15,-145-26-15</inkml:trace>
  <inkml:trace contextRef="#ctx0" brushRef="#br0" timeOffset="2301.19">15743 3400 0,'79'106'32,"-79"92"-17,0 133 1,27 172 15,-27-477-15,0-13-1</inkml:trace>
  <inkml:trace contextRef="#ctx0" brushRef="#br0" timeOffset="6952.89">19328 3519 0,'0'93'31,"-13"39"-15,13 80 15,0 131-15,13-276-1,13 52 1,-26-106 0</inkml:trace>
  <inkml:trace contextRef="#ctx0" brushRef="#br0" timeOffset="7516.35">22781 3664 0,'-27'67'31,"-13"38"0,14-12-31,13 66 16,13-67-1,0-65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4:57:13.4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7104 7660 0,'198'0'47,"-39"0"-31,-13 0-16,991-53 15,173 26 17,1323 27-17,-887 0 1,-1032 0-16,279 0 16,-716 0-1,186 0 1,-66 0 15,-317 0-31,131 0 16,27 0-1,93 0 17,-40 0-17,265-53 1,-239 0-1,-211 14 1,-26 26-16,105-14 16,-53-13 15,-79 40-31,26 0 16,609 0 15,-423 0-16,-53 0 1,12 0 15,-157 0-31,-15 0 16,1 0-16,53-39 16,-66 39-1,66-14-15,92-25 16,226 26-1,-279-27-15,80 27 32,13 13-17,-145 0-15,211 0 16,13 13 0,-158 27-16,278 39 31,39-53 0,-278-26-31,199-39 16,-370 39-1,-27 39 1,0-12 0,0-1-1</inkml:trace>
  <inkml:trace contextRef="#ctx0" brushRef="#br0" timeOffset="170.33">25387 7408 0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09:50.7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18217 2500 0,'26'-13'78,"93"13"-47,-26 0-15,52 0 0,-132 0-1,14 0 1,-14 53 31,-13 93-32,-26-67 1,-67 0 0,40-66-1,-39-13 1,78 14-1,-12-14 1,-1 0-16,14 0 31</inkml:trace>
  <inkml:trace contextRef="#ctx0" brushRef="#br0" timeOffset="361.61">18203 2421 0,'14'53'47,"-14"238"-16,0-119-15,0-106-1,0 0-15,0 40 16,0-80 0,0-65 62</inkml:trace>
  <inkml:trace contextRef="#ctx0" brushRef="#br0" timeOffset="985.63">18825 2500 0,'0'0'0,"40"0"31,13 0-15,-14 0-16,28 0 15,-28 0 1,-12 0 15,12 0-15,-12 0 0,-1 27 15,-26 92-16,-39-27 1,12-78-16,-185 131 31,160-118-15,-28 39 0,14-40-1,26-26 32,14-13-31,13-13-16,-14-27 0</inkml:trace>
  <inkml:trace contextRef="#ctx0" brushRef="#br0" timeOffset="1408.12">18613 2606 0,'27'53'46,"-1"66"-30,-26-53-16,0 93 16,0-40 15,0-53-15,0 27-1,14-1 16,-1-78 1</inkml:trace>
  <inkml:trace contextRef="#ctx0" brushRef="#br0" timeOffset="2172.05">18230 3916 0,'-40'0'16,"80"0"-16,-186 0 16,133 40-1,13 92 1,-66 27 15,53-93-15,13 106 15,13-172-15,40 39-1,225-25 1,-146-28-1,66-197 1,-171 158 0,-14-40-1,-13-92 1,0 145 0,-13 1-16,-40-14 31,-40 26-16,-65 27 1,91 0 0,-65 0-1,66 13-15,40 1 16,26-1 31</inkml:trace>
  <inkml:trace contextRef="#ctx0" brushRef="#br0" timeOffset="2573.71">19169 3942 0,'13'0'15,"1"172"16,-67 27 1,13-93-17,13 39 1,27-132 0,-13 1 30,13-28-46</inkml:trace>
  <inkml:trace contextRef="#ctx0" brushRef="#br0" timeOffset="3205.86">19196 3823 0,'39'0'32,"120"27"-17,26-14 1,-119 13 15,-39-26-15,-14 14 15,-13 184 0,0-132-15,-13-13-1,-14 0-15,-12 26 16,-1-39 0,-225 39-1,173-79 1,-160 27 0,107-14-16,-40 27 15</inkml:trace>
  <inkml:trace contextRef="#ctx0" brushRef="#br0" timeOffset="13940">14049 7236 0,'0'0'0,"53"53"32,13-40-17,-26 14 1,26-27 0,-13 0-16,40 0 15,105-53 1,-145 13-1,66 1 1,-66 12-16,-26 1 31,-1-14-15,40 27 0,-13-14-1,0 1-15,-13-1 31,-27-12-15,0 26-16,14-1 16,-14 1 15,13 0-31,-12-27 16,-1 27-1,0-27-15,13 1 16,27-54-1,-39 40 1,-1 13 0,66-92-1,-13-53 17,-26 13-17,-40 26 1,0 54-16,-93-133 31,80 198-15,-146-211-1,120 212 1,-14-80 15,40 106-15,-1-26-16,-52-27 15,40 26 1,-14 14 0,-79-40-1,106 40-15,-27 13 16,-79-27 15,-198-12-15,171-1 15,120 27-31,-14-1 16,-13 14-1,0 0-15,-119-26 32,53 52-1,53 67-16,-66 92 1,92-132 0,-106 238-1,80-119 1,53 146 15,13-146-15,0-133-1,0 14-15,13 159 32,120 53-17,-41-173 1,1 40 0,-27-79-16,26 14 15,14-1 1,-53-40-16,80 40 31,65 0-15,-119-26-1,93-13 17,-79-14-17,-14-13 16,-39 0 1,-66-27 46</inkml:trace>
  <inkml:trace contextRef="#ctx0" brushRef="#br0" timeOffset="14579.09">12091 5887 0,'-52'66'47,"-68"119"-32,54-66 1,-92 53 15,91-53-15,54-119-1,0 14-15,0-1 16,105-159 46</inkml:trace>
  <inkml:trace contextRef="#ctx0" brushRef="#br0" timeOffset="14931.67">12158 5781 0,'0'80'16,"26"39"-1,-26 53 17,13-106-17,1 53 1,-1-93-1,-13 1 17,-13-27 30</inkml:trace>
  <inkml:trace contextRef="#ctx0" brushRef="#br0" timeOffset="15233.5">11867 6204 0,'26'-13'94,"53"-13"-63,-65 13-15,78 13-16</inkml:trace>
  <inkml:trace contextRef="#ctx0" brushRef="#br0" timeOffset="15635.53">12435 5847 0,'0'106'15,"-26"53"1,-14-14 0,40-78-1,-39 91 1,25-158 15,14-26 16</inkml:trace>
  <inkml:trace contextRef="#ctx0" brushRef="#br0" timeOffset="15967.19">12528 5636 0,'53'0'15,"0"0"1,198-40 15,-132 13-15,-26 14 0</inkml:trace>
  <inkml:trace contextRef="#ctx0" brushRef="#br0" timeOffset="16409.88">12422 6032 0,'119'40'32,"-79"-40"-32,105 0 15,-39-40 1,-79 27 15</inkml:trace>
  <inkml:trace contextRef="#ctx0" brushRef="#br0" timeOffset="25928.05">18693 8057 0,'39'0'62,"14"0"-46,40-14-16,-27 14 15,27-13 1,13 13 0,-27-26-1,-53 26 1</inkml:trace>
  <inkml:trace contextRef="#ctx0" brushRef="#br0" timeOffset="26330.1">19063 8070 0,'0'26'16,"0"-52"-16,0 118 31,-13-65-31,-13 65 16,-1 1-1,27-40 1,0-27-1,0 41 1,0-54 15,0 26-15,0 14 0,0-26-1,-13 26 1</inkml:trace>
  <inkml:trace contextRef="#ctx0" brushRef="#br0" timeOffset="26746.27">18746 8692 0,'66'0'78,"159"0"-63,-66 0-15,-27 0 16,-106 0 0</inkml:trace>
  <inkml:trace contextRef="#ctx0" brushRef="#br0" timeOffset="27737.45">20942 8149 0,'0'0'0,"39"0"16,28 0 15,-41 0-31,80 40 32,-80-40-17,-12 40-15,-1-14 16,26 53 15,-39-52-15,0 39-1,0-40 17,-26 14-1,-40-40-16,0 0 1,-14 0 0,41 0-1</inkml:trace>
  <inkml:trace contextRef="#ctx0" brushRef="#br0" timeOffset="28058.6">20929 8215 0,'0'27'16,"0"105"-1,0 0 1,0-66 15,0-13-15,39-39 46</inkml:trace>
  <inkml:trace contextRef="#ctx0" brushRef="#br0" timeOffset="28410.3">21418 8215 0,'0'80'31,"0"-67"-15,0 40-16,0 0 15,0-40 1,13 27-1,0-40 17,120-53-1,-41 13-15,-52-26-16</inkml:trace>
  <inkml:trace contextRef="#ctx0" brushRef="#br0" timeOffset="28659.42">21802 8149 0,'13'13'15,"-13"54"17,0-15-32,0-12 15,-27 53 1,27-54 15,14 14 32,39-53-63</inkml:trace>
  <inkml:trace contextRef="#ctx0" brushRef="#br0" timeOffset="29161.77">22185 7607 0,'-79'145'31,"-14"40"-15,54-132-16,-14 172 15,26-106 1,1 80-1,26-173-15,0 1 32,13-27-1,66-66-15,160-239-1</inkml:trace>
  <inkml:trace contextRef="#ctx0" brushRef="#br0" timeOffset="29483.3">22423 7792 0,'0'40'16,"0"-1"0,0 67-16,-13-13 15,13-67 1,-26 120 0,26-133-1,0 27 16,0-14 1,-13-13-32</inkml:trace>
  <inkml:trace contextRef="#ctx0" brushRef="#br0" timeOffset="29706.65">22516 8255 0,'53'-13'16,"-106"26"-16,172-26 15,-53 13-15,27 0 16,-67-27 0,54 27-1</inkml:trace>
  <inkml:trace contextRef="#ctx0" brushRef="#br0" timeOffset="30078.31">23297 8176 0,'13'92'78,"-13"-39"-62,0-40-16,0 14 16,13-14 15,80-39-15,-67 12-1,173-105 1,-41 0-1,-145 66 1,14 40-16</inkml:trace>
  <inkml:trace contextRef="#ctx0" brushRef="#br0" timeOffset="30329.36">23839 8030 0,'13'53'47,"-53"13"-16,40-26-31,0-27 16,0 0-1,27 1 48,-1-14-48,14 0-15,106-40 16</inkml:trace>
  <inkml:trace contextRef="#ctx0" brushRef="#br0" timeOffset="30792.4">24209 7990 0,'14'-26'15,"-14"13"1,39-1 0,14 1 15,-40 13-15,27 53 30,-40-40-30,0 54-16,0-15 16,0 28-1,0 12 1,-13-52 15,-119 79 0,52-92-15,27 12 15,40-52 1,13-159-1</inkml:trace>
  <inkml:trace contextRef="#ctx0" brushRef="#br0" timeOffset="31153.76">24077 8229 0,'-13'79'31,"13"-13"0,0-26-31,0 52 16,-27 1 0,14-40-1,13 53 1,0-80 0,0 93-1,0-106 1,0 40-1,0-39 32,0-94-15</inkml:trace>
  <inkml:trace contextRef="#ctx0" brushRef="#br0" timeOffset="32932.21">22384 7699 0,'0'27'47,"0"92"-31,0-13-1,0-14 1,0-52-16,-27 0 15,27-14 1,0 1-16,14-1 16,-14-13 15,0 67-15,0-41-1,0-25 16,13 25 48,53-12-64,-26-14 32,-27 0 0,0-13 312,0-26-343,-13 13 0</inkml:trace>
  <inkml:trace contextRef="#ctx0" brushRef="#br0" timeOffset="36934.05">20942 9353 0,'0'0'0,"26"-53"47,1 53-32,39 0 1,0 0 15,-26 27-15,-27-14-1,27 79 1,-40 27 0,26-39 15,-26-14 0,-26-26-31,-14-14 16,27-26 15,-14 0-15,14 0-1,-40 0 1,40 0-16,-27-13 31,14-27-15,12 14-1,-12-1-15</inkml:trace>
  <inkml:trace contextRef="#ctx0" brushRef="#br0" timeOffset="37314.31">20876 9393 0,'0'53'31,"-27"52"-15,27 81-1,0-94 1,0 1-16,0 26 15,0-79 1,0-14 0,-13-39 62,53 0-78</inkml:trace>
  <inkml:trace contextRef="#ctx0" brushRef="#br0" timeOffset="38019.08">21259 9313 0,'0'14'15,"0"12"-15,0 80 16,0-40-1,0 80 1,0-120 0,0 53-1,27 14 17,105-80-17,-26-145 16,-93 105-31,66-145 32,-79 106-17,27 13-15,-27 27 16,0 13 0,0-27-16,0 80 78,0 66-63,-13-80-15,-14 67 32,27-54-17,-13 14 1,79-106 62,106-26-78</inkml:trace>
  <inkml:trace contextRef="#ctx0" brushRef="#br0" timeOffset="38339.57">22053 9128 0,'0'0'0,"-26"53"16,-80 145-1,79-52 1,27-120 0,0 41-1,-26-41 32,105-52-31,40-54-1,-13-52-15</inkml:trace>
  <inkml:trace contextRef="#ctx0" brushRef="#br0" timeOffset="38630.8">22595 9009 0,'0'0'0,"-26"159"16,-14-119-16,40 131 15,0-25 17,0-133-32,-13 53 15,13-39 16</inkml:trace>
  <inkml:trace contextRef="#ctx0" brushRef="#br0" timeOffset="38853.71">22635 9604 0,'106'-26'16,"-212"52"-16,463-65 16,-145-14 15,-146 40-16,-53-1-15</inkml:trace>
  <inkml:trace contextRef="#ctx0" brushRef="#br0" timeOffset="41899.36">23508 9419 0,'-119'-13'15,"238"26"-15,-397-26 32,225 13-32,14 40 15,26 52 1,-14-39-16,27 13 15,0-26 1,-13 39 0,13-65-1,106-1 1,79-66 0,-172 40-1,133-159 1,-67 53 15,14-146 0,-67 225-15,-26 14 0,0 224 62,-53-12-47,53-94-15,0 40-1,0-92 16,0 39-15,66 1 47,0-80-48,-26 0 1,13 0-1,-40 0-15,14-40 16,26-39 0,-53 52-16,0-12 31,0 12-15,0 1-16,-14 13 46,-52 13-30,53 13 15,0 26-15,13-12-16,0 39 31,26-53-15,80 0-1,-40-13 1,-13 0-16,40 0 16,-53 0-1,-14-66 1,-26 0 15,-53-145 0,13 131-15,14 54 0,13 26 15,-80 0-15,93 13-1,0 40 1,13 26-1,14-39 1,-27-14-16,13 54 16,53-27-1,-39-27-15,39-13 32,-27-13-17,54 0 16,-40 0-15,-40-53 15,-13 14-15,13 26 15,-13-1 16,27-25 31,-14-14-62,0 13-1,1 27 17,-14 0-1,0-27-31,0 199 78,-27-67-62,27-26-1,0-52 17,0 12-17,27-13 1,39-105 15,0-94-15,-40 41 15,-26 92 0,14 40-15,-1 13-1,-13 66 48,39 13-47,-39-26-16,14-26 15,-1-1 1,-13-13 15,40 1 0,-27-14-31,79-53 16,-39-27 0,-26-12-16,-14 65 15,-13-12 1,0 65 109,0 27-110,13-13 1,-13 26 0,0 53-1,0-13 1,-39-27 0,25 14-1,1-80 16,13-40 16,13-26-31,27-79 0,-40 106-1,13-40-15,27-14 16,-14 27-1,-12 40-15,12 0 16,-13 0 15,1 13-31,-1 0 16,0 0 0,13 0-16,-12 13 31,-14 106 0,0-13-15,0 92 15,0-132-31,0-52 16,0 12-16,0 27 15,0-40 1,0 14-1,0-14 32,-27-13-31,-118-40 0</inkml:trace>
  <inkml:trace contextRef="#ctx0" brushRef="#br0" timeOffset="50929.21">14459 12581 0,'-13'13'62,"0"0"-46,13 14-1,0 13 1,66-14 0,305 27-1,-133-13 1,79-40 0,-105 0-16,52 0 15,213 0 1,-252 0-1,119 0 1,-133 0 0,-78 0-1,-120 0 1,13-27 15,-26 14 94</inkml:trace>
  <inkml:trace contextRef="#ctx0" brushRef="#br0" timeOffset="53547.92">19368 7739 0,'0'79'31,"-27"358"-15,14-120 0,-27-264-1,14 0-15,-27 159 16,53-106-1,0-40 1,-13-66 62,13-13-78</inkml:trace>
  <inkml:trace contextRef="#ctx0" brushRef="#br0" timeOffset="53819.14">19288 8533 0,'0'0'16,"106"-40"0,-66 40-16,92 0 15,53 0 1,-79 0-16,-13 0 31</inkml:trace>
  <inkml:trace contextRef="#ctx0" brushRef="#br0" timeOffset="54206.48">18269 8969 0,'40'0'16,"53"0"0,436 0-1,159 14 16,-185-14-15,-464 0 0,-26 0-1</inkml:trace>
  <inkml:trace contextRef="#ctx0" brushRef="#br0" timeOffset="73482.92">9512 3400 0,'-27'-40'47</inkml:trace>
  <inkml:trace contextRef="#ctx0" brushRef="#br0" timeOffset="75126.32">10319 3691 0,'0'0'31,"0"13"16,13 53-31,-13 27 0,13-27-1,-13-53 1,0 14 62</inkml:trace>
  <inkml:trace contextRef="#ctx0" brushRef="#br0" timeOffset="92727.72">17092 12753 0,'0'-27'47,"40"-12"-16,211 39-15,-92-93-1,13 80 1,66-40 0,106 13-1,-225 1 17,-93 39-1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4:57:20.0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16047 2527 0,'0'0'0,"79"-27"16,-13 27-1,186 0 1,-146 0-1,145 0 1,172 0 0,-13 27-1,1-1 17,-160 40-17,80-39 1,-93-14 15,93 0-15,-199-13-1,371 40 1,-212-40 0,132 0-1,-172-40 16,40 40-15,-185 0 0,-13 0-1,-27 0-15,106 0 16,-13 0 0,-54 0-16,107 27 31,53-54 0,-159 14-15,52-13-1,-92 12 17,80 14-17,-133 0-15,53 0 16,-13 0-16,40-26 15,-80 26 1,27 0-16,-14 0 16,40 0 15,40-27-15,-66 27-1,39-13 1,-66 13-16,27 0 15,-13-26 1,-14 26-16,13 0 31,40-13 1,-13-1 30,-13 14-46,-13 0-1</inkml:trace>
  <inkml:trace contextRef="#ctx0" brushRef="#br0" timeOffset="1425.6">15505 3612 0,'0'0'0,"52"0"109,-12 0-93,66 0-16,198 0 31,67-40-15,-318 40-1,26-40 1,-39 0 0,-40 1-1,0-1-15,26-26 32,-26-53-17,0 53 1,-145-186 15,-14 80 0,53 67-15,-53 52 0,-211-53-1,238 106 1,-93-40-1,159 40 17,-67 40-17,-39 13 1,40 26 0,53-39-1,-1 13 1,14 0-16,-40 13 15,40 40 1,53-67 0,-14 67-1,27-26 17,14 52-17,105 79 1,26-65-1,-12-80 1,237 40 0,80-53 15,-106-13-15,-252-40-1,-52 0 16,-40-27-15,0 14 0,0-27-1,0 1 17,0 25-32,0 1 15</inkml:trace>
  <inkml:trace contextRef="#ctx0" brushRef="#br0" timeOffset="6489.79">21815 4339 0,'13'13'15,"106"-13"17,-66 0-32,79 0 15,-65 0 1,65 0-1,79 0 1,-171 0 0,106 0-1,-80 0 1,-13 0 0,0-26-1,-14-80 16,-39 80-15,14-40 0,-14 26-1,26-172 17,-26 146-17,-40-53 1,-13 66 15,-132-26 0,0 26-15,-53 26 0,106 14-1,-93-13 1,159-14-1,-40 53 17,-13 53-1,53 0-15,52-39-1,-25 39 1,-1 0-1,-26 93 17,53-93-32,13 53 31,0-26-15,0-80-16,13 80 15,13-67 1,40 14-1,225 66 1,0-54 0,1-25 15,-173-27-15,-80 0-1,-12 0 1,-67 0 31</inkml:trace>
  <inkml:trace contextRef="#ctx0" brushRef="#br0" timeOffset="7575.82">20836 4445 0,'-66'0'63,"-252"0"-48,279 0-15,-14 0 31,0 0-31,-66 40 16,0 26 0,79-53-16,-13 40 31,13 13-15,14-39-16,-1 52 15,14 14 1,0-67-16,0 93 31,13 66 0,79-105-15,0-14 0,27 0-1,-13-66 1,-14 0-16,239 0 15,65 0 1,-224 0-16,66 0 31,-146-66-15,-26 26-16,-53 0 16,0-65-1,0 65-15,0-66 16,0 66-1,-39-79 1,-305-211 15,-93 12-15,318 226 0,-53-1-1,93 53 1,66 40-1,-40 0 1,39 0 0,-25 0-1,25 13 1,-12-13 46,0 0-62</inkml:trace>
  <inkml:trace contextRef="#ctx0" brushRef="#br0" timeOffset="8140.68">22503 4868 0</inkml:trace>
  <inkml:trace contextRef="#ctx0" brushRef="#br0" timeOffset="11879.81">15756 6853 0,'66'-14'47,"93"14"-31,79 0-1,-40 0 1,186 0 15,-93 0-15,13 0-1,-92 0 1,-159 0-16,-27 0 47,-12 0-31,25 0-1,1 0 1,79 0 93,0 0-93,-79 0-1,26 0 1</inkml:trace>
  <inkml:trace contextRef="#ctx0" brushRef="#br0" timeOffset="13728.08">19341 6932 0,'53'0'94,"26"0"-79,-39 0 1,26 0 0,-26 0-16,26 0 15,-26 0 1,-27 0-16,40-13 15,-40 13 1,27 0 0,-14-27-1,40 27 17,0-13-17,1 13 1,-54 0 187,66 0-172,-26 0-15,-40 0-1,1 0 1,12 0 15,1 0-15,-1 0 0,-13 0-16,0 0 15,14 0 1</inkml:trace>
  <inkml:trace contextRef="#ctx0" brushRef="#br0" timeOffset="18180.98">18018 7567 0,'66'0'46,"278"0"-30,-211 0 0,581 13-1,-317-13 17,105 0-17,-343 0 1,0 0-1,-146 0 17,14-39 30,-27 12-46,13-118-1,-13 78 1,26 15 0,-26-1-1,0-13 1,-53-1 0,-13 41 15,-92-27-16,-67 27 17,-265-27-17,239 26 1,158 40 15,1 27-15,-120-40-1,13 0 1,-224 0 15,159 0-15,52 0 0,66 0-1,80 13 1,27 27 15,-28-14-15,54-12-16,-40 39 31,27-14-15,26 27-1,0-52 1,0 52-1,39-13 17,160-53-17,-40 53-15,370 13 16,40 79 0,-344-92-16,264-13 31,-423-40 0,-53 0-15</inkml:trace>
  <inkml:trace contextRef="#ctx0" brushRef="#br0" timeOffset="19467.14">22886 9379 0,'80'0'31,"-14"0"-16,119 0 1,-26 0 15,-93 0-15,-26-26 0,-14-14-1,14-39 16,-40 0-15,0 52 0,0-79-1,-159-39 1,93 105 0,0 0-1,-14 27 1,-91-13 15,65 26-15,0 0-1,79 0 17,-39 26-17,53 40 32,39 27-31,-12-67-16,39 27 31,66 27-15,-13-67-16,26 40 15,-79-53 1,-40 0-16,13 0 31</inkml:trace>
  <inkml:trace contextRef="#ctx0" brushRef="#br0" timeOffset="20734.36">18494 10200 0,'67'66'32,"-134"-132"-32,332 158 15,52-92 1,160 0 15,-213-53-15,-145 27-1,-92-14 1,12-66 15,-12 27-15,-14-14 0,0 54 15,1-67-16,-14 79 1,0-39 0,-40 40 15,0 13 0,1 13-31,-67-40 16,-146 13 15,173 27-31,-133 0 16,-65-26-1,157 0-15,-171-27 32,-26 53-17,158 0 1,106 13-1,-105 66 17,118-39-17,40 0-15,0-27 16,0 40 0,0-27-16,0 67 15,0-54 1,0-25-1,185 211 17,-39-146-17,317 27 17,-186-66-17,-237-40 1,26 0-1</inkml:trace>
  <inkml:trace contextRef="#ctx0" brushRef="#br0" timeOffset="20936.41">19063 10292 0</inkml:trace>
  <inkml:trace contextRef="#ctx0" brushRef="#br0" timeOffset="24111.6">10451 12118 0,'93'0'31,"-67"0"-15,67 0-16,39 0 15,-39 0 1,79 0 0,211 0-1,54 0 16,39 53-15,-291-13 0,-26-27-1,-119-13 1,39 0 0,0 0-1,14 0 1,-14 0-1,-26 0 1,0 0-16,13 0 16,-13 0-1,-26 0 17,52 0-17,1 0 1,-41 0-1,27 0-15,67 0 16,-14 0 15,-93 0-31,54 0 16,-54 0 0,14 0-1,-27 0 1,13 0-1</inkml:trace>
  <inkml:trace contextRef="#ctx0" brushRef="#br0" timeOffset="26061.89">20466 12369 0,'52'0'16,"1"0"-1,106 0 1,66-13-1,-27-13 1,-12-27 0,-28 53-1,120-14 17,79 14-1,-158 0-16,-54 0-15,41 0 16,-120 0 0,40 0-1,-93 0 1,40-26 0,-27 13-1,14 13 48</inkml:trace>
  <inkml:trace contextRef="#ctx0" brushRef="#br0" timeOffset="26322.17">23521 12237 0</inkml:trace>
  <inkml:trace contextRef="#ctx0" brushRef="#br0" timeOffset="28321.5">5887 13031 0,'79'0'31,"159"0"1,-79 0-32,93 0 15,-120 13 1,-92-13-16,-27 0 15,0 0 1,0-53 62,-13-53-62,0 80-1,0-14 1,0 27-16,-13-27 31,-53-26-15,0 0 15,39 26-15,14 0-1,-13 1 1,12 26 0,-65-14-1,39 14-15,-39-14 16,52 1 15,14 13-31,0 13 16,-66 0-1,39 0-15,-66-40 16,53 40 15,40 0-31,0 0 16,-40 0 0,13 0-16,-39 0 31,-27 0-16,13 0 1,54 0 0,-1 0-16,-53 40 15,27 13 1,13-27-16,14 27 31,39 26-15,0 40-1,0-52 17,0-41-32,79 40 15,212 0 17,-66-66-17,-119 27 1,-40-27-16,40 0 15,-14-13 1</inkml:trace>
  <inkml:trace contextRef="#ctx0" brushRef="#br0" timeOffset="30149.31">8586 12885 0,'92'27'47,"-26"-1"-32,186-13 1,237 27-1,-198 39 1,265-39 0,-384-27-1,172 40 1,-304-53 0,39 0-1,-39 0-15,-27 0 31,0 0-15,14 0 15,-1-26-15,14-1 0,-1-39-1,-12 40 1,26-80-1,-27 27 17,1-1-17,-27-39 1,0 13 0,0 80-1,0-1 1,-27-12 31,-118-14-32,65 13-15,-12 0 32,39 27-32,0 13 15,40-13 1,13 0-16,-27 13 15,1 0 1,-133-40 0,106 40-1,-53 0 1,-105 0 15,105 0-15,-40 0-1,80 0 1,-225 0 15,132 0-15,-92 0 0,119 0 15,-54 0-16,94 0-15,12 0 16,-144 40 15,171 13-15,26-14 15,-12 54-15,12-40 15,27 53-15,13-53-16,199 105 47,26-78-32,-79-41-15,291 41 16,-80-14 15,-172-66-15,-39 0-1,-106 0 1,27 0-16</inkml:trace>
  <inkml:trace contextRef="#ctx0" brushRef="#br0" timeOffset="43878.9">9697 3876 0,'66'-53'62,"159"53"-46,-106 0 0,27 0 15,-120 0-16</inkml:trace>
  <inkml:trace contextRef="#ctx0" brushRef="#br0" timeOffset="44235.11">10067 3664 0,'0'0'0,"14"133"16,105 303 15,-80-356-15,-39-41-16,14-39 31</inkml:trace>
  <inkml:trace contextRef="#ctx0" brushRef="#br0" timeOffset="45088.48">9485 9895 0,'14'0'16,"-1"0"-1,0 0-15,119-39 16,-39 39-1,198-27 1,-198 27 15,-80 0-31</inkml:trace>
  <inkml:trace contextRef="#ctx0" brushRef="#br0" timeOffset="53540.9">6641 2222 0,'26'-13'109,"292"13"-93,-27 0-1,-132 0 1,13 0-16,132 0 16,40 13 15,-93 27-16,120-27 1,-212-13 0,105 0-1,-132 0-15,93 40 16,-172-40 0,0 0-1,0 0 1,66 0-1,66 0 17,-119-26-17,-39 26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04:35.4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9684 7686 0,'13'27'16,"0"-1"0,-13 27-1,-39 92 1,-14-25 0,13 12-1,13-79 1,14 0-1,-13 0 1,13-40 0,-1-13 46</inkml:trace>
  <inkml:trace contextRef="#ctx0" brushRef="#br0" timeOffset="360.88">9472 7898 0,'27'0'32,"52"26"-32,-53-13 15,54 27-15,26 0 16,-27-14 15,66 14 0,-131-27-31</inkml:trace>
  <inkml:trace contextRef="#ctx0" brushRef="#br0" timeOffset="1666.47">7752 9088 0,'40'53'15,"-27"-26"1,14 13-16,-1-1 31,-13-39-15,133 0 62,26-278-47,-119 199-31,26-93 31,1-13-15,-67 158 0,26-26-16,1-13 15,-13 0 1,-1 40-1,-26 12 17,13 1-1</inkml:trace>
  <inkml:trace contextRef="#ctx0" brushRef="#br0" timeOffset="8361.01">15610 9260 0,'40'0'47,"211"0"-31,-118 0 0,515-26-1,-132 0 16,331-14-15,-252 40 0,66-13-1,-303-40 17,369 0-1,-251 53 0,-343 0-31,356 0 31,-370-40-15,-66 40 0,-13 0-1,-27 0 48,0 0 46,1-13-62</inkml:trace>
  <inkml:trace contextRef="#ctx0" brushRef="#br0" timeOffset="8572.44">21643 9406 0</inkml:trace>
  <inkml:trace contextRef="#ctx0" brushRef="#br0" timeOffset="11262.98">6707 10054 0,'0'13'15,"0"14"1,0-1-16,159 1 16,-14 12-1,146-25 1,411 65 0,-319-26 15,41 26-16,-213-79 1,-78 0 15,-28 0-15,54 0 0,-93 0-1,252-79 16,-93-80-15,-186 120 0,120-81-1,-66 41 1,-27-40 0,40-66 15,-67 119-16,1 26 1,-40 27 0,13 13-1,14 0-15,-1 0 16,120 0 15,-67 0-15,93 0-1,-93 0 17,1 0-17,-54 0 1,40 13 0,-26-13 15,66 0 0,-13 0-15,-14 0-1,-13 13 17,-13-13-17,-40 0 16</inkml:trace>
  <inkml:trace contextRef="#ctx0" brushRef="#br0" timeOffset="11984.79">11404 9366 0,'39'-13'78,"41"13"-62,-14 0 15,-40 13-15,-13 0-16,-13 1 78,0 105-62,0-80-1,0 14 1,0 53-16,-66-106 16,27 0-1,-28 0 16,28 0 63</inkml:trace>
  <inkml:trace contextRef="#ctx0" brushRef="#br0" timeOffset="12876.57">11628 9472 0,'40'13'62,"66"-39"-46,-53 13-16,79-14 16,0 27-1,-39 0-15,92 0 32,53 0-17,-132 0-15,13 0 16,-92 0-1</inkml:trace>
  <inkml:trace contextRef="#ctx0" brushRef="#br0" timeOffset="13168.24">13242 9657 0,'0'14'62,"-13"-14"-62</inkml:trace>
  <inkml:trace contextRef="#ctx0" brushRef="#br0" timeOffset="20283.88">11761 7541 0,'26'105'31,"-26"-65"-31,13-13 16,54 290-1,-28-185 1,-12-26 0,-1-53-1,-26-13 1,0 26-1,0 40 17,0-40-17,0-40 1,0-12 0,13-14-1,-13 13 1,0 0-1,0 14 1</inkml:trace>
  <inkml:trace contextRef="#ctx0" brushRef="#br0" timeOffset="21408.6">11800 9181 0,'0'27'47,"0"12"-32,14 41 1,12 25 0,1-52-1,-27-13 1,0 26-1,0-26 1,0 0 0,0-1-1,0 1 1,0-27 0,0 93-1,0-66 1,0-27-16,0 0 31,0 53-15,0-39-1,0-1 1,0-13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4:58:09.8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4577 4471 0,'159'14'94,"132"12"-63,-26-13-15,555 54 15,-410-15-15,-93-38-1,-184-14 17,65 26-17,-79-26 1,27 0 0,-107 0-1,54 0 1,26 0-1,-53 0-15,40 0 16,-40 0 15,-26 0-15,-27 0 125,14 0-141</inkml:trace>
  <inkml:trace contextRef="#ctx0" brushRef="#br0" timeOffset="471.64">7302 4551 0,'0'13'32,"159"27"-1,-40-1-31,133 14 15,-54-53 1,-132 0-16,67 0 16,12-39 15</inkml:trace>
  <inkml:trace contextRef="#ctx0" brushRef="#br0" timeOffset="1243.58">8546 4141 0,'0'0'0,"0"-40"16,0-66 15,0-13-16,-53 66-15,-13-66 16,0 79 0,-27-12-1,40 12-15,-39 0 16,39 14 0,13 12-1,-13 14 1,-106 0-1,-171 0 1,211 27 0,-146 105-1,159-66 1,-13 93 0,106-27 15,-27 93-16,40-159 1,0 67 0,40-27-1,0-27 1,79 53 0,-40-66-1,106-13 1,67-53-1,-160 0 1,93 0 0,-26 0-1,-119-53 1,-14 0-16,-26 14 16,14-54 15,-14 14-16,0 52 1,0-12 15,0 12-15,0 1-16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01:54.8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3876 5781 0,'212'0'78,"264"0"-62,-185 0-1,80 0 17,-186 0-32,53 0 15,13 0 1,-145 0-16,92 0 16,94 0 15,-134 0-16,-92 0 1,-13 0-16,27 13 16,-54-13 15</inkml:trace>
  <inkml:trace contextRef="#ctx0" brushRef="#br0" timeOffset="1508.96">6654 5808 0,'0'0'0,"27"0"16,65 0-1,-26 0 1,199 0 0,-80 0-1,-119 0-15,106 0 32,-53-14-1,-66-12-16,-39 26 17</inkml:trace>
  <inkml:trace contextRef="#ctx0" brushRef="#br0" timeOffset="5296.05">7845 6654 0,'0'0'0,"13"0"15,14 0 1,12 0 15,-12 0 1,105 0-17,-79 0-15,26 0 31,27 0-31,225 0 16,-172 0 0,13 0-16,198 0 15,-238 0 1,-79 0-16,-40 0 47,54-53-16,-54 27-15,27-53-1,-40 12 1,0-12 0,0 13-1,0 26-15,-14-26 16,-12 40-1,-14-1 1,-132-13 0,93 27-1,-1 13 1,1 0 15,-172 0-15,26 0-1,119 0 17,27 0 108,-279 0-124,94 0 0,184 0-1,41 0 1,39 13 15,-27 14-15,27 39-1,53-40 1,13 27-16,80 27 16,-67-54-1,133 40 1,-159-66-1,13 27 1,-26-27 15,-14 0-15,1 0 0,-14 0-1,13 0 16,-13 0 79,40 53-79,-13-14-15,-13 14 15,-14-39 0</inkml:trace>
  <inkml:trace contextRef="#ctx0" brushRef="#br0" timeOffset="8341.71">7766 6998 0,'0'0'0,"-159"40"31,13-14-15,107-26-16,-41 27 31,-52 13 0,66-14-15,-14 14 0,14-14 30,13 14-30,14-27-16,-1 0 16,40 0-1,-13 27 1,13 40 15,0-41-15,0 27-1,53-13 17,-40-13-17,93 53 1,-27-67 0,67 27-1,105-13 1,-198-40-1,39 0 1,-39 0-16,66 0 16,-52 0-1,65-40 1,-66 40 15,27-40-15,-1 14-1,-65 13-15,105-27 16,-39 27 0,26-1-1,-53 1 1,-13-13 0,66-14-1,-66 27 1,26-14-1,-66 27-15,14 0 16,26-13 0,-27 0-16,40-27 31,-26 27-15,0 0-16,-14-27 15,1 14 16,-14 12-31,13-12 16,1-14 15,-27 14-15,0-54 0,0 41-1,-14-27 1,-25 26-16,-80-66 31,-80 27-15,120 65-1,0 14 1,52-13-16,-52 13 31,-133 0 0,-66 0-15,146 0 0,-14 0-16,-118 0 15,52-26 1,106 13-16,-13-1 16,0 14 15,66 0-31,-79 0 15,13 0 1,92 0-16,-65 0 31,-133 27-15,185-27 0,-26 0-1,-40 26 16,27 1-15,39-27-16,-66 39 16,80-39-1,-106 40 17,66-13-32,-106 12 31,66-26-16,66 14-15,-26-27 16,26 13 0,0-13-16,-52 40 15,52-27 17,27 40-1,13 13-16,0-13 1,40 40 0,-40-27 15,26-27-15,-26 1-1,13-13 1,133 26-1,39-53 1,291 105 15,358 28-15,277 12 0,-780-92-16,211-53 31,-105 0-16,-265-26 1,-40 12-16,40-39 16,-66 27-1,-53-40 17,-27 13-17,-13 40 1,-13-14-1,0-12 17,0 12-17,0-13-15,0-26 16,0-13 0,0 26-16,-39-26 31,-1 12-16,14 28-15,-54-27 16,14 39 0,-238-39-1,145 40 1,-106 26 0,-158 0-1,-119 0 16,198-27-15,159 27-16,-80 0 16,40 0 15,106 0-31,-106-26 16,-39 26-1,78 0 1,67 0 15,93 0-15</inkml:trace>
  <inkml:trace contextRef="#ctx0" brushRef="#br0" timeOffset="11780.98">3003 8758 0,'26'0'78,"41"0"-62,-1 0-16,291 0 31,-198 0-15,343 0-1,-78 0 1,-266-14-16,134-25 16,-107-14 15,-93 40-31,94-1 16,-94-12-1,212-27 1,-79 27-1,-39-27 1,-147 53-16,80-14 31,-105 14-15,25-26-16,-12 26 16,12 0-1,120-40 1,-119 40-1,79 0 1,-53 0 0,53 0-1,66 0 1,-52 0 15,78 40-15,-39 0-1,159 65 17,-186-91-17,-12 25 1,-120-39 0,13 0-1,-12 0 32,-1 0-31,0 14-1,0-14 17,1 0-17,12 0 16,27 0-15,-27 0 0,54 0-1,-41 0 1,54 0 0,26 0-1,146 0 1,26 0 15,370 0-15,-343 0-1,52 0 1,-277-27 15,-40 27 0,-40 0-15,0-53 250,-53-105-235,-105-1-15,-67 13-1,173 133 1,-28 0-1,-38 13 17,-67 0-17,-318 0 17,146-53-1,146 53-16,105 0 17,80 0-32,-40 0 15,40 0 1,-93 26 0,0-26-1,-53 0 1,-118 0-1,171 0 1,-185 0 0,105 0-1,94-13 1,-1 0-16,-39 0 16,-119 13 15,132 0-16,13 0 1,-53 0 0,-132 0-1,119 0 1,40 0 0,-226 0-1,200 0 1,-133 0-1,26 0 1,40 0 0,66 0-1,106 0 1,27 0 0,-40 0-1,26 0 1,27 0-16,-27 13 31,-52-13-15,52 0-16,-39 0 15,12 0 1,-52 0 0,40 0-1,-27 13 16,40 0-15,13-13-16,-66 27 16,-26-14 15,105-13-31,-132 0 16,93 0-1,-107 40 1,28-40-1,25 0 1,80 13-16,40-13 16,-27 0-1,1 40 17,12-14-17,1-13-15,-1 14 16,14-14-1,-13 40 1,12-27-16,-25 27 16,12 0-1,14 13 1,13-13 0,-26-13-1,26-14 1,0-12-1,0-1 1,13 13-16,106 1 16,-26-27-1,105 13 1,14-13 0,-133 0-16,0 0 15,-52 0-15,79 0 31,26 0-15,-26-13 0,-53 13-1,-27-27-15,54 14 16</inkml:trace>
  <inkml:trace contextRef="#ctx0" brushRef="#br0" timeOffset="13182.23">6046 9737 0,'0'0'0,"66"0"47,-13 0-31,53 0-1,-27 26 1,27 1-16,-27-27 15,133 13 1,52-13 0,-78 39-1,-94-39 1,14 0-16,159 0 16,-133 0-1,397 0 1,-317 14-1,-80-14-15,-26 0 32,39 0-1,-92 0-31,93 0 16,118 0-1,-105 0 16,-40 0-15,-39 0 0,-41 0 15,-25-14-15,12 14-1,14 0 32,-27 0-31,0 0-16,80 0 47,13 0-32,-80 0 1,14-13-1,-106 13 48</inkml:trace>
  <inkml:trace contextRef="#ctx0" brushRef="#br0" timeOffset="13915.32">6310 11073 0,'27'0'0,"52"0"16,199 0-1,502-106 1,-330 106 15,119 0-15,-463 0 0</inkml:trace>
  <inkml:trace contextRef="#ctx0" brushRef="#br0" timeOffset="14954.92">4776 12211 0,'39'0'31,"94"0"-15,25 0-16,597 0 15,-147 52 17,159-52-17,-396 0 1,-239 0 0</inkml:trace>
  <inkml:trace contextRef="#ctx0" brushRef="#br0" timeOffset="15207.1">8202 12065 0,'13'-13'16,"-26"26"-16,40-26 15,-1 0 1</inkml:trace>
  <inkml:trace contextRef="#ctx0" brushRef="#br0" timeOffset="17619.91">15729 6337 0,'14'39'31,"131"-25"0,-52 25-31,145-25 16,0 39-1,-145-53-15,39 0 16,-66 0 15,-13 0-31,0 0 16,13 0-1,-39 0-15,65 0 32,27-14-17,-26-12 1,-80 26 0,0 0-1,1-13 1,12 13-1,14 0 1,-27 0 15,0 0 1,40-27-17,-40 27 48,-26 0 15,-185 40-63</inkml:trace>
  <inkml:trace contextRef="#ctx0" brushRef="#br0" timeOffset="18142.48">15756 6932 0,'66'13'109,"0"-13"-93,53 0 0,40 0-1,-53 0 17,-80 0-17,-12 0 16</inkml:trace>
  <inkml:trace contextRef="#ctx0" brushRef="#br0" timeOffset="21338.48">20717 6125 0,'92'-26'109,"107"26"-78,-67 0-31,172 0 16,-39 0 0,-172 0-16,65 0 31,-65 0-16,-40 0 17</inkml:trace>
  <inkml:trace contextRef="#ctx0" brushRef="#br0" timeOffset="22155.66">19725 6972 0,'132'0'47,"-39"-27"-31,303-26-1,-210 40 1,118-40 0,185 53-1,-264 0 1,40 0 15,-159 0-15,-14-26-1,-78 26 17</inkml:trace>
  <inkml:trace contextRef="#ctx0" brushRef="#br0" timeOffset="22718.91">20346 7422 0,'0'0'0,"172"0"31,-66 0-15,185 0 0,-211 0-1,-54 0 1</inkml:trace>
  <inkml:trace contextRef="#ctx0" brushRef="#br0" timeOffset="24563.96">16298 9419 0,'53'0'47,"106"0"-16,-66 0-16,184 0 1,-91 0-16,-54 0 16,40 0-16,198 0 31,-79 40-15,-132-27-16,-40 14 15,-53-27 1,14 13-16,12-13 15,-12 0 1,-27 0 0,-27 0-1,40 0 17,-39 0-17,12 0 1,1 0-16,0 0 15,13 0 1,-40-13-16,199 13 47,-54 0-31,-39 0-1,14-27 16,-41 14-15,54 13 0,26 0-1,79 0 17,-119 0-17,54 0 1,-147 0 15,1 0-15</inkml:trace>
  <inkml:trace contextRef="#ctx0" brushRef="#br0" timeOffset="25681.64">15782 10081 0,'14'0'15,"-1"0"1,66 0-1,93 0 17,-53 0-32,106-53 15,0 13 1,-106 27 0,-26 13-16,92-40 15,0 0 1,-92 40-16,132 0 31,-27-13-15,-105 13-16,105 0 15,-39 0 1,-67 0-16,80 0 31,14 0-15,-94 0-16,41 0 15,-67 0 1,198 0 0,-105 0 15,-106 0-31,53 0 16,-40 0-1,-26 0-15,-14-13 47,-13 13-16,14-13 1</inkml:trace>
  <inkml:trace contextRef="#ctx0" brushRef="#br0" timeOffset="26625.65">19711 9895 0,'0'0'0,"120"0"31,12 0-15,-66 0-1,-13 0 1,-13 0-16,26 0 16,26 0-1,-78 0-15,65 0 16,-39 0 0,-1 0-16,54 0 15,26 0 16,-26 0 1,-80 0-17,0 0 1</inkml:trace>
  <inkml:trace contextRef="#ctx0" brushRef="#br0" timeOffset="28931.07">16192 10821 0,'172'0'46,"106"0"-30,-92 0-16,131 0 31,146 0-15,-265 0-16,133 0 16,13 0 15,-172 0-31,146 0 15,-120 0 1,-92 0-16,185 40 16,225-40 15,-291 13-15,-14-13-1,-92 0-15,-52 0 16,25 0-1,54 0 1,-120 0 0,-13 0-16,14-13 15,-1 0 17,1 0-17,-27 39 110,0 27-109,0-26-16,-93 39 15,-13-40 1,-66 53 0,-26 14 15,145-53-31,-66-14 16,-119 40 15,106-13-31,-120 0 15,133-13 1,-225 66 0,212-93-1,-146 13 1,40-12 0,119-14-16,-172 26 15,26-26 1,-65 0-1,-67-40 1,238 27 0,40-13-16,-53-1 15,0 1 17,106 13-32,-106-27 15,106 40 1,26-27-16,0-12 15,27 39 17,0-13-32,0-1 15,-14-52 17,27 40-17,0-27 1,0-13-1,0-14 1,27-26 15,65 54 1,-12 25-17,-54 27-15,106-40 16,54-13-1,-67 40-15,145-26 32,464 39-1,-397 0-15,-186-14-1,371 14 1,-371 0-1,41 0 1,78 0 0,-171 0-16,132 0 15,0-26 17,0 26-17,105 0 1,-39 0-1,0 0 17,-105 0-17,-160 0 1,0 0 0,41 40-1,-41-14 1,14 27-1,-14 26 1,-13-13 0,-13-26-16,0 79 15,-39-39 17,-54-41-32,-198 27 15,-53 27 1,0-80-16,-26 53 31,-490-66 0,357 0-31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04:41.2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4048 5662 0,'13'0'0,"54"0"31,-15 0-31,28 0 16,237 0-1,-39 0 17,-119 0-32,198 0 15,-53 0 1,239 0 15,-226-53-15,133 53-1,-397 0 1,40 0 0,-67 0-16,0 0 15,1 0 16,13 0-15,-1 0 0,186 0-1,-145-40 17,39 40-17,-53-39 1,-27 39-1,1-27 1,-27 14 15,27-13-15,39-14 0,-79 13-1,40 1 1,-40-14-1,0 14 1,0 13-16,0-27 16,0-13 15,0 13-15,0 1 15,-13-1 0,0 14-31,-1 12 16,-25-25 31,25 39-16,-52-40 0,-13 0-15,13 14-16,13-14 31,13 14-15,27 26-16,-53-14 15,26 14 16,14-26-31,-27 13 16,-146-53 0,67 66-1,39 0 1,1 0-16,-133-14 31,159 14-15,-172-39-1,39 25 1,14-12 15,106 26-15,52 0-16,-92 0 16,0 0 15,-40 0-16,40 0 1,13 26 15,40-26-15,13 27 0,27-14-1,-1-13 1,-25 27-1,12-1 17,-13 27-17,-13 0 1,-27 26 0,27-13 15,40-26-16,-14 0 1,0-1 15,14 14-31,-14 0 16,0-13 0,40 0-1,-39-1-15,12-25 16,-12 52-1,25-66-15,-12 26 32,-1 27-17,27-40-15,0 14 16,0 12 15,0 1 47,212 0-46,264 26-17,318 80 1,-582-133-1,317-13 1,-397 0 0,-105 0-1</inkml:trace>
  <inkml:trace contextRef="#ctx0" brushRef="#br0" timeOffset="57336.67">19989 10358 0,'-291'40'78,"-185"-40"-62,225 0-1,-173 93 1,-131 171 0,290-145-1,146-66 1,-40 106 0,27 53 15,53-93 0,65-80-31,14-12 16,0-14 46,146 172-46,158-26-1,556 66 1,-331-146-16,675 107 31,159-67-15,-966-119 0,-212-80 15,-159-92-16,40-172 1,-26 159 0,-27-172 15,-66 106-15,-224-54-1,25 186 16,-370 66-15,146 53 0,-159 0-1,13-53 1,133 225 0,370-119-1,13-13 1,40-14-16,-13-26 31,65 27 0</inkml:trace>
  <inkml:trace contextRef="#ctx0" brushRef="#br0" timeOffset="58742.45">21987 11430 0,'40'-106'31,"158"-132"-15,-26 66-16,172-185 31,106-397-15,-344 635-16,171-238 31,-144 198-16,-94 450 48,80 489-47,-39-264 15,131 159-16,-131-331 1,-54-238 0,-132-225 46,-462-344-46,356 344-16,-767-490 31,225 318-15,608 238-1,133 40 1,13 0 0,53-93 15,185 26-16,450-25 1,-145-67-16,369 185 16,-554-13-1,25 53-15,40 0 16,-277-53 15,-120 0-31,-211 238 78,27-146-62,-530 173 0,-410 277 15,568-290-16,186-173 1,305-39 15,26-40 32,-1 0-48</inkml:trace>
  <inkml:trace contextRef="#ctx0" brushRef="#br0" timeOffset="59062.32">23072 11906 0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05:03.3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2434 5173 0,'238'53'31,"80"-1"0,211-38-31,450 39 32,132 52-1,-489-105-15,-490 0 15,-66 0-31,14 0 15,-27-13 1,-40 13 15</inkml:trace>
  <inkml:trace contextRef="#ctx0" brushRef="#br0" timeOffset="632.54">9432 5199 0,'80'0'15,"-160"0"-15,186 0 16,53 0 0,238 0-1,-238 0 1,277 0 0,-184-13 15,-67 0-16,-53-1 1,265 14 15,-106 0-15,26 0 0,-277 0-1,0 0 1</inkml:trace>
  <inkml:trace contextRef="#ctx0" brushRef="#br0" timeOffset="3211.84">3400 7289 0,'26'0'47,"93"0"-32,-13 0 17,79 0-1,-105 0-31,211 0 16,264 40 15,372-40-16,12 53 32,-463-27-31,-344-26 0,-52 0-1,-41 0-15,14 0 16,-39 0 15,12 0 16,40-13-31,-39 13-16,39 0 15,-53 0 1,53-26-1,-13 26 17,-40 0-17</inkml:trace>
  <inkml:trace contextRef="#ctx0" brushRef="#br0" timeOffset="4377.74">3744 8414 0,'66'0'16,"119"0"0,-52 0-16,409 39 15,-119-39 1,-224 27-16,158-54 16,-119 27 15,-185 0-31,66 0 15,-79 0 1,-14 0-16,40-26 16,-26 13-1,0-27 1,13 40 15,-14-13-15,-26 0-1</inkml:trace>
  <inkml:trace contextRef="#ctx0" brushRef="#br0" timeOffset="5695.9">5450 8295 0,'0'0'0,"67"13"16,184-13-1,13 0 1,160 40-1,-27-40 1,-305 0 0,14-67-1,-93 41 1,-13 13 0,14-14-16,-1-12 15,13-1 16,-26 27-31,14-67 16,-14 41 0,0-94-1,-14 41 1,14 79-16,0-14 16,-26-26-16,-1 13 31,-105-26-16,-40 66 1,0 0 0,-119-53-16,-132 40 15,-225 26 1,330-13-16,-119 0 31,-264 0-15,384 0-1,185 0 1,105 27-16,-105 13 16,66-27 15,-67 79 0,67-52-15,13 13-1,40 13 1,13 13 0,0 1-1,106 52 17,53-92-17,859 158 1,-250-79-1,-1-13 17,-410-79-17,-278-27 1,-52 0 0</inkml:trace>
  <inkml:trace contextRef="#ctx0" brushRef="#br0" timeOffset="6339.25">8784 8295 0,'27'0'47,"131"0"-32,1 0-15,106 0 32,105-14-17,80 81 1,-172-28 0,-212-39-16,0 0 31</inkml:trace>
  <inkml:trace contextRef="#ctx0" brushRef="#br0" timeOffset="8817.34">3175 9842 0,'0'0'0,"40"-13"15,39 13 1,146 0 0,145 0-1,-184 0 1,184 0-1,-211 0-15,-80 0 16,199 0 0,-172 0-16,53 40 15,-133-27 1,27-13 0,79 0 15,-52 0-16,12 0 1,-52 0 15,26-13-15,-40 13-16,94-66 31,-41 39-15,-26 1-16,53-1 15,-1 14 17,54-26-17,-79-1 1,25 0 0,-65 14 15,39-40-16,-52 39 1,-14-39 15,14 13-15,-14-26 0,-13-1-1,0-39 16,0 53-15,0-40 0,0 27 15,0 26-15,0 13 15,-27 14 0,1 26-15,-14-27-1,-39 27 17,-93-39-1,79 12-16,-52 27 1,26-13 0,-146 13 15,80-27-15,66 14-1,13-13 1,0 26-1,27 0 1,-120 0 0,133 0-16,-93 0 15,93 26 1,-39-26 0,-41 0-1,53 0 16,-26 13-15,14 14 0,12-27-1,27 0 1,-40 13 15,40 14-15,0-27-1,52 0 1,-39 39 0,14-39-1,-27 27 1,39-27-16,-79 13 16,-26-13 15,66 0-31,-93 0 15,-105 13 17,171 0-1,14 27-15,52-40-1,-65 27 1,52-14-1,0 27 1,40-1 15,0 14-15,-13 0 0,13-13-1,0-14 1,0-13-1,0 1-15,0 12 16,0 14 0,66-14-16,119 40 31,358-13 0,-358-13-15,-79-40-1,132 53 1,-198-53 0,-27 0-1,26 0 63,-12 13-78</inkml:trace>
  <inkml:trace contextRef="#ctx0" brushRef="#br0" timeOffset="10049.29">8943 9618 0,'0'0'0,"238"0"31,93 0-15,-53 0-1,423 39 16,-304 27-15,330 40 0,-65-40-1,52-79 17,-344 13-17,-79 0 1,-238 0 15,-106 0 47,-396 0-62</inkml:trace>
  <inkml:trace contextRef="#ctx0" brushRef="#br0" timeOffset="12627.97">3625 10716 0,'53'0'63,"211"-27"-48,-184 27 1,65 0 0,-105 0-16,119 0 31,-40 0-15,-27 0-16,1 0 15,-1 0 1,54-40-1,-120 40 1,27-13 0,-26 13-1,-1-39 17,-12-1-17,-1 13-15,13-12 16,1-1-1,26-39 17,-14 26-17,-25 53 1,-14-27-16,13-12 16,-13-28-1,0 54-15,0-26 47,0 12-31,0 1-1,-13-14 17,-27 27-17,-26-27 1,13 40-1,-40-26 17,53-1-17,14 14 1,13 13 15,-53-27-15,52 27-1,-39 0 1,14-26 0,-54 13-1,27-14 1,-132 14 0,92-27 15,0 14 0,27 26-15,-54 0-1,80 0 1,-26 0 15,39 0-31,1 0 16,-41 0-1,27 0 1,-26 0 0,52 0-1,-12 0 17,-14 0-1,40 0-31,-67 53 31,14 0-15,26-27-1,40-13 1,-52 54 0,12-54 15,13 13-16,14 27 17,-13-13-1,26 26-15,0-26 15,0 26 0,0-40-15,13 14 15,66-27-15,-39 14-16,39-27 31,1 13-16,-27 27-15,172-14 16,-133-13 0,199 40-1,27 0 1,-212-53 0,-67 27-1,-26-14 1</inkml:trace>
  <inkml:trace contextRef="#ctx0" brushRef="#br0" timeOffset="15535.55">2540 12568 0,'53'0'47,"145"26"-31,-65-26 0,184 27-1,-158-1-15,330 40 16,-264 0-1,93-66 1,-40 53 0,-212-53-1,238 27 1,-145-27 15,-14 0-15,-92 0-1,40-27 1,-80 27 0,93-92-1,-53 12 17,26 27-17,-13-39 1,-52-1-1,-1 40-15,-13-26 16,0 39 0,0 14-1,0-27 1,0 13 0,-27-66-1,-145 27 1,14 13 15,131 66 125,-330-13-124,211-14-32,-158 27 15,145-53 1,-211 53-16,145 27 15,66-14 1,40 40-16,-119 0 31,26-14 1,80 1-17,-93 39 1,93-65-1,-53 39 1,79-27-16,-53 40 16,80-26 15,66 13-15,13 13-1,0-26-15,0 13 31,0 26-15,79 0 15,424 40 1,-331-79-32,251 26 15,-238-26-15</inkml:trace>
  <inkml:trace contextRef="#ctx0" brushRef="#br0" timeOffset="16894.91">6800 13189 0,'39'27'31,"147"-27"0,237-66-15,225-40 15,-291 93-15,-13-53-1,-251 13 16,-80-53-15,-13 53 0,-13-172-1,-27 146 1,-238-120 0,93 93-1,-397-52 1,423 105-16,-105-27 31,171 67-15,54 13 15,-54 0-15,53 0-1,1 27 1,-1-1-16,0 67 15,14-27 1,-27 93 0,26-107 15,14 28-31,13 52 16,13 93 15,67-146 0,-41-65-31,-12-1 16,13-13-1,26 0-15,92 13 32,147 40-17,-173-27 1,-66-26-1,53 53-15,14-13 16,-94-40 0,-26 0-1</inkml:trace>
  <inkml:trace contextRef="#ctx0" brushRef="#br0" timeOffset="19276.62">15888 7527 0,'0'0'0,"238"0"16,93 0 0,-27 0-16,133 0 15,277 80 17,-343 12-17,65-78 1,-224-14-16,211 39 15,-198 27 1,0-52-16,529 78 47,-370-92-16,-345-13-31,-25 0 16</inkml:trace>
  <inkml:trace contextRef="#ctx0" brushRef="#br0" timeOffset="20521.95">17820 8903 0,'79'0'46,"411"40"-14,-213-27-32,239 27 15,159 26 1,53-66 15,-556 0-31,277 0 31,-290 0-15,-66 0 0,-67 0-16,1 0 15,-14 0 1,0-13 0,0 0-1,1 13 1,52 0 15,-40 0-15</inkml:trace>
  <inkml:trace contextRef="#ctx0" brushRef="#br0" timeOffset="21886.1">15928 10147 0,'0'0'0,"238"0"78,701 0-47,-701 0-31,397 13 16,-317 40 15,-225-53-31,105 0 16,0 0-1,-105 0-15,13 0 16,13 0-1,-79 0 1,-14 0 78,-13 0-79,14 0 1,-27-13 15,13-1-15,13-12-16,1 13 31,39-14-15,-13-12-1,-13 25 17,-1 1-17,14 0 1,-40 13 0,14 0-16,26 0 15,0 0 1,-40 0 31</inkml:trace>
  <inkml:trace contextRef="#ctx0" brushRef="#br0" timeOffset="23775.62">16669 10980 0,'13'27'31,"622"39"0,-185-53-15,-172-13 0,-212 0-1,13-13 1,-39 13 0,13-40-1,0 14-15,39 12 16,160-25-1,184 26 1,-105 13 15,-106 0-31,145-27 16,14 67 0,79-40-1,-212-40 16,-79-39 1,-106 26-17,-13-53 1,0 53 15,-13-66-15,-40 26-1,0-12 1,0 65-16,-13-40 31,-40 41-15,-13-1 0,-27 0-16,-119 27 15,-79-40 1,-66 14-1,159 25 17,131 14-32,-197 0 15,-40-26 1,-226 13 15,292 26-15,119-26-16,-172-27 15,119 40 1,-185-13 15,92-40-15,-145-13 0,106 66 15,-93-27-16,331 27-15,-119 0 32,26 27-17,-13 39 1,119-53 0,-26 66-1,26-52-15,13 13 16,14-1-1,-1 80 1,14-53 15,13 67-15,13-41 0,93 41-1,93 12 1,-80-52-1,-80-80 1,67 0 0,66 14 15,93-27-15,820 79-1,-900-26 1,40-79-1,-199 12 17,-13 1 15,1 13-47</inkml:trace>
  <inkml:trace contextRef="#ctx0" brushRef="#br0" timeOffset="58642.71">11959 5159 0</inkml:trace>
  <inkml:trace contextRef="#ctx0" brushRef="#br0" timeOffset="59144.28">12700 5596 0</inkml:trace>
  <inkml:trace contextRef="#ctx0" brushRef="#br0" timeOffset="59751.24">12965 5305 0,'0'-13'62</inkml:trace>
  <inkml:trace contextRef="#ctx0" brushRef="#br0" timeOffset="62051.91">13137 5186 0,'-40'40'78,"13"-14"-63,27 0-15,-26 14 16,-40 0 0,26 39 15,14-79-15,26 13-1,13-52 235,13-41-219,-12 41-31,-14 12 16,0-79 0,0 40 15,0 13-15,-14 27 15,1 26 0,13 53 110,27 39-126,-14-65 1,-13 13 15,0 12-15,-106 15 15,13-28-15,-79 80-1,159-119 1,-13 14 0,12-81 30,14-25-30,27 79-16,118-40 16,-92 0-1,172-53 1,-132 106 15,-40 0-15,-14 0-1,-25 0 32,-14 79-31,-40 27 0,-66-40 15,-26-26-16,66 0 1,53-54 62,13-91-62,0 65-16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06:23.2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3056 3201 0,'132'40'140,"67"-40"-124,-67 0-16,133 0 31,79 0-15,-212 0-1,106 0 1,-93 0 0,-39 0-1,-13 0-15,26 0 31,-26 13-15,-41-13-16,81 0 16,-54 0-1,172 0 1,-211 0 0,40 0-1,65 0 1,-39 27-16,-80-14 31,279-13-15,-213 13-1,-79-13 17,40 0-17,-39 0 1,78 0 31,-52 0-32,26 0 32,-40 0-31,14 0-16,26 0 15,0 0 1,-26 0 0,26 0-1,14-26 1,-1-40 0,-66 66 15,40-66 0,-40-14-15,40-12-1,-53 78-15,14-52 32,-14-13-17,-14 52-15,14 14 16,-66-40-1,27 14-15,-14 25 32,-27-12-17,-39-1 1,0 1 0,-225-1 15,66 14-16,-343 13 1,462 0 0,-265-39-1,239 39 17,-172 0-1,119 0-16,-53 0 1,212 0 0,-80 0 15,79 0-15,-25 0-1,-1 39 1,-53 27-1,53-13 1,-53 40 0,106-27-1,-26-26 1,79-14-16,0 1 16,0-14-1,0 13 1,0 1 15,0-14-15,66 27-1,-39-14-15,79 1 16,-67 26 15,-26-40-15,40 40 15,-13 13 0,-13-53-15,-14 27 15,13-27-15,-26 27 15,66 26-15,-13-13-16</inkml:trace>
  <inkml:trace contextRef="#ctx0" brushRef="#br0" timeOffset="1987.7">6337 4551 0,'0'0'0,"-53"0"15,-199 0 1,81-53 15,-478 0-15,252 13-1,-105 40 1,211-13 0,-106 13-1,304 0 17,27 13-17,40-13 1,-27 14-1,13-1-15,-53 0 32,80 27-32,-27-14 0,-65 40 31,52-66-15,-93 80-1,67-1 16,-1 0-15,80-65-16,-26 39 16,-27 13 15,13 13-15,40-66-1,0 14 1,0-14 31,67 27-16,12-1-31,238 1 16,1 26-1,26 0-15,-132 14 16,-54-54-1,186-26 1,80 106 0,-279-106-1,133 40 1,-186-40 0,120 39-1,-80-39-15,40 0 16,-53 0-1,80 0 1,-159 0 0,-1 0-1,27-39 1,-26 12-16,13 1 31,-26-1-31,65-39 16,1 0-1,-54 26-15,1-13 16,-13 40 0,52-53-1,-26-40 1,-40 40 0,14 13-1,-14 13 1,-13 14-1,0-14 1,0 14 15,0-1-15,-27-12 0,-52-1-1,-120 0 16,-25 14-15,-187-67 0,253 40 15,-1 53-15,27 0-1,-186 0 16,146-13-15,106 13 15</inkml:trace>
  <inkml:trace contextRef="#ctx0" brushRef="#br0" timeOffset="3513.14">3810 6218 0,'13'0'47,"675"53"-32,-238-27 17,13-26-17,-291 40 1,-40-40-1,27 0 1,53 0 15,-1 0-15,199 0 15,-291 0-15,1 0-1,-94 0 17,-13 0-17</inkml:trace>
  <inkml:trace contextRef="#ctx0" brushRef="#br0" timeOffset="4821.09">3651 4604 0,'0'0'0,"119"-40"16,133-13 0,-120 53-16,159-53 15,-13-13 1,66 66 0,-252-13-1,41-14 1,39 14-1,-67-27 1,120 1 0,-185 39-1,53 0 1,-14 0-16,27 0 16,13 0-1,-106 0-15,14 0 31,26 0-15,79 0 0,-92-13-1,131-14 1,-131 27 0,-13 0-1,65 0 110,14 13-109,-13 1-16</inkml:trace>
  <inkml:trace contextRef="#ctx0" brushRef="#br0" timeOffset="135028.19">10610 8123 0,'0'-14'16,"66"14"0,0 0-1,119-13 1,0-26-1,-65 25 1,52-12 15,0 26-15,26 0 0,27 0-1,0 0 1,-133 0-16,107 0 15,-93 0 1,-14 0-16,67 0 16,-27 0 15,53 0-15,-79 0 15,-26 0-16,-67 0-15,80 0 32,-14 0-17,-39 0-15,26 0 16,-27 0 0,-12 0-16,13 0 15,26 0 1,-53 0-16,13 0 31,1 0-15,13 0-1,-14 0-15,53 0 16,-12 0 0,-41-13-16,14-1 15,13 1 16,-14 13-15,-12-26 0,12 26 46,107 0-46,-14 53 15,-66-53-15,-39 0 46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08:43.8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11721 3678 0,'0'0'0,"26"13"15,27 13 1,-13-12-16,39 52 16,-52-66-16,13 26 15,-1-26 1,54 13-1,92-13 1,-119 0 0,53-13-1,-92 13 1,39-53 15,-53-26-15,14-14-1,-27 80 1,26-66 0,-26 52-1,0-52 1,0 39 0,-26-39 15,-14 26-31,-13-26 15,-26 12 1,-1 41-16,-26-40 16,27 26-1,0 14 1,52 26 15,-52 0-15,52 0-1,-118 26 1,132-13 0,-67 27-1,54-14-15,-54 41 16,41-14 0,12-14-16,27 54 31,0 79 0,0-80-15,0-39-1,0-26 17,0 12-17,27 14 16,65-13-15,-26 0 0,14-1 15,-54-39-31</inkml:trace>
  <inkml:trace contextRef="#ctx0" brushRef="#br0" timeOffset="1059.01">11112 5199 0,'93'13'47,"264"-13"-32,-224 0 1,211-26-1,-212 26 1,27-13 15,-54-14-15,41-13 0,-93 27 15,-40 13-16,14-26 32</inkml:trace>
  <inkml:trace contextRef="#ctx0" brushRef="#br0" timeOffset="1795.76">11681 5913 0,'119'0'15,"-238"0"-15,278 0 16,-40 0-1,-26 0 17,-1 0-32,133 0 31,-66 0-15,-133 0-1,41 0 1</inkml:trace>
  <inkml:trace contextRef="#ctx0" brushRef="#br0" timeOffset="2926.9">15293 6152 0,'0'0'0,"106"0"32,-40 0-17,0 0-15,0 0 16,0 0-1,-52 0-15,38 0 32,1 0-17,0 0 1,-39 0 31</inkml:trace>
  <inkml:trace contextRef="#ctx0" brushRef="#br0" timeOffset="3298.86">15081 6390 0,'40'0'16,"-14"0"0,226 0-1,-146 0 1,-54 0 0</inkml:trace>
  <inkml:trace contextRef="#ctx0" brushRef="#br0" timeOffset="3993.48">16153 6932 0,'79'13'63,"146"-13"-32,-132 0-31,65 14 16,-91 12-1</inkml:trace>
  <inkml:trace contextRef="#ctx0" brushRef="#br0" timeOffset="7759.9">12859 9512 0,'0'0'0,"106"0"31,277-66-15,-198 39 0,-52-26-1,-1 53 1,14-13 0,-94 0-1,1-40 1,66 13 15,-105 14-15,12 13-16,-13-40 15,27 0 1,-27 39-16,14-38 31,-14-28-15,-13 40-1,0-92 17,-66 40-17,-40-1 17,66 53-17,-13 27 1,-39-53-1,-27 13 1,79 40 15,-39-27-15,52 40-16,1-13 31,-67-14-15,-39 27-1,39 0 17,-26 0-17,93 27 1,-186 26 0,133-14-1,-14 14 16,-13 0 1,80-13-32,-27 13 15,40 26 1,13-39-16,0 39 16,0-26-1,0 13 1,0 27-1,13 13 1,27 13 0,-40-40-1,39 27 1,-12-66 0,-27-14-1,13-26-15,0 13 31,27 14-15,-27-27 0,14 0 15</inkml:trace>
  <inkml:trace contextRef="#ctx0" brushRef="#br0" timeOffset="17652.28">5662 11126 0,'0'-14'31,"119"14"-16,-66 0-15,66 0 32,199 40-1,-199-27-15,53-13-16,370 67 15,-211-15 1,-172-52-16,26 27 15,-132-27 17,-14 0-32,14 0 15,53 0 1,-40 0-16,199 26 31,343 27-15,-92-39-1,-330 25 1,25-39-16,120 0 16,-27 0-1,-224 0 1,25 0-16,81 0 16,-107 0-1,172 0 1,-132 0-1,93 0 1,172 0 0,-120 0 15,27 0-15,-251 0-16,251 0 46,-79-13-30,-146 0 0,53 0-1,-40 13-15,27 0 32,-26 0-17,-14-40-15,13 0 16,-53 27-1,120-40 1,-120 40 0,107-67-1,26-12 1,-120 65 0,-12-12-1,-14-1 16,13 14-15,-26-1 0,0 14 15,0-40-15,0 26-1,-79-39 1,26 27 15,40 25-31,-27 1 16,40 0-16,-26-14 15,-1-12 1,1 26 15,-1-14-15,1 27-1,-40-40 1,52 40-16,-12-13 31,0 0-15,12 0-16,-158-40 31,40 40-15,0-27 15,-80 0 0,93 27-31,-106-27 16,-39 14 0,78-27-1,-144 53 1,224 0-1,0-13 1,-13 13 0,79 0-16,-13 0 31,14 0-15,-107 39-1,106-12 1,-13-14-1,27-13-15,-40 40 16,26-40 0,-39 26-1,13-13 17,39 1-32,-52-1 15,-1 13 1,54-12-1,-40 12 1,13-26 0,13 0-16,-26 13 31,-40 0-15,67 1-16,-1-14 15,-66 13 1,-66 27-1,119-40 1,-79 0 0,-53 0-1,119 0 17,-27 39-17,-13 14 16,80-53-15,12 13-16,1 1 16,13 12 15,-26 1 0,26 12-31,0-12 16,0 12-1,0-12 1,0-1-16,0 1 31,39 65-15,67-52 0,159 39 15,-14-12-16,516 52 17,-383-66-17,158-53 17,-475 0-1,-67-14-16,26 14 64,14 0-79</inkml:trace>
  <inkml:trace contextRef="#ctx0" brushRef="#br0" timeOffset="23200.72">1984 11192 0,'14'13'16,"-1"-13"46,357 0-46,649 79-1,-649-39 1,54-13 0,-120-27-1,-159 0 1,1 0 15,-93-27-15,-40 14-1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12:16.8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9962 5305 0,'0'13'32,"0"0"-17,0 1 1,132-1 15,27 13-15,79-26-1,-119 0 1,119-13 0,-172 13-1,-39 0 1,25 0-1,1 0 1,-13 0-16,-14 0 16,1 0-1,13-26 1,-14 12 0,-26 1-1,53 13 79</inkml:trace>
  <inkml:trace contextRef="#ctx0" brushRef="#br0" timeOffset="2379.38">4789 6125 0,'0'13'32,"172"40"-17,0 0 1,701 13 15,-198 27-15,-358-93-1,-92 40-15,331 13 16,-212-27 0,-119 0-16,66-26 15,-186 27 1,411-1-1,-344-26 1,146 0 0,52 0 15,-132 0-15,1 0-1,-120 0 1,-40-13-1,-13 0 1,14-40 15,12 13-15,-13-13 0,1-13-1,-14 27 1,-26-1-1,-14 13 1,-13 27-16,67-53 16,-14-13 15,-53 40-31,27-14 16,-14 0-1,40-105 16,-52 119-15,-1 12 0,-13 1-1,26-27-15,-26 27 110,0-27-95,-79 27 1,26-26 0,27 12-16,-27 14 15,-13-14 16,13 27-31,-199 0 16,-52 0 0,-701-53 15,594 1-15,94-1-1,-173 53 1,147 0 15,-54 0-15,198 0-16,-132 0 15,-198-14 17,238 14-17,-198 0 16,224 0-15,54 0 0,-14 0-1,-27 0 1,213 0 0,-41 0-1,54 0-15,-80 0 16,0 0-1,-145 0 1,132 0 15,0 0-15,92 0 0,-26 27-1,-132 65 1,119-25-1,13 25 17,53-65-17,0 52 1,-13-39 0,13-1 15,39-12-16,67 13 1,-66-27 0,26-13-1,40 26 1,26-26 0,-66 13-16,225 40 15,-145-26 1,132 39-1,-67 13 17,-263-79 30,-15 0-62</inkml:trace>
  <inkml:trace contextRef="#ctx0" brushRef="#br0" timeOffset="9220.41">2474 5437 0,'26'0'47,"93"-13"-16,-92 13-31,65-40 15,-25 1 1,78-14 0,54-13-1,-120 26 17,14 13-17,-93 14 1,13 13 31,0 119-32,-13-92-15,0 26 16,0 79 15,0-92-31,-66 171 16,-14-65-1,41-27 1,39-80 15,-40 67-15,27-66 0,0-40 62,-27-106-63,13 14-15,1 12 16,-40-79 0,53 120-16,-40-54 15,13 1 1,-13-14-1,-39-40 17,39 93-17,13-79 1,0 66 0,133 92 77,39-12-61,14 38-32,79 94 15,-14 26 1,-79-79-16,27 39 15,-119-79 1,-27 0 0,-13-14-1,0-12 1,40 52 0,-40-52-1,0-14 16,0 0-15,0 0 62,-119-39-47,-14 13-31,28-27 0,12-13 16,-145 13 0,145 14-16,54 13 31,-67-1-31,-53-38 16,133 52-1,-14-27 1,0 27 46,27 0-46,0-13 0,0 0 15,-107-27 0,94 40-15,0-13 93,12-14-78,1 27-15</inkml:trace>
  <inkml:trace contextRef="#ctx0" brushRef="#br0" timeOffset="11914.92">19897 5040 0,'13'-26'31,"251"26"0,41 0-15,237-13 0,-198 13-1,119-53 1,-291 53 0,53 0 15,-132-27-16,-14 14 1,-39 13 15,-93 0 63,-146 0-94</inkml:trace>
  <inkml:trace contextRef="#ctx0" brushRef="#br0" timeOffset="13239.33">14803 6257 0,'14'0'31,"211"0"-15,-93 0-1,860-13 1,-569-13-1,358 39 1,-464-13-16,133 0 16,66 0-1,-317 0-15,568 26 32,-397-26-17,-237 0-15,39 0 16,-67-13 15,-65 0-31,13-40 16,-13 53-1,-27-26 1</inkml:trace>
  <inkml:trace contextRef="#ctx0" brushRef="#br0" timeOffset="15770.66">14803 5212 0,'40'0'63,"172"0"-48,-67 0-15,332-66 32,-160 26-17,-224 27 1,39-79 0,-92-1-1,39 27 16,-53 26-15,-26-52 0,0 52-1,0 13 1,0 14 0,0-26-1,-39 12 1,26 1-1,13 12-15,-80-12 16,1-1 15,-1 14-31,-78 13 16,-14-79 0,132 79-16,-106-13 15,-25-14 16,-200 1-15,239-14 0,-80 40-1,146 0 1,26 0 0,1 26 15,-41 67-16,41-27 1,-1 40 0,40-27-1,-13-26 17,13-26-32,0 12 15,0 14 1,0 0-16,0 13 15,66 54 1,53-81 0,172 14 15,0-13-31,-40 0 16,-132-67-1,-105 27 32,-14 13 47</inkml:trace>
  <inkml:trace contextRef="#ctx0" brushRef="#br0" timeOffset="21322.46">12965 10557 0,'39'40'63,"27"-40"-48,-13 0-15,66 39 16,-52-39 0,184 13-1,40 27 16,-146-27-31,54 27 16,-133-40 0,27 0-1,-67 0-15,67 0 16,39 0 0,-39-26-1,-67 26 1,133-53-1,79 0 1,-66-27 15,26 1 1,-118 26-32,-1-13 15,-13-13 16,-26-1-15,-40 67 0,0 0-16,0-40 15,0 13 1,0 0 15,-27-26-15,-12 66-1,-1 0 1,0 0-16,-79-26 16,66 26-1,-79 0 1,0-13 0,66-14-16,-14 14 31,-26-27-16,-118 1 1,78-14 0,40 0 15,-26 26-15,26 1-1,66 26-15,-118-13 16,78-14-1,-52 27 1,26 0 0,-132 0-1,132 0 1,-13 0 0,-53 0-1,66 0 1,80 0-16,-53 13 31,-199 120 0,159-41 1,-14 67-1,107-133-31,26 1 15,0-14 1,-13 40 0,13-13-1,0 26 17,0 0-17,13 0 1,146-53 15,-106-13-31,-1 0 16,-25 0-1</inkml:trace>
  <inkml:trace contextRef="#ctx0" brushRef="#br0" timeOffset="22245.27">10821 10120 0,'0'14'15,"0"-28"-15,0 54 16,0 26 0,0 14 15,0-54-16,106 53 1,106-26 0,92 0-1,-145-53 1,516-40 15,-503-52-15,-159 13-1,0-54 1,-13 67 15,0 0 1,-198-40-1,12 27-16,-277-1 1,278 54 0,-13 26 15,132 26-15,66 93-1,-27-79 1,1 0-1,26-27 1,-14 27 0,14-1 15,120 41-15,290-54-1,1124-26 1</inkml:trace>
  <inkml:trace contextRef="#ctx0" brushRef="#br0" timeOffset="23041.25">17489 8903 0,'-79'106'31,"158"-212"-31,-330 477 15,171-173 1,80 1 0,0-160-16,0 120 31,13-119-15,239-40-1,-80-40 1,145-158-1,-237 131-15,-1-38 16,14-67 0,-93-159-1,-53 225 17,53 93-32,0 0 15,0-54 1,-66 54-16,-199 13 31,-172-53-31</inkml:trace>
  <inkml:trace contextRef="#ctx0" brushRef="#br0" timeOffset="25653.29">14803 12396 0,'0'0'0,"27"26"31,118 27-16,-65-53-15,39 0 16,-27 0-16,107 0 31,-67 0-15,-13 0-16,53-13 16,-13-40-1,-27-13 16,67 39-15,-133-26 0,-13 27 15,-40-14-15,-13 27-1,13-27 1,-13 1-1,-13-120 1,-66-40 15,26 133 1,-27 53-1,27-13-31,-39-14 15,65 40 1,-52-13 0,-27 13-1,-26 0 1,-186 66 0,252-66-1,-53 66 16,119-53-31,0 14 16,-132 118 0,13-65 15,13 12-15,79-52-1,1 39 1,13-65 15,13-1-15,0 13-1,0 1 48,251 39-48,80-13 1</inkml:trace>
  <inkml:trace contextRef="#ctx0" brushRef="#br0" timeOffset="28605.55">16669 13454 0,'39'-40'47,"54"27"-31,-93 0-16,53 13 15,13 0-15,80-27 32,131 1-17,-237 26-15,238-40 16,-119 40 0,211 0-1,-251 0 16,-39 0-31,78 0 16,345-39 15,-305 39-15,-12 0 0,-94-14-16,120 14 31,-40 0-16,-93-26-15,1 13 16,-41 13 0,14-27 15,27 14 0,-54 0-15,93-14-1,-92 14 1,52 0 0,-66 0-1,53-27 17,-13 27-17,-26-14 16,-1 27-15,40 0 0,53 0-1,-13-13 1,-26 0 0,65 52 15,-79-39-16,40 0 1,-13 27 0,13-27 15,-27 13-15,27-13-1,-93 13 48,-13 14-16</inkml:trace>
  <inkml:trace contextRef="#ctx0" brushRef="#br0" timeOffset="29608.78">22463 12462 0,'13'0'31,"67"0"-15,92 66-1,39-66 1,-118 0 15,-27-13-15,-66-14 0,40 1 15,-14-106-16,-26-93 1,0 185-16,-26-185 31,-93-26-15,53 198 0,-93-79-1,-26 92 1,13 27 15,39 39 0,-39 133-15,119-80-16,-39 80 16,39-40-1,13-79 1,40 118-1,80-91 1,264 78 0,-212-92-1,371 66 1,-212-106-16,-186 27 16,1-40-1</inkml:trace>
  <inkml:trace contextRef="#ctx0" brushRef="#br0" timeOffset="32253.01">1045 12925 0,'0'0'0,"132"26"47,80 1-32,-119-14 1,198 27-1,-106-14-15,172 27 16,-185-53 0,423 0-1,-198 27 1,-225-1-16,146-26 31,304 79 0,-437-79-15,-106 0 0,14 0-16,171 0 15,67 27 1,-146 52-16,477 27 16,-451-93-1,464 53 1,-516-66-1,92-13 1,40 13 0,0-53-1,-13-13 1,-66-26 15,-40-28-15,-66 107-1,-1-40 17,-38 0-17,65-52 17,-93 78-17,14 14 1,40 0-1,-67-14 1,14 1 0,-40-14-1,27 0-15,-27 1 47,13-41-31,-13 1-1,0 52 17,-66-12-32,-27 12 15,67-26 1,-186-13 0,133 66-16,-345 0 31,-39 0-16,344 0 1,-106 53 0,106-13-16,-40-27 15,-26-13 17,40-13-17,105 13 1,14 13-16,-67 14 15,-53-14 17,-92-13-1,0 53-15,172-53-16,-106 0 31,53 0-16,-185 0 1,185 0 0,-80 0-1,93 0 1,-39 0 0,13 0-1,13 0-15,-186 0 16,-158-14 15,291 14-31,-225 0 16,-52 27 15,263-40-15,160 13-1,-40 0-15,-80 0 16,-12 0-1,78 0-15,-26 0 32,14 0-17,-1 0-15,-79 0 16,-119 0 0,198 0-16,-65 0 31,52 0-16,40 39-15,-67 14 16,81-13 0,-28 13-16,27 0 15,14-27 1,-81 67 0,41-27-1,53-26 16,26-14 16,0-13-31,172-13 0,53 0-1,-53 0-15</inkml:trace>
  <inkml:trace contextRef="#ctx0" brushRef="#br0" timeOffset="34429.83">2950 12607 0,'0'27'47,"0"79"-31,0-67-1,0 14 1,0 80-1,0-94 1,0 27 0,0-39-1</inkml:trace>
  <inkml:trace contextRef="#ctx0" brushRef="#br0" timeOffset="36088.43">5503 12607 0,'-13'0'47,"13"133"-31,0-107-1,-13-13 1,0 40-16,13 80 16,0-94-1,0 1-15,0 13 16,0-40 15</inkml:trace>
  <inkml:trace contextRef="#ctx0" brushRef="#br0" timeOffset="37576.15">3532 13375 0,'80'13'47,"171"-40"-15,-66-25-32,-26-28 15,198-39 1,-344 119-16,40-53 15,-40 40 1,-65 304 62,-54-79-47,79-107-15,27-12 0,0-80-16,-13 1 15,-27-41 48,-79-145-48,80 80 1,-94-160 0,94 133-1,25 53 1,-12 39 0,26-12 15,13 12-16,14 27-15,105 0 32,106 53-17,-66-13-15,79 0 16,-171-27 0,-41 27-1,1 52 1,-40-26 15,0-26 0,-26 0-31,-93-14 16,39 14 0,-52 13-1,-14-53 1,41 0-1,-41 0 17,-132-93-17,67 1 1,171 92 15</inkml:trace>
  <inkml:trace contextRef="#ctx0" brushRef="#br0" timeOffset="38690.6">4577 13295 0,'-13'-26'63,"13"-14"-48,27 0 17,39-26-17,13-13 1,-26 26-1,-27 27 1,1-1 0,39-26-1,-53 53 1,0 0 15,-39 13 63,0 27-78,-14 13-1,13-40 1,1-13-1,-27 40 1,53-14-16,-40 41 31,27-67-15,13 13 0,0 0 62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12:59.2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9419 5768 0,'13'0'47,"252"0"-32,-93 40-15,225-40 16,-133 0 0,332 79-1,409 27 1,-648-27-16,67-26 31,-226-53 0,-105 40-15,-14-27 0,-52-13-1,12 13 1</inkml:trace>
  <inkml:trace contextRef="#ctx0" brushRef="#br0" timeOffset="1297.57">9393 8176 0,'39'0'31,"186"0"1,13 0-17,199 0 1,291 79 0,158-79 15,-370 0 0,-304 0-15,-199 0-1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13:04.2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5649 4445 0,'40'0'79,"343"0"-64,173 0 1,79 40 15,-185 13-15,52-40-1,-356-13 1,-120 0 15</inkml:trace>
  <inkml:trace contextRef="#ctx0" brushRef="#br0" timeOffset="1612.07">5953 5252 0,'79'0'79,"332"0"-64,197 0 1,-423 0-1,14 13-15,211 0 16,-251-13 0,-14 27-1,-79-27 1,-52 0-16,-1 0 31,13 0-15,-13 0 31,1-13 140,-1 13-171,0 0-16,40 0 281</inkml:trace>
  <inkml:trace contextRef="#ctx0" brushRef="#br0" timeOffset="5325.94">17780 5146 0,'26'0'62,"67"40"-30,-14-27-17,67-13 1,66 40 15,-107-27-15,1-26-1,-26 13 1,-14-13 15,53 13-15,13-27-1,-105 27 1,65-26 0,14-1-1,-27 27 1,27 0 0,-26 0 15,39 0 0,132 0 0,-158 0-15,-80 0-16,13 0 16,1 0-1,12 0 1,41-26-1,-54 26 1,67-40 0,-40 40 15,-13-26-15,12-1 15,-12-26 0,-13 27-15,-27-27-1,0 0 1,-40-40 15,13 67-15,-25-14-1,-107-26 1,146 66 0,-120-53-1,41 27 1,-27 12 0,52 14-1,-131 0 1,79 0-16,-185 0 15,145 0 1,80 0 0,-160 0 15,160-26-31,13 26 16,-119 0-1,105 0 1,41 0 15,25 0-31,-52 0 16,13 0-1,-13 0 1,13 0-16,0 0 16,-13 0-1,27 0-15,-41 40 31,27-14 1,27 1-17,-1 12 1,14-12 15,-27 105-15,14-39-1,26 39 1,0-92 15,26 39-15,14-66 0,53 14-1,105 52 1,54-66-1,-67 27 17,-79-40-1,-252 0 31</inkml:trace>
  <inkml:trace contextRef="#ctx0" brushRef="#br0" timeOffset="6824.14">14922 5265 0,'0'0'0,"27"0"0,79 0 31,13 0-15,66 0-1,-132 0 1,106 0-1,-120 0-15,54 0 16,-80 0 0,27 0-1,-14 0 17,1 0-32,65 0 15,-12-53 16,-54 27-15,-12 26 0,12-13-16,27-80 15,-40 93 1,0-93 0,-13 54-1,0-27 1,27 39-1,-27-13 1,-27 1 15,-78-1-15,78 14 0,-13 12-1,1 14-15,-94-26 16,14 13 15,53 13-31,0-27 16,-172 27 15,66 0-15,66 53-1,53-26 1,-13 25 15,-53 1 0,26 0-15,67 0 0,-14 0 15,-26 40-16,26-40 1,40 13 0,0-26 15,0-14-15,27 14-1,-1-14 16,1-26-15,39 13-16,0 14 16,27-14 15,-27-13-15,-53 0-1,0 0-15</inkml:trace>
  <inkml:trace contextRef="#ctx0" brushRef="#br0" timeOffset="7065.78">15108 5371 0</inkml:trace>
  <inkml:trace contextRef="#ctx0" brushRef="#br0" timeOffset="10690.21">20201 4617 0,'0'13'47,"13"-13"-31,80 0-1,66 0 1,-54 0-16,133 0 31,252 106-15,-384-106-16,66-13 16,-53 13-1,13 0-15,53 0 16,-13 66-1,0-66 17,-26 0-17,-40 26 1,-80-26 0,1 0 30,-14-13 1</inkml:trace>
  <inkml:trace contextRef="#ctx0" brushRef="#br0" timeOffset="11031.42">23151 4379 0</inkml:trace>
  <inkml:trace contextRef="#ctx0" brushRef="#br0" timeOffset="12536.89">22212 4723 0,'119'0'31,"66"0"-15,-119-13-16,212-40 31,106-159 1,-358 172-17,14-79 1,13 40-1,-27-40 1,-13 92 0,14-26-1,-14 40 1,-13-40 0,-159-26 15,-52-27-16,-41 27 1,-52 79 0,-53-53-1,-40-80 17,172 133-17,-66 0 1,26 0-1,1 0 17,211 0-17,-251 0 1,251 14 0,-252 52-1,253-66 1,-81 106-1,41-27 1,-67 14 15,80-40-31,-14 0 16,27 13 0,53-66-16,-40 53 31,-27 66-16,80-93 1,0 14 0,0-14-16,0 14 31,0-14-15,40 1-1,39-14 1,173 80-1,-160-67 1,160 27 0,211 0-1,-238-53 1,145 66 0,-145-66 15,13 0 0,-225 0-15,0 0 15</inkml:trace>
  <inkml:trace contextRef="#ctx0" brushRef="#br0" timeOffset="12778.34">21788 4670 0</inkml:trace>
  <inkml:trace contextRef="#ctx0" brushRef="#br0" timeOffset="15860.28">7779 4379 0,'0'-13'47,"132"-106"-31,-79 66-1,106-53 1,-80 40 0,0-14-16,41 27 15,-28-13 1,-26 0-16,14 26 31,-1 14-15,-26-27-16,-40 40 15,0 13 1,54-40 0,12-53 31,-79 67-32</inkml:trace>
  <inkml:trace contextRef="#ctx0" brushRef="#br0" timeOffset="18824.93">8520 5040 0,'52'-119'109,"134"66"-77,-94 0-1,41 0-16,-67 27 17,-27 26 515,81 0-532,210 53 1,543-53 15,-357 0-15,-304 0-16,211 0 15,-277 0 1,39 0 0,-132 0-16,0 0 31</inkml:trace>
  <inkml:trace contextRef="#ctx0" brushRef="#br0" timeOffset="19369.39">11774 4710 0,'0'-14'78,"66"14"-62,-13 27-16,-27-14 15,-39 27 95,-132 26-95,-1 0 1,93-26 0,14-40 62</inkml:trace>
  <inkml:trace contextRef="#ctx0" brushRef="#br0" timeOffset="21437.76">9260 5662 0,'119'27'78,"93"-27"-47,-146 0-31,80 13 16,39 13 15,-119-26-15,-26-13-1,0 0-15,65 13 16,-38 0 0,-1 0-1,-27 0 1,-12 0 0,-1 0 15,40 0-16,-26 0 1,-13 0-16,12 0 16,14 0-1,0 0 17,-26 0-32,-1 0 15,-13-13 32,0-1 109,1 14-140,-1 0 0,27 0-1,-1 0-15,160 0 31,145 0 1,-146 0-17,106 0 1,-118 0 15,-41 0-15,-79 0-1,146 0 1,0 0 15,-40 0-15,-159 0 15</inkml:trace>
  <inkml:trace contextRef="#ctx0" brushRef="#br0" timeOffset="23091.22">13375 5861 0,'26'13'16,"14"0"15,119-13-15,13 0-1,79 26 1,-198 14 0,39-40-1,1 0-15,53 0 16,-14 0 0,-40 0-16,67 0 31,185 0-16,40 0 1,92 0 0,-317 0-16,344 0 31,-437 0-15,-40 0 15,-13 0 0,-13-26 0,0-1-15,0 14-16,0-40 47,0-26-32,-317-40 17,158 66-17,119 53-15,-26 0 16,-53-66 0,-40 39-1,-13 27 1,27-13-1,-1 13 17,80 0-17,-92 0 1,38 13 0,-131 14-1,39 25 1,-65-52-1,-173 67 17,251-67-17,41 0 1,-94 0 0,80 0 15,-92 0-16,158 0 1,27 0 0,-27 0 15,-40 0-15,40 0-1,-26 26 16,66-13-15,-53 27 0,13-14-1,40 27 17,39-39-17,27-1 1,-13 0 15,0 53-15,-14-39-1,27-14 1,0 0 0,80 40-1,12-53 16,266 106-15,-200-106 0,292 79-1,-331-79 1,-53 0 15,-13 0 0,-39 0-15,25-39 0</inkml:trace>
  <inkml:trace contextRef="#ctx0" brushRef="#br0" timeOffset="26552.89">12912 6350 0,'79'13'125,"146"27"-93,13-40-17,-13 0 1,0 0 0,172 0 15,-106 0-16,264 53 1,-396-53 15,53-13-15,-133-14 0,14 27-1,-1 0 16,-52 0 1,0 0-1,26 0 16,79 0-32,-39 0 1,-93 0 0,1 0-16,-1 0 15,40 0 1,198 0 15,-145-13-15,-53 13-16,-13-27 15,-1-25 1,67-68 15,-93 107-15,1-40-16,-1 53 47,-53-39 0,-26-1-32,-13 27 1,13-27 0,-120 0 15,54 40 0,39 14-31,-118-14 16,-411 0 15,331 13-15,-278-93-1,185 28 16,-39-28-15,291 80 0,13 0-1,53 0-15,-53 0 16,-106 0 0,132 0-1,-105 0 1,105 0-16,14 0 15,-199 0 17,238 0-17,-145 0 1,145 0 0,-66 27-1,-26 26 1,92-14-1,-26 14 1,0 0 0,13 13-1,27 0 17,26-26-1,0-14 0,0 1-15,92 52 15,305-39 0,238 39 0,-79 40 1,-503-92-17,-40-27 1</inkml:trace>
  <inkml:trace contextRef="#ctx0" brushRef="#br0" timeOffset="49960.13">8930 6760 0,'-27'0'94,"-79"-26"-79,53 12-15,1 1 16,-28-27-1,1 40 17,52-13-17,14 0 48,0 26-48,13 0 1,0 67 0,0-40-1,66 12 1,0-38-16,-13 12 16,13-13-1,14 54 48,-41-28-48,-12-26 1,-27 40 0,0-13-1,0 79 16,0-66-15,-146-13 15,93-27 1,27 13-17,13-26 32,39-119-31,-26 53-1,13-79 17,14 92-17,-1-27 16,54 41-15,-80 25 0,26-12-16,-13 0 31,14 12-15,-27 1-16</inkml:trace>
  <inkml:trace contextRef="#ctx0" brushRef="#br0" timeOffset="50772.71">9406 7554 0,'0'40'78,"0"65"-31,0-65-31,0-13-16,0-1 15,0 0 1,0-12-16,0 12 16,0 1 15,0-1 0</inkml:trace>
  <inkml:trace contextRef="#ctx0" brushRef="#br0" timeOffset="53094.32">9181 8136 0,'0'40'297,"0"26"-281,0 0-16,0-26 16,0 13-1,0-14 1,0 1-1</inkml:trace>
  <inkml:trace contextRef="#ctx0" brushRef="#br0" timeOffset="54299.42">9697 8903 0,'-13'0'62,"-53"0"-30,-27 66-1,53-26-15,27 13-1,13-13 1,-26 13-1,26-40-15,0 27 16,0-14 0,0 0-1,0 41 1,0-28 0,119-39 15,-40 0-16,-13 0 1,14 0 0,-1-66 15,-13-13 0,-66 39-15,27 14-1,-27-1 1,0 1 0,0-54-1,0 54 1,-93-40 0,-105-40 15,145 79-16,39 27 79</inkml:trace>
  <inkml:trace contextRef="#ctx0" brushRef="#br0" timeOffset="61452.5">5371 6853 0,'13'53'31,"-39"-40"-15,-14 13 0,-66 1-1,-52 65 1,-14 41 0,-93 39 15,80 66-16,105 0 1,27-26 0,40-54-1,13-92 1,-13-13-16,0 66 16,13-13-1,0-66-15,0 13 16,13 66-1,13-93-15,54 93 32,-67-92-17,199 132 17,13-53-1,-93-54 0,-26-38-15,-67-14-16,1 0 15,13 0 17,-40 0-32,53 0 15,-39-14 1,26 14 78,-53 14-79,13-14 16,13 0 16,1 0-31,-14 0 0,53 39-1,-13-39 32,-40 0-31,-145-66 77</inkml:trace>
  <inkml:trace contextRef="#ctx0" brushRef="#br0" timeOffset="62081.93">3903 7131 0,'-14'26'16,"1"27"0,13 66-16,-13 172 31,13 0 0,0-53 0,0-132-15,0-80-16,0 1 31</inkml:trace>
  <inkml:trace contextRef="#ctx0" brushRef="#br0" timeOffset="62706.21">3466 7223 0,'0'132'32,"0"-264"-32,0 410 31,0-252-31,0 27 15,0 13 17,53-26-17,-40-40 1,133-13 15,39-14-15,119 27-1,-224-26 1,-1 26 15,-79-13-15</inkml:trace>
  <inkml:trace contextRef="#ctx0" brushRef="#br0" timeOffset="62968.59">4392 7355 0,'0'0'0,"-26"119"16,12-79-1,-12 40 1,26-67 15</inkml:trace>
  <inkml:trace contextRef="#ctx0" brushRef="#br0" timeOffset="64050.15">4128 7898 0,'0'66'78,"0"13"-46,0-52-32,-27 65 15,14-39 1,-14 40-16,14-80 47,0-13 0,0 0-32,-80 0 1,27 0 0,13 0-1,-159 27 16,93-27-15,106 13 15,-13-13 32,12-27 46,-12 14-93,13-27-1,13 1 1,0-14 0,0-13 15,0 52-15,0-38-1,26-15 16</inkml:trace>
  <inkml:trace contextRef="#ctx0" brushRef="#br0" timeOffset="70047.89">5503 9432 0,'-13'27'47,"-106"-27"-31,66 26-1,-119 80 17,93-66-32,-173 105 31,120 1-16,106-80 1,-14 80 0,27-54-1,13-52 1,0 13-16,0 0 16,26 145-1,-13-132-15,146 199 31,-93-106-15,-39-80-16,-27-39 16,13 79-1,13-66-15,-12 0 32,12-1-17,-13 1 32,106 14-31,27-1 15,-133-53-15,-13 0 30,40 133-14,-27-107-17,27-12 17,-27 12-32,13-12 15,1 26 1,-1-27-1,-12-26 1</inkml:trace>
  <inkml:trace contextRef="#ctx0" brushRef="#br0" timeOffset="70501.45">2196 9922 0,'13'92'94,"0"-25"-94</inkml:trace>
  <inkml:trace contextRef="#ctx0" brushRef="#br0" timeOffset="71096.63">2196 10385 0,'53'0'62,"92"-40"-46,199 1 15,-251 25-15,-80 14 30,-13 27 1,-106 224-15,106-198-17,0-40 1,53-13 31,199-53-32,-160 0 1,160-66 15,-252 93-15,0-1-1,0 1-15</inkml:trace>
  <inkml:trace contextRef="#ctx0" brushRef="#br0" timeOffset="71408.78">3413 9644 0,'106'13'46,"119"27"-30,-172-40 0,13 0-1,-53 0 1,0 0-16</inkml:trace>
  <inkml:trace contextRef="#ctx0" brushRef="#br0" timeOffset="71669.88">3836 9565 0,'0'106'31,"0"-1"-16,-79 81 17,53-173-17,-41 53 17,-12-66-17</inkml:trace>
  <inkml:trace contextRef="#ctx0" brushRef="#br0" timeOffset="72131.61">3162 10054 0,'13'0'32,"66"0"-17,-12 0-15,25 0 16,199 0 15,-225 0-15,93 0-1,-106 40 1,-53-27 15,0 14-15,0-1-16,0 14 16,-159 185 15,133-212-16,-1 0 1,-12 13-16,-1-12 16</inkml:trace>
  <inkml:trace contextRef="#ctx0" brushRef="#br0" timeOffset="72452.78">3082 10173 0,'0'40'31,"0"-80"-31,14 133 15,-1-93 1,66 40 0,-39-40-1,-27 13 32</inkml:trace>
  <inkml:trace contextRef="#ctx0" brushRef="#br0" timeOffset="72953.16">3175 10491 0,'13'0'47,"67"-14"-31,-54 14 15,-39 14 0,-40 25-15,-66 14-16,-40 53 31,133-93-15,12-13-16,1 0 78,172 0-47,119 0-15,251 53 15,-476-26-15,-53-40 62</inkml:trace>
  <inkml:trace contextRef="#ctx0" brushRef="#br0" timeOffset="73395.58">3836 10517 0,'-26'40'31,"-133"132"-15,120-106-1,-186 146 1,172-146 0,-40 53-1,67-53 1,-14-26 0,27-27 30,-14-40-30,14-52 15,13 39-31</inkml:trace>
  <inkml:trace contextRef="#ctx0" brushRef="#br0" timeOffset="73768.17">3784 10835 0,'0'0'16,"13"0"15,-13 26-31,26 27 16,-26-26-1,13 39-15,27 0 16,13 13 0,-40-66-1,-13 1 17</inkml:trace>
  <inkml:trace contextRef="#ctx0" brushRef="#br0" timeOffset="77354.92">10993 9644 0,'0'0'0,"0"-26"0,-39 12 31,-54 1-15,53 13-1,-39-26 16,66 26 1,13 39-17,40 67 79,79-53-63,-66 40-15,-53-80 0,13 53 15,-13-39-16,-13 92 17,-107-119-17,81 0 1,39-14 62,0-25-62,0-1-1,13-79 17,172-53-1,-158 159-31,26-14 15,-1-65 17,-12 65-1</inkml:trace>
  <inkml:trace contextRef="#ctx0" brushRef="#br0" timeOffset="77997.63">11417 10306 0,'13'0'31,"13"0"-15,-26 52 0,0 28-1,0-14 16,0 27 1,0-54-17,14 27 110</inkml:trace>
  <inkml:trace contextRef="#ctx0" brushRef="#br0" timeOffset="79361.78">11761 11112 0,'0'-52'47,"0"65"437,0 172-453,-27-132-31,27-40 31,0 14-15,-13-27 15,0 0 63,0 0-94</inkml:trace>
  <inkml:trace contextRef="#ctx0" brushRef="#br0" timeOffset="80606.83">11337 11761 0,'0'-53'31,"0"13"-15,-13 27-16,-13 0 15,-120-1 17,67 14-17,-53 0 16,79 0 1,53 27 15,0 13-32,79 39 16,27-53-15,-40 54 15,-66-41-15,0-25-16,0 12 16,0 67 15,-79-27 0,-14-53-15,-53-13-1,1 0 1,79 0 0,92-79 46,1-1-31,211-52 1,0 13-1,-212 93-31,80-1 31,-53 14-15,-26 0-1</inkml:trace>
  <inkml:trace contextRef="#ctx0" brushRef="#br0" timeOffset="83189.57">14248 11933 0,'13'0'63,"265"0"-32,-146 0-15,-66 0-1,80 0 1,-67 0 0,14 0-16,132 0 15,-119 0 1,211-53 0,-264 53-16,40 0 15,-67 0 1,93-27-1,-26 1 1,-1-1 0,-79 27-1,40 0 17,93 0-1,-53 0-16,-67 0 1,14 0 0,26 0 15,0 0-15,0 0-1,27 0 1,-40 0-1,66 0 1,-93 0 0,146 0 15,-145 0-15,-14 0-1,-13 27 63,26-14-62</inkml:trace>
  <inkml:trace contextRef="#ctx0" brushRef="#br0" timeOffset="84628.75">17410 12118 0,'39'66'62,"54"-53"-46,92 14-1,0 39 1,27-26 0,225-1 15,-332-39-15,160 0-1,-106 0-15,13 0 16,-40 0-16,40 0 15,66-92 17,-159 39-32,-65 40 15,52-93 17,0 66-17,-53 40 1,53-93-1,-26 1 1,-27 26 0,-13-80 15,-26 120-31,-1-67 31,-79 53 0,-132 14 1,40 13-17,66 13 1,66 0 0,-199 13 15,146-13-16,-40 0 1,-39 0 15,-54 0-15,186 0 0,0 0-1,-27 0-15,-12 0 31,-173 0 1,238 0-32,-53 40 15,41-14 1,12 14-16,-13-1 16,53 14-1,-40 27 1,14-54-1,13 14 1,13 39 15,0-26 1,52 66-1,1-119-31,40 27 15,-27-27-15,172 13 16,-119-13 0,67 53-1,-120-53 1,-27 0-16,1 26 16,-27-79 46,-13 14-62,-13 25 16,-53-25-1</inkml:trace>
  <inkml:trace contextRef="#ctx0" brushRef="#br0" timeOffset="86441.21">16748 11377 0,'0'0'0,"0"27"16,-13-1 30,13 0 1,0-12-31,40 12 0,92-26-1,53-26 16,106 26 1,265 0-1,-67 0 0,-251-106 0,-132 66-15,-93 40-16,14 0 16,-14-26-1,0-1 17,14-65-1,-14 65-31,-13-13 15,0-12 1,26 12-16,-26 0 31,0 14-15,-13-27 0,-53 26 15,-66-12-16,39 25-15,-158-25 16,185 39 0,-133 0-1,27-13 1,119-14-16,0 27 16,-119-40 15,-13 27 0,0-13 0,26 26-15,93 0 0,13 0-1,-158 0 16,171 0-15,0-14 0,1 28-1,12-14 1,-13 53 0,-13 26-1,40-79-15,0 0 16,0 13-1,-27 14-15,40-14 16,0 80 15,0-14 1,0-66-17,0 14-15,0-14 16,0 26-1,40 1 17,13 0-17,-14-14 1,266 107 15,-266-120-31,-12 13 16,39 1-1,0-27 1,66 39 0,-26-39-1,146 40 17,-120 0-1,-119-40-16</inkml:trace>
  <inkml:trace contextRef="#ctx0" brushRef="#br0" timeOffset="92028.74">3903 12753 0,'0'0'0,"13"0"0,0 0 15,80 0 32,118 0-15,54 40-1,52-40-16,-290 0 1,39 0 0,-26 0-1,-14 0 17,27-14-17,-40 14-15,14-39 16,-14 25-1,27-65 1,-14-27 15,-26 40 1,27-13-1,-27 52-31,-14-26 31,-171-13 0,93 53-15,52-13 0,27 26-1,-186-40 16,-396 40 1,449 0-17,93 0 1,40 0 31,13 145-16,-66-92 0,53-13-15,13 0-16,-27 26 16,27-27-1,0 28 1,0-28-1,53 27 1,-39-66 0,78 53 15,-52-53-15,66 0-1,-80 0 1,14 0 46,211 67-30,-92-41-32</inkml:trace>
  <inkml:trace contextRef="#ctx0" brushRef="#br0" timeOffset="93687.2">12687 12859 0,'39'0'46,"491"106"-14,-398-106-32,-53 0 15,106 13 1,543 93 15,-252-106 0,-330 0-31,264 0 16,-304 0 0,13 0-1,119 0 1,-172 0 0,40 0-1,-93 0-15,27 0 16,66-14-1,-53 14 1,79 0 0,-39 0-1,-67 0 1,14 0-16,-27-13 16</inkml:trace>
  <inkml:trace contextRef="#ctx0" brushRef="#br0" timeOffset="95699.45">6760 12726 0,'-13'0'47,"92"-26"-16,397 26 1,-383 0-17,-27 0-15,14 0 47,-67 0-31,27 0-16,-27 0 15,53 0 1,172 0 15,-132-13 0,-66 13-15,-14 0 0,53 0-1,14 0 17,-27 0-1,106 0 0,-119 0-31,93 0 31,-14 0 1,-79 0-1,53 0-16,-40 0 1,-40 0 0,40 0-16,80 0 31,-14 0 0,-52 0-15,-41 0-1,14 0 1,79 0 15,-13 0-15,-92 0 0,66 0-16,52 0 15,-79 13 1,53 27-1,-79-40 1</inkml:trace>
  <inkml:trace contextRef="#ctx0" brushRef="#br0" timeOffset="97762.88">7117 13481 0,'27'-27'31,"-14"27"63,27 0-79,26 0 1,-13 0 0,-14 0-1,41 0 1,-54 0-16,40 0 15,1 0 1,-28 0 0,-12 0-1,-14 0 1,0 0-16,40 0 78,-13-26-62,-14 26 31,14 0-1,-14 0-30,40 0 62,-39 0-47,-1 0 173,-12 0 264,39 0-452</inkml:trace>
  <inkml:trace contextRef="#ctx0" brushRef="#br0" timeOffset="99752.45">8533 13414 0,'13'-13'204,"13"13"-189,-12 0 1,12-13-1,27 13 17,0 0-17,-27 0 1,1 0 15,13 0-15,-27 0-1,0 0-15,14 0 16,-1 0 0,-13 0-1,0 0 1,1 0 0,25 0 15,-25 0-31,12 0 15,14 0 17,-27 0-17,0 0 1,0 0 0,27 0 15,-13 0 0,-14 0-15,13 0-16,1 0 15,-1 0 1,-13 0 0,80 0 15,-40 0-16,-40 0 1,0 0 0,14 0 124,13 0-108,-27 0-17,26 0-15,-12 0 16,-1 0-1,1 0 1,-1 0 31,54 0 15,-54 0-46,1 0 31,12 0-31,-12 0-16,-1 0 15,-13-13 32,80 13-16,-67 0 1,-12 0 14,65 0-14,-13 0-1,-39 0-15,-1 0-1,27 0 1,-13 0-1,-14 0 1,14 0 0,0 0-1,-27 0 1,26 0 0,94 0-1,-41 0 1,14 0-16,119 0 15,-185 0 1,52 0 0,-78 0-1,-1-14 95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14:48.2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1839 9446 0,'278'0'78,"185"-14"-62,-172 14-16,489 0 31,80 27-16,-516 13-15,93 39 16,-133-79 15,-185 0-31,-66 0 16,145 0 0,-145 0-16,40 0 15,66 0 16,92 0-15,-198 13 0,-27 0-1,-12-13-15,-1 0 47,13 0 63,1 0-95</inkml:trace>
  <inkml:trace contextRef="#ctx0" brushRef="#br0" timeOffset="1355.44">2712 11536 0,'0'0'0,"225"-40"31,-133 27-16,80-27 1,27-39 0,-186 79 15,14-40-15,-14 27-1,13-27 16,-26-13-15,27-53 0,-14 67-1,-13-67 17,0 27-17,0 12 1,-13 28 15,-67-14-15,41 40-16,-67-27 31,26 40-15,-12 0-16,-107 0 15,94 0 1,-279 53-1,238-13 1,1 65 0,92 67 31,53-106-47,53 1 15,0 38 1,198 54 15,-13-66-15,133 13-1,-318-80 1,-27-26 0,-13-13-1,1 0 1,38-27-1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05:01.2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9776 10213 0,'159'-40'63,"172"1"-32,-212 25-15,-40 14-1,-26 0 1,13 0 0,-13 0-16,-26 0 15,39 0 1,-40 0-16,1 0 15,12 0 32,-12 0-31,-1 0 0</inkml:trace>
  <inkml:trace contextRef="#ctx0" brushRef="#br0" timeOffset="776.47">10702 10028 0,'67'0'110,"91"66"-95,-131-66 1,-1 13 15,-26 0 32,-39 27-48,39-14 1,-80-12 47,1-14-32,26 0-16,40 0 1,-54 0 0,67 13-1</inkml:trace>
  <inkml:trace contextRef="#ctx0" brushRef="#br0" timeOffset="3000.36">9565 10821 0,'0'14'62,"106"-14"-46,92 0-1,27 0 1,-66 0 0,-1 0-1,-52 0 1,-26 0 0,-28 0-1,-38 13 16</inkml:trace>
  <inkml:trace contextRef="#ctx0" brushRef="#br0" timeOffset="4196.1">10438 10663 0,'26'-14'62,"93"67"-46,-79-13-1,0 0 17,-27-40-17,27 26 1,-14 14 15,14-14-15,-27-12 46,-13-1 1,-13 0-16,-93-13-16,13 0-15,-171 0 15,237 0-16,27 13 32,0 1-47</inkml:trace>
  <inkml:trace contextRef="#ctx0" brushRef="#br0" timeOffset="6712.05">9710 11364 0,'13'-53'31,"106"53"0,-26 0-31,79 0 16,-26 0 0,-67 0-16,80 0 31,13 0-16,-146 0 1</inkml:trace>
  <inkml:trace contextRef="#ctx0" brushRef="#br0" timeOffset="7324.6">10358 11139 0,'0'0'0,"27"-27"31,26 27-15,-14 0 0,67 40-1,66 0 1,-132-27 0,-27 14-1,-13-1 32,-13 14 0,-66-40-31,39 13-16,-39-13 15,-93 26 1,119-26-16,-53 0 31,106 14-15</inkml:trace>
  <inkml:trace contextRef="#ctx0" brushRef="#br0" timeOffset="9374.81">9379 11840 0,'27'-13'125,"39"13"-94,-26-27-16,13 14 1,0 13 0,13 0 15,0 0-15,13 0-1,-66 0-15,54 0 31,-1 0-15,-40 0 0,67 0-1,-27 0 17,13 0-17,-52 0 1,-14 0-1,0 0-15,1 0 16,12 0 0,80 0-1,-53 0 1,-40 0-16,13 0 31,27 0 0,-13 0-31,66-26 16,-80 12 0</inkml:trace>
  <inkml:trace contextRef="#ctx0" brushRef="#br0" timeOffset="10158.98">10570 11576 0,'40'0'16,"-27"0"0,27 0 15,-14 13-16,1 13 1,65 27 62,-79-40-62,1-13-1,12 0 32,-26 106 31,-40-79-46,-26 12-32,-26 27 15,12-52 1</inkml:trace>
  <inkml:trace contextRef="#ctx0" brushRef="#br0" timeOffset="10670.16">9591 12277 0,'-13'0'31,"145"26"-15,-26-26-16,119 0 31,79 0-15,-145 0-16,106 0 15,-213 0 1,-25 0-16,13 27 16</inkml:trace>
  <inkml:trace contextRef="#ctx0" brushRef="#br0" timeOffset="11408.56">10451 12131 0,'26'-13'47,"14"26"-31,0 14-16,52 26 15,-52-53 1,-13 26 0,-1-26-1,1 0 17,184 79-17,-105-65 1,-93-14-1,-52 0 95,-133 0-95,66 0 1,53 26 0,13-26-1,27 13 1,79 14 62</inkml:trace>
  <inkml:trace contextRef="#ctx0" brushRef="#br0" timeOffset="12609.93">8983 10848 0,'0'0'0,"-14"0"0,1 0 31,0-27 63,26 1-78,27 13-16,26 0 15,0 13 1,53-14-1,-26 14 1,-80 0-16,13 0 31,1 27-15,-27-1 0,0 40-1,0 14 1,-13 26-1,-27-67 17,14-39-17,26 53 142,13 0-142,0-40-15,13 40 16,-26 13-1,0 14 1,0-67 0,14 0 46</inkml:trace>
  <inkml:trace contextRef="#ctx0" brushRef="#br0" timeOffset="13344.44">9551 11668 0,'0'13'156,"0"-26"0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14:55.9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17277 9922 0,'0'0'0,"331"-27"31,-27 27 1,67 0-32,65 0 15,795 14 17,-491 25-1,-224-118-16,-423 79-15,52-40 47,-105 27-31,-40 0 78,27 0-94</inkml:trace>
  <inkml:trace contextRef="#ctx0" brushRef="#br0" timeOffset="644.26">21987 8546 0,'26'40'16,"27"-27"0,159 40-1,-93-27-15,146-26 32,-27 0-17,-146 0-15,41 0 16,-54 0 15,27 0-15,-67 0-1,-25 0 63,-1 0-46,40 0-17,-27 0-15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15:16.4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22027 6218 0,'26'0'63,"106"0"-48,-26 0-15,225 0 16,-146 0-1,106 0-15,40 0 16,-106 0 0,-159-27 15</inkml:trace>
  <inkml:trace contextRef="#ctx0" brushRef="#br0" timeOffset="1081.14">18521 6985 0,'0'0'0,"66"0"31,185 0-15,-13 0 0,212 0-1,304 53 16,-542-53-15,13 0-16,106 26 16,-173 1-1,-25 26-15,-41-53 16,-26 0 0,40 0 15,-53 0-16,-26 0-15,26 0 16,-1 0 0,-25 0-1,-1 0 1,-12 0-16,52 0 31,119 0 0,-66 0-15,-13 0 0,26 0 15,-39-27-15,-27 14 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15:39.6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16656 3135 0,'13'0'47,"146"40"-32,-27-40-15,265 0 32,344 0-17,-54 66 16,-475-79 1,-106 13-17,-27 0 1,1 0 0,-27 0-1,-14-13 1,1 13-1,-14 0-15,14-14 16,-40 1 156,13 0 140</inkml:trace>
  <inkml:trace contextRef="#ctx0" brushRef="#br0" timeOffset="2437.69">2394 5953 0,'14'0'47,"12"0"-32,1 0 79,65 0-78,1 0-16,370 40 31,40 13-15,304 0 15,-688-40-16,-80-13-15,-25 0 94</inkml:trace>
  <inkml:trace contextRef="#ctx0" brushRef="#br0" timeOffset="8454.29">3492 5966 0,'40'106'94,"0"0"-78,-27-66 15,27-1-16,-27-39 1,66 0 0,1 0-16,-14-13 15,53-66 1,-66 39-16,40-13 31,-1-26 0,-79 66-15,1 13 31,12 13-16,40 53-15,-13 13 15,-13-39-15,-1-27-1,120 14 1,-40-27 0,40-40 15,-27-39-16,40-40 1,-132 105 0,-27 14-1,14 0 32,65 93-16,-26-67-15,14 14 15,-1 0 1,-52-40-32,39 0 15,-40 0 1,1 0-16,26-13 15,0-14 1,13 14 0,-53 13-1,27 0 1,-1 0-16,-26 0 62,120 26-30,-80 1-32,211-27 15,517 66 1,-437-13 0,-66-93 15,-265 53 16,-13 14-16,0 13 0,0-14 0,39-13 16,94-26-31,-54-27-16,27 14 31,-13-27-15,118-26-1,-171 52 1,53-26 0,-41 53-1,-38 0 1,25 0 0,-12 0-1,-14 0 1,27 0-1,-1 0 1,-12 27-16,39-14 16,133 27 15,-80-40-31,158 0 16,14 0-1,-158 0-15,158 0 31,-238 0-15,-40 0-16,0 0 16,0 0-1,27 0 17,53 13-17,-14 0-15,106 0 16,-13-13 15,-66 0-31,106 0 16,-106 0-1,-93 13-15,53 27 47,0-13-31,-26-1-1,26-26 1,40 0 0,105-53-1,-171 53 1,-13-26 0,-27-1 93,-67-12-93,14-14-1,27 26 1,-27-13-1,40 27 1,-119-53 0,52 13 15,14 53-31,-40-79 16,14 39-1,78 27-15,-12-14 16,-27-12-1,-13 12 1,-27-26 15,67 40-15,-106-66 0,39 52-1,-238-12 16,-13-41-15,159 14 0,-27 26 15,-211 27-15,-371 13 15,252-13 0,383 13-31,-198 0 16,92 13-1,107 0-15,52 27 32,-93-40-17,-12 0 1,-1 0-1,133 0-15,-133 0 32,14 0-17,118 0-15,-105 0 16,119 0 0,-27 0-16,-39 0 15,92 0 1,-92 13 15,66 1-15,66-1-16,-66 13 15,-120 1 17,41-27-1,39 0-16,53 0-15,27 0 16,-107 0 15,54 0-15,39 0 0,-13 26-1,1-26 1,12 13-1,-13 1 1,13 25 0,27-39-1,0 0-15,-27 27 16,-39 12 15,52-25-15,-12-1-1,-41 27 1,14-40 15,26 26-15,1-13 0,-1 1 15,27 12-31,-1 27 15,-12-40 1,13 14 0,0-14-1,13 13 1,-27 27 0,27-26-1,0 12 16,0-12 32,0-14-47,0 13 15,27 41-16,52 12 17,-53-53-17,1 1-15,26-14 32,-40 0-17,-13 1-15,26-1 31,27-13 1,0 0-17,-13 13 1,26-13 0,66 0 15,-118 0-16,-1 0 1,13 0 15,-12 0-15,12 0 0</inkml:trace>
  <inkml:trace contextRef="#ctx0" brushRef="#br0" timeOffset="12701.11">19685 8956 0,'26'-26'78,"1"26"-62,237 0-1,-39 13 1,159 0 0,-212-13-1,93 0 1,-80 0-1,-93 0 1,41 27 15,-107-14-15,1-13 109,-1 0-109,-13 0 15,1 0 78</inkml:trace>
  <inkml:trace contextRef="#ctx0" brushRef="#br0" timeOffset="15311.73">15994 11933 0,'450'0'110,"158"0"-95,-383 0-15,172-53 16,-238 53 0,-27 13-1,67-13 1,-94 0-1,-12 0 1,13 0 0,26 0-1,-39 0-15,171 0 32,94 0-17,-94 0 1,27-26 15,-225 12-31,120 14 16,-54 0-1,-26 0-15,52 0 16,-25 0 15,25 0-15,200 0-1,-94 0 17,107 0-17,-292-13 1</inkml:trace>
  <inkml:trace contextRef="#ctx0" brushRef="#br0" timeOffset="17826.96">15134 11298 0,'0'-27'32,"106"-26"-17,-13 0 1,12 27 0,-78-1-1,13 27 32,-40 27-31,13-14-1,13 14 1,-26-1 0,27 40 15,-27-26-16,0-14 48,0 27-47,0-13-1,0-14 32,0-12 47,0 39-79,0-27 17</inkml:trace>
  <inkml:trace contextRef="#ctx0" brushRef="#br0" timeOffset="18731.45">15571 11853 0,'0'14'359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21:08.7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5212 4987 0,'0'265'94,"40"13"-78,-40-119 15,13 184 0,-13-237-15,27 0-1,-27-66 1,0 26 0,0-26-1,13 79 16,0-13-15,-13-67 0,0 1-1,13-27 1,-13-26 78</inkml:trace>
  <inkml:trace contextRef="#ctx0" brushRef="#br0" timeOffset="811.65">9657 4498 0,'53'198'62,"53"279"-46,-27-107-1,27 199 17,-53-159-17,-13 13 1,-40-264 15,0 66-15,0-172-1,0 0 1,0-27 15,0-39 79,0-13-110</inkml:trace>
  <inkml:trace contextRef="#ctx0" brushRef="#br0" timeOffset="1738.88">11523 4352 0,'0'0'16,"105"-79"0,67 26-1,53 13 17,-53 27-32,146 40 15,-199 39 1,-40 26-1,-39 14 1,-27-13-16,40 105 16,-53 27 15,-13-172-31,-119 106 16,12-27-1,81-92-15,26-27 31,39-13 48,212-26-48,-106-1-31,159 27 15,67 0 1,-292-13 0,-66 0 93</inkml:trace>
  <inkml:trace contextRef="#ctx0" brushRef="#br0" timeOffset="4445.88">21087 11946 0,'0'0'0,"27"0"31,52 0-15,-13 0-16,133 0 31,39-79 0,-159 39-15,40-26-1,-53-14 17,40-92-17,-53 40 16,-40 53-15,14 52 0,-14-26-1,27-13 17,-40 26-17,0 27-15,0-40 16,0 40-1,0 0-15,0-14 16,0-25 15,-133-41-15,1 53 15,-172-39-15,198 79-1,-344-80 1,199 54 0,-93-27-1,225 53 17,-27 0-17,107 27 1,25-27 15,1 66-15,13 40-1,-13-80 1,-13 40-16,12-53 16,1 27-1,13 53 1,79 158-1,-39-225 1,145 133 0,-26-79 15,40-27-15,-120 13-1,-66-66 1,14 0-1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16:02.6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16775 5001 0,'13'0'16,"40"0"-1,105 0 1,173 0 0,-225 0-1,145 0 1,-145 0-16,0 0 15,159-53 1,-1 53 0,-131 0 15,158 0-15,-252 0-16,27 0 31,-39 0-31,39 0 15,-13 0 1,0 0 0,66-27-1,-26 14 1,-27-13 0,66 26-1,-79-14-15,92-12 16,-52 26-1,132 0 1,-133 0 0,-39 0-16,53 0 31,0 0-15,79 0-1,-66 0 1,53 0 15,-53 0 0,53 0-15,-66 0 15,-79 0-15,12 0-16,14 0 15,53-27 1,-40 1 0,-26 26-1,13 0 1,-40-13 0,40-14-1,-13 14 1,-14 0-16,-13 13 15,1-27 1,12 14 0,27-13-1,-27 12 17,41-52-17,-54-26 1,0 65-1,0-39 1,53 0 0,-26 26-1,-27 1 1,14-14 0,-27 39-1,0-12-15,0 0 63,0-27-48,-27 13-15,-118 0 16,79 1 0,-133-28-1,-171-25 1,-54-1 15,1 80-15,251-40-16,-212-40 15,160 93 1,78 0 0,-727 0-1,516 0 16,0 0-15,118 0 0,-91 40 15,78-27-15,67 67-1,106-54-15,-93 54 16,66-14 15,-159 92-15,160-52-1,38-26 1,54-41-16,-27 107 16,40-80 15,0-26-31,0 52 15,40 80 17,13-79-17,-13-80 1,-27 0-16,106 27 16,-26 13-1,251-27 1,-212-26-1,66 0 1,27 0 0,-172 0-1,-40-13 1,1-27 31,-14 54-16</inkml:trace>
  <inkml:trace contextRef="#ctx0" brushRef="#br0" timeOffset="171.63">17436 4961 0</inkml:trace>
  <inkml:trace contextRef="#ctx0" brushRef="#br0" timeOffset="5050.32">1720 4948 0,'0'0'0,"0"53"16,26 158-1,14 27 17,13 106-17,-53-225-15,26 40 16,-26-93-1,27 27 1,-27-67-16,13 14 16,-13 0-1,0 26 1,0-53 0,0 40-1,0 26 16,0-52-15,0 13 0,-13 26-1,13-27 17,0 1 30,0 13-46,0-40-16,0 0 15</inkml:trace>
  <inkml:trace contextRef="#ctx0" brushRef="#br0" timeOffset="6919.98">3294 10901 0,'66'0'31,"556"-53"-15,26 0-16,-211 66 31,26-13 0,-185 0 1,277-53-1,-383 53-31,384 0 15,-199-53 1,-26 53 0,-120 14-1,-144-14 1,91 0 0,-39 0-1,53 0 16,27 0-15,-107 0-16,147 0 16,12-14-1,93 14 17,-159 0-17,146 0 1,-212-26-1,145-1 1,-145 1-16,1 13 16,-81 13-1,1-27-15</inkml:trace>
  <inkml:trace contextRef="#ctx0" brushRef="#br0" timeOffset="10078.64">20783 8903 0,'13'13'62,"14"-13"-46,39 0-1,93 0 17,-80 0-17,-39 14 1,-14-14 78</inkml:trace>
  <inkml:trace contextRef="#ctx0" brushRef="#br0" timeOffset="11103.61">20426 9181 0,'13'0'62,"80"0"-46,-1 13 0,-12-13-1,-41 0-15,80 0 16,-26-13-1,-67-40 1,1 53 0,-14-26-1,-13-14 1,0 14 0,0-14-1,0-26 1,0 39 31,-13 14-16,-40-13-15,-26 12-1,26-12 1,13 13-1,-13 13 1,-13 0 0,26 0-16,-39 0 31,-80 0-15,93 0-1,26 53 1,40-27 15,0 53 0,27-26-15,26 0 0,26-40-1,14 27 16,-40-40-15,-40 27 0</inkml:trace>
  <inkml:trace contextRef="#ctx0" brushRef="#br0" timeOffset="12473.5">22225 9287 0,'13'13'47,"-13"133"-32,0-54 16,0 80-15,13-119 0,-13 13-1,0 40 1,27-53 0,-27-13-1,0-14 1,13 1-16,-13-14 78,0 13-62,0 1 15,0-14-16,0 40 1,0-13 0,-13-14 77</inkml:trace>
  <inkml:trace contextRef="#ctx0" brushRef="#br0" timeOffset="32892.37">21484 13758 0,'0'0'0,"80"0"31,52 0 0,0 0-15,-92 0 0,-14 0-1</inkml:trace>
  <inkml:trace contextRef="#ctx0" brushRef="#br0" timeOffset="34641.83">18799 13110 0,'0'0'0,"-106"27"94,26 52-79,54-26 1,-14 26 15,27-66 1,0 1 14,132 25 17,79 14-47,-105-53-1,-67 27 1,1-27-1</inkml:trace>
  <inkml:trace contextRef="#ctx0" brushRef="#br0" timeOffset="37727.94">21974 13652 0,'13'14'62,"199"-14"-31,12 0-15,253 0 15,-411 0-31,13 0 16,1 0 0,-67 0-1</inkml:trace>
  <inkml:trace contextRef="#ctx0" brushRef="#br0" timeOffset="39179.37">21868 13705 0,'13'0'47,"53"0"-31,0-26 15,-13 26-15,-13 0-1,26 0 1,13 0 15,14 0-15,-53 0-1,66 0 1,-67 0 0,27 0-1,-52 0 1,25 0-1,41 0 1,-41 0 0,14 0 15,-26 0-15,39 0 30,-40 0-14,1 0 46,-1 0-63,-12-27 64</inkml:trace>
  <inkml:trace contextRef="#ctx0" brushRef="#br0" timeOffset="43922.23">18666 10610 0,'14'0'32,"-41"79"-1,1-52-16,-1 39 1,-39 13 15,53 53-15,-14-65 15,27-28-31,0 54 16,0 26-1,0 40 1,0-40 0,0-13 15,0-54-15,40 28-1,-13-14 1,78 27 15,-52-54-15,-26-39-1,12 27-15,-25-27 16,-1 13 0,-13 0-1</inkml:trace>
  <inkml:trace contextRef="#ctx0" brushRef="#br0" timeOffset="51767.87">19024 12290 0,'13'0'0,"-13"13"31,0 27-15,-40-27 15,-13 27-31,-39-1 16,-133-12 15,185-1-15,0-12-1,14 12 1,-1-13 0,-12 0 15,25 27-16,1-27 1,13 1 47,53-1-48,13 0 1,93 40-1,-119-40 1,39 14 0,-52-14-1,25 13 17</inkml:trace>
  <inkml:trace contextRef="#ctx0" brushRef="#br0" timeOffset="53609.37">17965 11271 0,'0'13'47,"-39"54"-32,-1-41 1,-53 40 15,80-66-15</inkml:trace>
  <inkml:trace contextRef="#ctx0" brushRef="#br0" timeOffset="53942.67">17859 10980 0,'93'93'16,"-186"-186"-16,239 265 16,-93-106-16,92 14 15,-65 12 1,-14-39-1,-13 0 17,-40-53-1</inkml:trace>
  <inkml:trace contextRef="#ctx0" brushRef="#br0" timeOffset="54435.05">17833 12687 0,'0'92'15,"0"239"1,0-119 15,0-133-15</inkml:trace>
  <inkml:trace contextRef="#ctx0" brushRef="#br0" timeOffset="54987.36">17462 12475 0,'14'40'31,"-14"39"-15,13 40 15,0-79-15,14-14 31,-14 1-32,27-14 1,52 14 0,-39-27-1,-26 0 1,12 0-16,27 0 15,-13 0 1,-26 0-16,-14 0 31,119-40 1,-79 40-17,-13-13 16</inkml:trace>
  <inkml:trace contextRef="#ctx0" brushRef="#br0" timeOffset="55208.21">18190 12793 0,'13'0'31,"-13"39"1,-39 41-1,39-67-31</inkml:trace>
  <inkml:trace contextRef="#ctx0" brushRef="#br0" timeOffset="55668.94">17568 13031 0,'0'0'0,"0"92"15,0-26 1,0 40-1,0-79 1,0 12 0,0-25-1,40 12 1,0-26-16,-14 0 47,27 0-32,-13 0 1,-14 0 31</inkml:trace>
  <inkml:trace contextRef="#ctx0" brushRef="#br0" timeOffset="56101.99">18018 13309 0,'-40'92'62,"40"-79"-31</inkml:trace>
  <inkml:trace contextRef="#ctx0" brushRef="#br0" timeOffset="56444.48">17978 13414 0,'-13'0'31,"-93"0"0,93 0-15,-53 0 0,53 0-16,0 0 31,-1 0-16,-39 0 17,40 0-1,0 0 0,0 0-31</inkml:trace>
  <inkml:trace contextRef="#ctx0" brushRef="#br0" timeOffset="57839.9">21696 13017 0,'0'0'0,"79"-13"16,-13 0-1,-39 13-15,12-13 31,-12 13-15,26-13 15,-13-1-15,12-25 0,-12-14 15,0 0 0,-40 26 0</inkml:trace>
  <inkml:trace contextRef="#ctx0" brushRef="#br0" timeOffset="58406.21">21683 12409 0,'53'0'172,"79"0"-157,225 0 16,-264 0-15</inkml:trace>
  <inkml:trace contextRef="#ctx0" brushRef="#br0" timeOffset="59364.4">20836 13401 0,'0'0'0,"40"0"15,-27 0 1,40 0 0,-14 0-1,67 0 1,-40 0-1,-39-13 1,13 13 0,-14 0-16,0 0 15,1 0 1,-14 0 0</inkml:trace>
  <inkml:trace contextRef="#ctx0" brushRef="#br0" timeOffset="59881.68">20955 13692 0,'26'0'47,"27"0"-31,27 13-1,26 1 1,-40-14 0,-27 13-1,28-13 1,-41 0 0,14 0-16,-1 0 15</inkml:trace>
  <inkml:trace contextRef="#ctx0" brushRef="#br0" timeOffset="67483.64">21775 11311 0,'27'0'31,"-14"93"0,-13-41-15,13-25 15,-13-14-15</inkml:trace>
  <inkml:trace contextRef="#ctx0" brushRef="#br0" timeOffset="69102.12">21656 11443 0,'40'13'62,"0"40"-46,-27-53-1,0 0 17,13 53-17,14-26 16,-40-14-15,13-13 0,1 0-1,-1 0 1,0 0 0,0 0-1,0 0 1,14-26-1,-14-1-15,14 14 16,52-80 15,-26 27-15,-40 53 0</inkml:trace>
  <inkml:trace contextRef="#ctx0" brushRef="#br0" timeOffset="69765.7">21683 11642 0,'13'66'46,"13"132"-14,-12 14-1,-1-172-15,-13-27-1,13-13 32</inkml:trace>
  <inkml:trace contextRef="#ctx0" brushRef="#br0" timeOffset="70237.17">21656 11642 0,'0'0'0,"-66"39"31,0 14-31,13 27 16,26-41-1,27-12 32,-26-14-16,26-39-31</inkml:trace>
  <inkml:trace contextRef="#ctx0" brushRef="#br0" timeOffset="70625.78">21616 11642 0,'0'0'16,"67"26"0,-54-26-1,13 40 1,54 39-1,-1-13 1,0-39 0</inkml:trace>
  <inkml:trace contextRef="#ctx0" brushRef="#br0" timeOffset="87083.28">21524 11232 0,'26'0'62,"27"0"-46,27 0-16,-27 0 15,251 0 1,-79 0 15,211 0 0,-145 0-15,-225 0 0,40-27-1,-79 27 1,-1 0 0</inkml:trace>
  <inkml:trace contextRef="#ctx0" brushRef="#br0" timeOffset="87425.38">23720 10676 0,'0'0'15,"0"40"48</inkml:trace>
  <inkml:trace contextRef="#ctx0" brushRef="#br0" timeOffset="87646.84">23693 10874 0,'14'0'78</inkml:trace>
  <inkml:trace contextRef="#ctx0" brushRef="#br0" timeOffset="87838.1">23707 11205 0,'13'-93'93</inkml:trace>
  <inkml:trace contextRef="#ctx0" brushRef="#br0" timeOffset="88107.68">24447 10597 0,'-39'0'62,"-80"-14"-46,53-12-1,-27 26 1</inkml:trace>
  <inkml:trace contextRef="#ctx0" brushRef="#br0" timeOffset="88347.93">24104 10557 0,'0'26'78,"26"1"-63</inkml:trace>
  <inkml:trace contextRef="#ctx0" brushRef="#br0" timeOffset="88710.16">24342 10649 0,'13'14'16,"-13"12"0,0 1 31,0-14-32</inkml:trace>
  <inkml:trace contextRef="#ctx0" brushRef="#br0" timeOffset="88900.21">24461 10729 0,'-93'66'47</inkml:trace>
  <inkml:trace contextRef="#ctx0" brushRef="#br0" timeOffset="89493.9">23932 10941 0,'0'26'78,"211"-13"-62,-39-13 0,-159 0 15,-13 80 16,-79-1-16,66-66-31,0-13 47,13 80-31,0 12 15,0 14-16,-27-40 1,27 0 0,0-39 15,-66-27 31,-53-40-46,-27 0-16</inkml:trace>
  <inkml:trace contextRef="#ctx0" brushRef="#br0" timeOffset="89814.88">23799 11417 0,'106'0'16,"-212"0"-16,543 0 15,-146 0 1,-212 0 0,-26 0-16,40 0 15,-67 0 16,-13 0-15</inkml:trace>
  <inkml:trace contextRef="#ctx0" brushRef="#br0" timeOffset="90982.7">21603 10597 0,'27'0'62,"26"0"-46,-14 0-1,14 0 1,-26 13 0,78-13 15,-65 0-15</inkml:trace>
  <inkml:trace contextRef="#ctx0" brushRef="#br0" timeOffset="91376.25">21881 10425 0,'0'13'16,"-13"172"0,-14-106-1,14 40 1,-13-66 0,12-39 46</inkml:trace>
  <inkml:trace contextRef="#ctx0" brushRef="#br0" timeOffset="91647.59">21709 10716 0,'0'0'16,"-40"0"0,14 26-16,-1 1 15,14-1 1,0-26-1,26 0 32</inkml:trace>
  <inkml:trace contextRef="#ctx0" brushRef="#br0" timeOffset="91848.84">21868 10716 0,'26'0'63,"14"39"-32,-27-39-31,0 0 16,14 0-1</inkml:trace>
  <inkml:trace contextRef="#ctx0" brushRef="#br0" timeOffset="92080.29">22238 10372 0,'0'0'0,"106"53"16,132-53 0,-79 26-1</inkml:trace>
  <inkml:trace contextRef="#ctx0" brushRef="#br0" timeOffset="92420.97">22450 10372 0,'-13'0'16,"-27"53"-1,27-27 1,0 14-1,13-27 48,0 0-63</inkml:trace>
  <inkml:trace contextRef="#ctx0" brushRef="#br0" timeOffset="92621.95">22609 10385 0,'0'53'16,"-80"13"15,-65 13-16,92-52-15,-40-14 16</inkml:trace>
  <inkml:trace contextRef="#ctx0" brushRef="#br0" timeOffset="92842.16">22132 10663 0,'0'13'31,"-13"-13"-15,13 26 0</inkml:trace>
  <inkml:trace contextRef="#ctx0" brushRef="#br0" timeOffset="93796.37">22490 10557 0,'0'0'15,"13"0"1,0 0 0,0 40-1,-13-14 1,0 0 0,0 14-1,0 0 1,-13-27-16,-27 14 15,1-27 17,-1-93 30,40 66-46,0-12 46,26 39-46,-12 0 0,-1 0-1,-13 53 1,-13-14-1,-173 1 1,134-27 0,-1 14-1,39-27-15,28 0 63,25 0-48,-25 13 1,-14 0 15,-14 27-15,120-14 62,212-26-47,-239 0-15,-66 0 0,-26-13 62,-66-106-63,12 66 1,54 53-16</inkml:trace>
  <inkml:trace contextRef="#ctx0" brushRef="#br0" timeOffset="94274.22">22490 10689 0,'0'0'0,"-80"0"31,27 13-15,14 14-16,-1 13 16,0-1-1,14-12-15,13-14 47,-1 0 47,14 0-47,238 54-16,-158-54-15,-54-13-1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17:41.7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9049 6654 0,'0'0'0,"264"13"31,54-26-15,-226 13 0,94 0 15,-147 13-15,-39 1-1,14-14 110,12 0-109,-13 0-16,14 0 15</inkml:trace>
  <inkml:trace contextRef="#ctx0" brushRef="#br0" timeOffset="2288.67">4974 8771 0,'53'0'31,"-13"0"-15,66 0-16,224 13 16,-171-13-1,211 0 1,292 0-1,-464 0 1,173 0 0,-133 0-1,-26 0 1,-133 0-16,80-26 31,-40 26-15,-80-14-16,-12 1 15,13 13 1,-14-13-16,-26 0 16,40 13-1</inkml:trace>
  <inkml:trace contextRef="#ctx0" brushRef="#br0" timeOffset="3860.5">4273 10014 0,'0'0'0,"40"0"0,158 40 31,305-40-15,-93 53 15,423 0 1,-661-53-32,14 0 15,-134 0 1,-25 0-1,-14 0 32,14 0-31,-1-13-16,-13 13 31</inkml:trace>
  <inkml:trace contextRef="#ctx0" brushRef="#br0" timeOffset="6499.29">14592 12078 0,'159'0'79,"-80"0"-64,-26 0-15,119 13 31,26 14-15,-118-27-16,118 0 16,-119 0-1,14 0-15,66 0 16,-14 0 0,-65 0-1,-14 0 1,-27 0 15,28 0-15,52 0-1,-66 0 1,13 0 0,53 0-1,-79 13-15,-1-13 31,27 0-31,14 0 16,39 0 0,-53 0-16,13 0 31,27 0-15,13 0-1,-66 0 1,0 0 15,-13 0-15,-1 0-1,28 0 1,38 0 15,-65 0-15,-27 0-1,14 0 17,26 27-17,0-14 1,-40-13 0,0 13 46,53-13-46,-26 0-1,-40 13 48</inkml:trace>
  <inkml:trace contextRef="#ctx0" brushRef="#br0" timeOffset="8455.94">13666 13017 0,'53'0'46,"105"0"-30,-118 0 0,185 0-1,-80 0 1,-25 0 0,-54 0-16,79 0 15,-65 0 1,-14 0-1,-40 0 1,-13 0-16,1 0 31,12 0-15,14 0 62,-14 0-62,1 0-16,12 0 15,67 0 17,-53 0-17,0 0-15,13 0 16,-53 0-1</inkml:trace>
  <inkml:trace contextRef="#ctx0" brushRef="#br0" timeOffset="9575.98">18441 12978 0,'0'0'0,"40"13"16,145-13 15,-92 0-31,-14 0 16,-39 0-1,145 0 1,-105 0 0,171 0-1,-92 0 1,105 0 15,-198 0-31,173 0 16,-81 0-1,-118 0-15,53-13 16,-67 13 0,1-13-16,-27-1 15,26 14 17,27 0-1,0 0 63,-14 0-79,-12 0 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17:54.0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5159 5530 0,'80'-27'47,"-54"27"-31,67 0-1,-1 0 1,-39 0-1,80 0 17,-94 0-17,-12 0 1,-14 0 62</inkml:trace>
  <inkml:trace contextRef="#ctx0" brushRef="#br0" timeOffset="3535.72">5331 5609 0,'0'27'47,"0"-1"-31,0 80-1,-13-27 1,13-65 0,-26 38-1,26-38 1,0 25 0,0-25-1,0-1 16,0 0-15,0 0 0,0 14-1,0 12 17,0 54 14,0-67-30</inkml:trace>
  <inkml:trace contextRef="#ctx0" brushRef="#br0" timeOffset="4038.17">5027 6019 0,'40'66'62,"-1"-66"-46,-12 80-1,-14-41 1,14-131 109,-1 65-109,14-65-1,-1 39 16,-39 26-31</inkml:trace>
  <inkml:trace contextRef="#ctx0" brushRef="#br0" timeOffset="6377.86">5450 7223 0,'-26'40'63,"13"132"-47,13-80-16,0 27 15,-40 27 1,40-106 15,0-27 0,0 0 94</inkml:trace>
  <inkml:trace contextRef="#ctx0" brushRef="#br0" timeOffset="6911.67">5106 7673 0,'0'53'31,"27"39"0,13-39-31,-1 40 16,-12-53-1,-27-14 64,39-52-48,-39-14-16,40-26 1,-13 0 15,-14 39-15,-13 14 15</inkml:trace>
  <inkml:trace contextRef="#ctx0" brushRef="#br0" timeOffset="8756.58">16550 8427 0,'0'-13'32,"106"13"-17,-40 0-15,159 0 16,105 0 15,649 0-15,-727 0-1,290-27 1,-317 27-16,145 0 16,-211 0-1,172-26 16,-212 26-31,172-13 16,66 13 0,-198 0 15,0-14-15,-14 14-1,14 0 1,-40 0-1,-79 0 1</inkml:trace>
  <inkml:trace contextRef="#ctx0" brushRef="#br0" timeOffset="9630.2">15968 9671 0,'79'0'16,"-13"-14"-16,-26 14 31,687 0-16,-39-13 1,622 13 0,-992 0-1,541 0 1,-409 0 15,53 0-15,-225 0-1,26 0 1,-238 0 15,27 0-15,-67 0 0,-13 0-1,14 0-15,26 0 31</inkml:trace>
  <inkml:trace contextRef="#ctx0" brushRef="#br0" timeOffset="9820.84">21683 9697 0</inkml:trace>
  <inkml:trace contextRef="#ctx0" brushRef="#br0" timeOffset="12802.39">7885 3876 0,'0'0'0,"13"-13"16,40-53 15,39-40-16,-26 27-15,159-80 16,331-185 15,-212 159-15,172-120 0,-357 226 15,-106 39-16,-40 40 1,13 0 0,-13 133-1,-13 118 1,-26 212 15,-159 40 0,105-424-15,41-52-16,-27-27 31,-1 0-15,15 0-16,-107-40 16,13-53-1,-158-238 1,172 146-1,-120-370 17,252 502-17,-26 40-15,66-1 47,26 28-31,92 12-1,795 146 17,-318-106-17,-185 40 1,-437-106 0,27 0-1,-27 0 1,-13 26 46,0 67-46,-93 0 0,-158-27-1,-582 40 1,-41-1-1,398 14 17,317-79-17,120-40 79,25 0-94</inkml:trace>
  <inkml:trace contextRef="#ctx0" brushRef="#br0" timeOffset="14551.92">8546 3903 0,'0'0'0,"-225"-53"31,-172 26 1,-158 27-17,-583 146 16,371-120-15,-67 14 0,199 105-1,-317 239 17,595-146-32,145-53 15,-13 54-15,-265 303 16,160-66-1,211-251-15,-80 370 32,-52 411-1,158-358-15,14 596-1,79-927 1,-27 450-1,239 1 1,13-411 0,145 66-16,623 93 15,581-66 17,2739-252-1,-1284-687-16,-476-226 17,-1852 332-32,411-54 15,-371 1 1,-490 237-16,-158 14 16,12-238-1,-105-93 1,-13 66-1,-53 106 1,-66 40-16,-173-437 16,120 265-1,-437-424 1,-502-489 0,449 780 15,-608-317 0,1058 794-31,-172-40 16,172 119-1,-899-119 1,-186-53 15,979 172-31,-224 53 16,26-13-1,238 53-15,119-14 16,-291 27 0,238 13-16,-132-13 15,304-53 1,-27 0 0,-79 0-1,107 0 1</inkml:trace>
  <inkml:trace contextRef="#ctx0" brushRef="#br0" timeOffset="14972.77">13864 1958 0,'0'53'47,"-79"172"-31,26-146-16</inkml:trace>
  <inkml:trace contextRef="#ctx0" brushRef="#br0" timeOffset="15164.01">13533 2500 0</inkml:trace>
  <inkml:trace contextRef="#ctx0" brushRef="#br0" timeOffset="15345.56">13533 3082 0,'0'0'16,"0"-26"31,186-120-32,-1-39 1,-119 40 0,93-14-16</inkml:trace>
  <inkml:trace contextRef="#ctx0" brushRef="#br0" timeOffset="16670">14803 1296 0,'14'0'15,"-41"172"16,-224 265 1,158-331-17,54-66 1,290-93 31,-26-53-32,-66 53 1,105 13 0,-237 40 15,-41 0-15,-39 27-1,-330 118 16,26 54-15,277-133 15,54-27-31,92-25 63,106-14-32,0 0-31,317 0 16,-303-53-1,-186 145 79,-27-78-78,-264 78-1,13-92 1,-92 0-16,-40-53 31,357 40-15,13 13-1,27 119 17,-80 106-17,54-146 1,12-26 0,14-40-1,13 1 16,119-14-15,397-212 0,-119 119 15,-225 54-15,-172 131 30,-13-25-30,13-54 15,158-146-15,-118 120 0,-27 13-1,14 0 1,-27 53 31,66 0-16,145-172-15,-12-146-1,-199 41 16,0-94-15,0 265-16</inkml:trace>
  <inkml:trace contextRef="#ctx0" brushRef="#br0" timeOffset="17870.97">16404 1429 0,'-40'0'47,"-79"79"-31,-39-26-16,-213 66 15,265-53 16,14-66-31,12 13 16,94-13 31,435 40-16,-25-13-15,118 26-1,-462-53 1,-67-27 62,-53-13-62,0 40-16,-92-13 15,0-13 1,92 26-16,-26 132 16,-93 53 15,146-132-31,-66 119 16,52-13-1,27-106-15,0-27 16,0 1 15,27-318 32,39 158-48,-40 41-15,14-67 16,-27 80 15,0 105 0,-158 106-15,92-92-16,-26 13 31,-14-13-31,27-1 16,106-39 62,131 0-62,-38 0-16,131 0 31,-78 40 0,-173-40-15,0 0 31</inkml:trace>
  <inkml:trace contextRef="#ctx0" brushRef="#br0" timeOffset="18132.64">17105 1759 0,'-13'53'62,"13"-39"-46,0-41 46</inkml:trace>
  <inkml:trace contextRef="#ctx0" brushRef="#br0" timeOffset="18475.66">17436 1455 0,'26'0'15,"27"0"1,-39 27-1,-14 39 1,0-27 15,0-12-15,0 26 0,-40 0 15,-13-14-16,0-25 1,13-14 0,-12 0 15,12 0-31</inkml:trace>
  <inkml:trace contextRef="#ctx0" brushRef="#br0" timeOffset="18677.87">17039 1773 0,'13'0'16,"133"0"-1,-93-14-15,13 14 16,-40 0-1</inkml:trace>
  <inkml:trace contextRef="#ctx0" brushRef="#br0" timeOffset="18906.29">16880 2117 0,'0'0'0,"14"0"16,144-14 0,81 1 15,-120-13-16,-93 26 1</inkml:trace>
  <inkml:trace contextRef="#ctx0" brushRef="#br0" timeOffset="19489.77">17079 2275 0,'26'0'79,"1"0"-64,12 0 1,-12 0 15,-106 93 0,-160 0 1,107-54-17,53 1 1,52-14-16,146 14 62,186-40-46,-67 0 15,13 0-15,-238 0 62,-13-26-62,-13-1-16,-53-26 15</inkml:trace>
  <inkml:trace contextRef="#ctx0" brushRef="#br0" timeOffset="19881.04">17211 2143 0,'0'53'31,"0"132"-15,-13-79-1,-14-13 1,14-67-16,13-13 109</inkml:trace>
  <inkml:trace contextRef="#ctx0" brushRef="#br0" timeOffset="20282.55">18600 1759 0,'27'80'31,"-27"343"-15,0-92-1,-14 185 17,-12-437-1,26-171 16,0-27-47</inkml:trace>
  <inkml:trace contextRef="#ctx0" brushRef="#br0" timeOffset="20885.39">18772 1389 0,'106'0'47,"212"0"-16,12 27-15,438 105 15,-425-93-15,187 41 0,-305-54 15,-146-12-16,-53-14 1,27 92 0,-53 1-1,0 13 1,0 52-16,-39 213 16,-1-146-1,-119 423 1,119-463-1,27-145-15,13-106 110</inkml:trace>
  <inkml:trace contextRef="#ctx0" brushRef="#br0" timeOffset="21689.67">20055 1667 0,'0'13'31,"-238"238"0,40-118-15,145-80-1,40-53 1,52-66 62,28 26-62,25 0-16,40 14 15,-39 26 1,158 0 0,-79 0 15,-132 13-31,0 13 15,-27-26 1,0 14 15,-13 25-15,0 14 0,-39-26-1,-14-14-15,-199 66 16,-65-39-1,184 13-15,-144 53 32,158-27-17,92-79 1,14 13 0,13-39 30,0-159-30,13 92 0</inkml:trace>
  <inkml:trace contextRef="#ctx0" brushRef="#br0" timeOffset="21989.2">19513 2077 0,'79'66'16,"-158"-132"-16,449 291 15,-158-93 1,-93-79 0,-53-13-16,53 66 15,40-14 1,-80-39-16,1-26 31,-120-27 32</inkml:trace>
  <inkml:trace contextRef="#ctx0" brushRef="#br0" timeOffset="22271.6">19738 2831 0,'93'0'47,"-41"0"-32,-38 0-15,12 13 16</inkml:trace>
  <inkml:trace contextRef="#ctx0" brushRef="#br0" timeOffset="22451.87">19725 3082 0,'0'0'0,"53"14"31,66 12-15,-106-26-16,27 0 31</inkml:trace>
  <inkml:trace contextRef="#ctx0" brushRef="#br0" timeOffset="22884.62">19063 3162 0,'53'13'62,"185"40"-46,53-27 0,-132 27-1,1124 80 1,-846-54-1,118-13 1,-383-13 15,-172-40 32</inkml:trace>
  <inkml:trace contextRef="#ctx0" brushRef="#br0" timeOffset="24180.86">22609 2646 0,'0'0'0,"0"-93"0,0-105 16,53-120 15,66-52-15,-66 238-1,-40 118 1,13-12-16,-13 26 16,120 278 15,65-106-15,-13 158-1,-52-12 1,-14-120-1,0-12 1,-106-173 15,-251-185 16,79 53-31,-476-305-1,27 160 17,555 237-1,185-12 16,199 39-32,132 0 17,-133 0-17,-158 39 1,-158-39 0,-28 27 30,-449 92-14,-595 159-1,688-146-15,304-106-1</inkml:trace>
  <inkml:trace contextRef="#ctx0" brushRef="#br0" timeOffset="24651.57">22622 2659 0,'0'0'0,"-27"-53"31</inkml:trace>
  <inkml:trace contextRef="#ctx0" brushRef="#br0" timeOffset="27045.37">7766 5861 0,'0'119'47,"0"13"-32,0-79-15,0 13 16,0 93 0,-40 26-1,40-66 1,0-13-16,-13 53 31,-27 26-15,27 132-1,13-12 17,26 118-17,-26-132 1,0-13 0,27 66-1,-27-146 1,0 212-1,0-211 1,0-67-16,0 159 31,0 66-15,0-198 0,0 0 15,0-146-31,0 13 15,0 27 1,0-40 0,0 14-1,0-1 17,0-105 30,-27-40-46</inkml:trace>
  <inkml:trace contextRef="#ctx0" brushRef="#br0" timeOffset="27820.06">7448 9710 0,'26'0'31,"107"146"1,-80-40-17,0-27 1,-14-66-1,-39 0 17,40-13-1,0 0-15,-1 0-16,27-26 15,-39-14 1,-14 1-1,-13-94 1,0 14 15,0 93-31,0-54 16,0 14 0,0 40-1,-13-40 1,13 52-16,-13 1 31,13 0-15</inkml:trace>
  <inkml:trace contextRef="#ctx0" brushRef="#br0" timeOffset="32078.5">9393 5133 0,'0'0'0,"13"53"16,40 26 15,-13-13-31,65 212 16,-78-172-1,79 145 1,-1 226 0,-105-424-16,27 66 15,-27 145 1,13-39 0,27 238-1,-40-132 1,0 105 15,0-39-15,0-198-1,-53 224 1,-40-92 0,80-133-16,-27 133 15,-12-40 16,52-132-31,0 277 16,0 54 0,0-252 15,52 26-15,28-118-1,-54 92 1,54-145 15,197 39 0,-65-92-15,516-80 0,-318-26-1,-146 13 1,266-159-1,118-158 1,-370 158-16,118-66 16,-290 120-1,-13-1-15,13-225 16,-67 106 0,-12-105-1,13 118-15,-40-317 16,0 212-1,0 65 1,53-158 15,-53 305-31,13-28 16,-13 94 0,0-133-1,0 79 16,0 133-31,0-27 16,0-12 0,0-1-16,0-40 31,0-79-15,0 106-16,-13-80 15,-27-12 16,13 118-15,14 14 0,-27-41-1,-26 1 17,40 13-32,-27-26 15,26 52 1,14-12-16,-53-14 15,-27 13 1,14 0 0,39 14-1,-39 13 17,53 13-17,12 0-15,-78 66 31,-1 66-15,80-92-16,-66 53 16,12 65 15,67-105-31,-26 79 16,-1 226 15,27-133-16,0-1 1,0 28 15,0 26-15,0-265 0,0 66-1,0 67-15,53 105 16,-53-26-1,0-185-15,0 198 32,0 132-17,0-330-15,0 225 16,0-173 0,-13 80-16,13-13 15,0-67 1,0 173-1,0-172 1,0 39 0,0-92-16,0 13 15,0-40 1,0 13 15,-53-26 32,0-238-48,53 145-15</inkml:trace>
  <inkml:trace contextRef="#ctx0" brushRef="#br0" timeOffset="33139.31">9340 8467 0,'0'13'16,"0"159"31,53-53-31,0 40-16,52 92 15,-105-224 1,67 65-1,-54-65 1,-13-14 31,13 0-31,14-13-1,25-53 1,1-26-16,53-54 15,-26 54 1,92-119 0,-159 158-1,13-39 1,-26 26 15,0 39-15,-53-25-16</inkml:trace>
  <inkml:trace contextRef="#ctx0" brushRef="#br0" timeOffset="34034.5">12674 11549 0,'0'13'31,"-27"1"-15,40-1 62,159-13-47,-53 0-15,80 13-1,-80 27 1,-119-14 31,0 27-31,0-40-16,0 80 31,-80-1-16,1 80 1,66-119 0,-14-92 77,27-147-93</inkml:trace>
  <inkml:trace contextRef="#ctx0" brushRef="#br0" timeOffset="35212.91">13123 10861 0,'-13'0'62,"13"-26"1,27-54-48,12 14 17,-12 0-1,-14 40-31,27-14 15,-14 0 1,-13 14-16,14-1 16</inkml:trace>
  <inkml:trace contextRef="#ctx0" brushRef="#br0" timeOffset="35970.21">13044 10729 0,'0'13'31,"0"27"-15,0-14-16,0-13 16,0 14-1,0-14 1,0 0 62,13 1-16</inkml:trace>
  <inkml:trace contextRef="#ctx0" brushRef="#br0" timeOffset="36974.61">14168 7435 0,'14'53'31,"-147"251"-15,1-145 0,39-40 15,27-66-31,66-40 15,0 0 1,-26-79 31</inkml:trace>
  <inkml:trace contextRef="#ctx0" brushRef="#br0" timeOffset="37576.28">14049 7594 0,'0'0'0,"67"39"16,-54-12-16,40-14 31,-27 13-15,-26-12-16,13-1 15,-13 13 1,14 14-1,25 13 142,-26-27-142,54 54 1,25 39 15,-79-66-15,14-27-1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22:17.4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4604 6972 0,'13'26'78,"199"-26"-47,118 106-31,54-79 16,53-27 0,-226 0-16,107 13 31,-27-66-16,-278 53-15,66-27 16,-52 27 0,-14-13-16,0 13 15,14 0 1,-1 0 15</inkml:trace>
  <inkml:trace contextRef="#ctx0" brushRef="#br0" timeOffset="464.59">6932 5689 0,'0'0'15,"13"-27"17,67 14-17,-14 13 1,0 0 0,0 26-1,-39 27 1,-14 13-1,0-26-15,-13 26 16,0-13 15,0-40 1</inkml:trace>
  <inkml:trace contextRef="#ctx0" brushRef="#br0" timeOffset="985.07">7223 6363 0,'13'-13'172,"-13"0"-156,-13 13 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18:35.5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14962 5159 0,'53'0'16,"79"0"0,1 0-16,158 0 15,211 0 17,-211 0-17,-264 0 1,13 0-16,-27 0 15</inkml:trace>
  <inkml:trace contextRef="#ctx0" brushRef="#br0" timeOffset="699.17">15624 7580 0,'39'40'47,"199"-14"-32,-66 1 1,318 79-1,-305-93 17,-145-13-1,-40 40 31</inkml:trace>
  <inkml:trace contextRef="#ctx0" brushRef="#br0" timeOffset="1351.65">14063 10689 0,'238'0'62,"0"0"-46,198 0 0,54 13 15,-424-13-15,27 14-1,-67-1 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18:41.7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13269 6019 0,'66'0'31,"93"0"-16,-27 0-15,186 0 16,131 27 0,477 105-1,-635-92 1,159 66 0,40-80-1,-80-26 1,185-26-1,-251-67 17,79 80-17,-224-27 1,79 27 0,-133-27 15,54 40-16,-133 0 1,79 0 0,-39 0-16,172 13 15,-146-13 1,0 0-16,107 0 16,-67 0-1,238 53 1,-53-40-1,251-13 17,-25 0-17,-478 0 17</inkml:trace>
  <inkml:trace contextRef="#ctx0" brushRef="#br0" timeOffset="1588.05">18111 8943 0,'0'0'0,"26"-13"16,40-27-1,53 40 16,14-26-15,-80 12 0,185-39-1,53 53 1,-119 0 0,79 0 15,-119 0-16,-79 0 1,133 0 0,-54-13-1,66 13 1,27 0 0,-26 0-1,-27-40 1,-120 40-1,-38 0-15,-1-13 16</inkml:trace>
  <inkml:trace contextRef="#ctx0" brushRef="#br0" timeOffset="3061.33">19354 9710 0,'14'0'63,"131"0"-47,106-39-1,371-14 16,-146 53-15,54 26 0,-398 27-1,212 26 1,-265-79 0,40 0-1,-79 0-15,13 0 16,-27 0-1,54 0 17,-41 0-1</inkml:trace>
  <inkml:trace contextRef="#ctx0" brushRef="#br0" timeOffset="4608.89">16867 10504 0,'0'0'0,"437"0"31,171-79-15,-502 52-16,119-65 31,-199 78-15,1 1-16,13-27 15,26 1 1,-13 12-16,-27-12 31,-13 12-15,14-13 15,-27 14 0,-40-14-15,-13 14-1,-26 13 1,-133-80 0,-396-66 15,449 159-31,-608-132 31,264 26-15,397 106-1,-66-40 1,159 40-16,-93 0 31,53 40-15,27-27-16,-27 40 16,0-26-1,40-14-15,-40 53 31,-13-13-15,52-40-16,1 53 16,13-52-1,0 52 1,0-27 0,79 67-1,27-26 1,-53-54-16,0 1 31,-13-1-31,119 27 16,-93-40-1,40 14-15,198-14 16,66 27 0,-185-40-16,54 13 31,-81-13-16,-118 0-15,-14 0 16,1 0 0,-14 0 77</inkml:trace>
  <inkml:trace contextRef="#ctx0" brushRef="#br0" timeOffset="4900.81">17383 10266 0</inkml:trace>
  <inkml:trace contextRef="#ctx0" brushRef="#br0" timeOffset="6500.71">13322 11761 0,'13'13'16,"40"-13"-1,251-27 17,-26 27-17,-119 0-15,238 0 16,145 0 0,-304 0-16,172 0 31,-92 0-16,-173 0-15,40-13 16,-92 13 0,198-39-1,-26 25 1,-133 14-16,159-39 31,-79 39-15,-106 0-16,-1-53 15,1 53 17,0-27-17,-66 27 1</inkml:trace>
  <inkml:trace contextRef="#ctx0" brushRef="#br0" timeOffset="7104.2">16656 13004 0,'52'40'47,"41"-40"-32,66 0-15,145 0 16,463 66 0,-449 0-16,489 80 31,-648-146-15,-80 0-16,-26 0 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20:51.2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10623 4167 0,'79'0'31,"-26"0"-15,119 0 0,-13 0-1,-27 0-15,173 0 16,290 0 0,-357-13 15,-13-66-16,-119 79 1,66-14 0,-27-25 15,27-54-15,-92 80-1,92-40 16,-119 40-15,-14-1 0,-26-52 31,-26 0-16,-26 26-31,-41-26 15,-65-26 1,92 65-16,-133-39 31,-144-13-15,-173 79 15,66 53 0,14 0 1,132-53-17,225 0 1,-199 39 0,67 1-1,-53-27 16,-173 27-15,133-40 0,-66 13-1,291 14-15,-13-14 32,52 0-32,-26 27 15,53 39 1,0-52-1,0-1 1,66 106 0,93 1 15,0-80-31,489 79 16,-53-53-1,-290-13-15,65 0 31,-158-66-15</inkml:trace>
  <inkml:trace contextRef="#ctx0" brushRef="#br0" timeOffset="5808.36">11999 12303 0,'66'13'78,"119"14"-62,-26-27 15,79 0-15,-132 0-1,291 0 1,238 66-1,106-26 1,-516-27 0,277 79-1,-211-78 17,-53 39-17,-13-53 1,132 0 15,-158 0-15,52 0-1,-185 0 1,53 13 15,1-13-15,65 0-1,-13-27 1,39 1 0,-171 13-1,79-53 1,106-14 15,-53 14-15,-106 13-1,-26 40 1,-27 0-16,0 13 31,1-27 1,25-26-17,-39 14 16,0-54 1,0 53-17,-53 40 1,-105-53 15,-213-52-15,279 105-1,-345 0 1,-92-40 15,277 27-15,-263-40 0,250 39 15,106 14-31,-132 14 31,-26 39-15,92-53-1,26 0 1,41 0 0,38 53-1,-25-53-15,-80 0 16,27-27-1,-14-39 1,133 66-16,-186-66 16,106 66-1,-171 0 1,105 0 15,92 0-31,-25 0 16,118 0-1,-26 0-15,-133 0 16,54 66 0,-67 13 15,133-52-15,39-14-16,-39 27 15,13-1 1,26-25-16,27 12 31,-1 1-15,14-14-1,0 0 1,0 53-16,40-26 16,92 13 15,-26-53-31,225 79 15,-199-79 1,1 27-16,39-27 16,-93 0-1,-39 0-15,12 0 16,-38 0 0,52 0-1,-13-40-15</inkml:trace>
  <inkml:trace contextRef="#ctx0" brushRef="#br0" timeOffset="6588.19">19050 11695 0,'79'-40'16,"-158"80"-16,264-120 16,-158 41-16,-1 12 15,27 27 16,-13 79-15,-27 14 0,-13-40 15,0 106-15,0-120-16,0 28 15,0-28 1,-40-12 109</inkml:trace>
  <inkml:trace contextRef="#ctx0" brushRef="#br0" timeOffset="6793.58">19354 12237 0</inkml:trace>
  <inkml:trace contextRef="#ctx0" brushRef="#br0" timeOffset="64659.1">22953 5874 0,'0'0'0,"0"53"0,0 0 15,0-14-15,0-26 16,0 1-1,0-1 1,0 0 15,198-119-15,0-79 15,41-93-15,-147 106-1,-26 14 1,-52 65 15,25-53-15,-39 94 0,0 25 15,0 14-16</inkml:trace>
  <inkml:trace contextRef="#ctx0" brushRef="#br0" timeOffset="66487.23">14314 7699 0,'119'14'47,"79"-41"-32,-52-52-15,52-1 32,107 14-1,-147 53-16,-12-53 1,-27-14 0,-93 54-1,-12 13-15,39-40 16,-53 26 0,0-25-16,0-1 15,0 39 1,-14-39-1,-52 1 17,-13 12-17,-186-40 17,173 80-32,-94-39 15,120 39 1,-132 0-1,-53 0 1,-1-53 0,146 93-1,40-40 1,-93 119 0,54-40-1,78 0 16,27-52-15,0-1 0,0 14-16,0 53 15,0-41 1,0 54-16,0-26 16,27-27-1,-1-14 1,14-25-16,13-1 15,105 26 1,-91-39 15,78 0-15,-66 0 0,-52-13 15,-1 13-16,14 0 1,-27 0 0,-13-13 46,0 0-15</inkml:trace>
  <inkml:trace contextRef="#ctx0" brushRef="#br0" timeOffset="70438.3">15875 6853 0,'66'0'63,"14"0"-32,-1 0-31,0 0 15,265 39 1,-26-39 15,-14 40-15,-145-40-16,211 0 16,-79 0-1,172 0 16,-198 0-15,92 0 0,-198 0-1,-14 0 1,252 0 0,-119 0-1,-146 0-15,40 0 16,-79 0-1,105 0 1,146 0 15,-278 0-31,40 0 16,-13 0-16,171 0 16,173 0-1,-199 0-15,-13 0 16,40 0-1,211 0 1,-119 0 0,-198-40-16,119 27 31,-80 13-15,-92-13-16,66-14 15,-66 14 1,-67 13-1,27 0 1,-52-13 0,-41-53 77,14 26-77,-13 0-16,-1 40 16,14-26-16,-67-67 31,-39 41-15,67 25-16,-120-26 15,92 40 1,-277-40-1,198 53 1,-449 0 0,475-26-1,-263 26 1,-134 39 0,332-39-1,-133 0 1,53 0 15,-224 13-15,-133 80 15,264-40 0,146-40-31,-145-26 16,211 13-1,-304 0 1,-212 0 0,133 0-1,185-53 1,-40 13 0,172 14-1,13-1-15,-251-92 16,27 66 15,237 53-31,-131-26 16,-27 0-1,158-1-15,14 1 16,-119 26 0,145 0-16,-145-27 15,118 27 1,-12-26-1,-265 26 1,317-27 0,-198 1-1,199 26-15,-278 0 16,184 0 0,54-27-16,-119 1 31,-146 26-16,278 0 1,53 0 0,-26 0-16,-133-13 31,146 13-15,-1 0-16,54 0 15,-411-40 1,332 40-16,-200 40 15,200-27 1,-14 27-16,-146 12 16,27 1 15,-198 40 0,198 105-15,277-158-1,-39 0 1,53-27-16,-13 14 31,0-1-15,0-13 46,66 40-46,-14-53 0,173 66-1,66 14 1,39-14 0,-184-40-16,250 14 15,-12-14 16,303 80-15,-277-53 15,146 40-15,-332-80 0,464 80 15,-543-80-31,133 26 15,-53-25 1,-146-14 0,172 26-1,-66-26 1,-53-26-16,40-1 31,92 1-15,-92-14-16,277-39 15,-52 13 17,-159 26-32,172 40 15,0-53 1,-199 53-16,-39-13 16,238-27-1,-186 14-15,120 26 16,-132 0-1,131 0 1,107 0 15,-146 0-15,-66 39 0,-119-12-1,-14-14 1,14 0-1,53-13 1,-93 0 0,93 13 15</inkml:trace>
  <inkml:trace contextRef="#ctx0" brushRef="#br0" timeOffset="70637.1">17330 7025 0</inkml:trace>
  <inkml:trace contextRef="#ctx0" brushRef="#br0" timeOffset="71861.53">6244 4326 0,'0'0'0,"40"-13"15,158-27 1,-52 27 15,-27 13-15,-79 0 0,-27 0-1,26 0 1,-25 39-1,144 253 1,-144-226 0,39 53-1,-53 159 17,0-239-32,0 54 15,0-67 1,-14 1-16,14 39 94,0-40-79,0 14-15,0-14 31,0 14-15,0-13-16,14 12 16,-1-25-1</inkml:trace>
  <inkml:trace contextRef="#ctx0" brushRef="#br0" timeOffset="73487.5">7197 6191 0,'26'13'94,"-13"1"-63,1-1 0,-1-13-15,-13 13 15,-40 14 329,-26 78-345,66-78 1,13-27 15,0 0-15,1 0 15,-14-13 16,39-133-31,-25 120-1,-14-27 1,0 40-1,0-14 1,-67-13 47,-65 40-48,92 0-15,-26 40 31,27-13-15,39-1-16,0 0 16,0 67 15,0-53-31,0-1 16,0-12-1,132-54 32,13-65-16,-92 26-31,-53 26 16,14 40 0,-14-40 15,0 27-16,-53 26 17,-66 1-17,66 12-15,0-13 16,26 0 0</inkml:trace>
  <inkml:trace contextRef="#ctx0" brushRef="#br0" timeOffset="74472.11">5649 4987 0,'0'0'31,"40"-13"16,-14 0-31,53 0 0,67 13-1,-93 198 16,-40-171-15,-13 65-16,0 107 16,0-41 15,0-52-15,0-79-1,-79-186 48,-40 27-48,52 13-15,-52-27 16,53 146 0,-13-145-1,52 78 1,1 54 15,39 26 0,278 212-15,-158-92-16,171-28 31,-225-65 0,-52-13-31,-27-1 47,0 0-31,-80 1 0,-131 13-1,105-40 1,13 13-1,67-13 32,26-53 0,0 13-16</inkml:trace>
  <inkml:trace contextRef="#ctx0" brushRef="#br0" timeOffset="76340.23">1363 3479 0,'66'0'31,"66"-39"-15,53 39-16,212-14 16,-198-25-1,422-147 1,-316 81 0,-186 52-1,39-119 1,-78 106-1,-67 52 17,-26 94 30,-225 343-46,132-211-16,26-27 15,-118 225 1,79-225 15,40-79-15,52-93 0,1-13-1,12 0-15,-52 0 16,13 0-16,-198-317 31,0 26-15,185 119-1,-146-172 1,106 185-16,-40-106 31,133 199-15,13 53-16,0-13 47,278 39-32,-172 53-15,780 304 32,1 120-17,-54-1 1,-476-277-1,-251-93 1,-79-92-16,-27-1 16,0 1 15,-67-27 0,-250-93 0,92 14-15,-172-80 0,265 159-16,-67-13 15,-26-27-15,-118-13 32,-15-26-17,253 79-15,-15-40 16,41 40-1,0 0-15,-67-40 16,27 40 0,79 0 15,27-13 16</inkml:trace>
  <inkml:trace contextRef="#ctx0" brushRef="#br0" timeOffset="135749.34">9102 5530 0,'39'0'16,"173"-13"0,79-40 15,542 13 0,-330 40-15,66 0-1,-238 0 1,211 40 15,-171-40-15,65 0-1,-304 0 1,292 0 0,-133 0 15,-93 13-15,-105 0-16,-14-13 31,212 0-16,-53 27 1,146-27 15,-278 26-31,13-26 16,106 53 0,26-40-1,199 27 1,-424-40-1,186 0 1,-40-13 0,172-14 15,-53 1-15,27-1-1,-160 27 16,147 0-15,-14 0 15,-159-39-15,-106 39 0</inkml:trace>
  <inkml:trace contextRef="#ctx0" brushRef="#br0" timeOffset="137735.23">9432 5556 0,'-264'-53'94,"-146"14"-78,105-1-1,120 27 17,119 13-17,-146 0 1,133 0 0,-133 0-1,120 0-15,-41 13 16,-65-13 15,66 0-31,-106 79 16,13-65-1,-27 158-15,67-146 32,-53 93-17,93-26 16,65 26-15,54-66 0,-27 13-1,26 13-15,-12 27 16,-28 106 15,41-27-15,13 53-1,13-172 1,0 53 0,26-66-16,27 0 15,13 13 17,-26-26-32,92 66 31,106-14-16,-211-92 1,26 0 0,13 27-16,106-14 15,66-13 1,-106 0-16,173 0 31,65 0-15,-172 0-16,133 0 15,93 0 1,-213 0-16,27 0 16,120 0-1,-266 0-15,-39-13 32,-40 13-1,0 13-31,14-13 15,13 0 1,-27 0-16,13 0 16,-52 0 218,-27 0-218</inkml:trace>
  <inkml:trace contextRef="#ctx0" brushRef="#br0" timeOffset="138553.29">9194 7514 0,'27'0'109,"52"0"-93,-26 0-16,66 66 16,-92-52-1,-14-1 16,0 0 1,0 13-1,-66 14 0,14-27-15,-14 1 15,39-1-15,14 0-16,-13-13 47,0 0-32,-66 27 1,65-14-1,-38-13 1,38 13 15,1 0-15,-13 0 15</inkml:trace>
  <inkml:trace contextRef="#ctx0" brushRef="#br0" timeOffset="144333.23">9274 8255 0,'26'0'79,"80"0"-48,-66 0-16,-27 0 1,27 0-16,26-13 16,40 0-1,-14 13 17,40 0-17,-52 0 1,65 0-1,-79 0 17,-26 0-17,0 0 1,-27 0 0,27-27-16,-1 27 15,1-13 16,0 13-31,-1 0 16,1 0 0,0 0-16,39 0 15,40 0 17,-53 0-32,40 0 15,-66 0 1,-14 0-16,-12 0 31,-1 0 47,53 0-47,-40 0 1,1 0-1,-1 0-15,14 0-1,-13 0 1,-14 0-1,0 0-15,0 0 16,0 0 15,1 0-31,12 0 16,14 0 0,13 0-1,13 0 1,-40 0-1,1 0 17,-1 0-17,-12 0 1,25 26 15,-12-26-15,-14 0-1,27 0 1,-14 0 15,-13 14 1,14-14-17,-14 0 1,13 0-1,14 0 17,0 13-1,-27-13-31,40 0 16,-27 0 15,1 0-16,-14 13 1,27 13 0,-27-26-1,53 0 17,-53 0-17,1 0 16,39 0-15,-40 0 15,0 0-15,27 0 15,-14 0 0,-13 0-15,1 0 0,25 0 15,-12 0-15,-14 0-16,13 0 15,1 0 16,-1 0 1,14 0-17,-27 0 17,14 0-17,-1 0 48,14 0-48,-14 0 17,14 0-17,-27 0-15,0 0 16,40 0 15,-39 0-15,12 0-1,-13 0-15,14 27 32,12-27-17,1 0-15,-13 0 31,-1 0-15,14 0-16,-14 0 16,27 0 15,-26 0 0,-14 0-15,0 0 15,13 0-15,-12 0-16,12 0 109,1 0-93,-1 0 124,-13 0-108</inkml:trace>
  <inkml:trace contextRef="#ctx0" brushRef="#br0" timeOffset="147276.63">14552 5371 0,'0'0'0,"0"40"16,-26 39 15,12-52-16,-52 105 1,-13-13 0,13-53-16,0 13 31,-93 226-15,66-173-16,-105 66 15,145-118 1,-172 79-1,-119 92 17,79-79-17,-39-40 1,185-79-16,-225 93 47,80-54-32,118-26 1,-79 27 0,106-53 15,-40-1-15,120-12-1,-67 12 1,66-25-16,0-14 15,-12 26 1,-15 1 15,54-27 1,-13-14 61</inkml:trace>
  <inkml:trace contextRef="#ctx0" brushRef="#br0" timeOffset="147988.54">10914 7699 0,'0'27'79,"0"39"-64,-13-13 16,-67 0-15,54-14 0,13 14-1,0-39 1,13-1 0,66 0 109,40-13-94,-40 0-31,13 0 15</inkml:trace>
  <inkml:trace contextRef="#ctx0" brushRef="#br0" timeOffset="149926.72">9009 7713 0,'0'0'0,"-26"0"94,-133 0-63,27 0 1,79 0-17,53 13 1,0 146 15,0-120-31,0 1 16,0-27-16,0 67 15,0-54 1,66 93 0,-13-40-1,-40-79-15,53 0 31,66 0 1,-65 0-17,-28 0 1,-12 0-16,12 0 16,-25 0-1,-1 0-15,-13-39 16,0 26-1,0-1-15,0-25 16,0 12 15,0 14-15,0-14 0,0 41 77,0 12-61,0 54-17,0-28 1,0 41 15,0-66-15,-13-14-1,13 13 79,-14-26-31</inkml:trace>
  <inkml:trace contextRef="#ctx0" brushRef="#br0" timeOffset="150700.71">8493 8414 0,'53'0'93,"172"0"-77,-40 0 0,-26-13-1,-80-14 1,-26 27-1,-26 0-15,52 0 16,0 0 0,-39 0-16,26 0 31,67 0 0,-67 0 0,-53-13 110</inkml:trace>
  <inkml:trace contextRef="#ctx0" brushRef="#br0" timeOffset="151612.81">8943 9737 0,'40'0'47,"211"0"-32,-158 0-15,158 0 31,-66 0-15,-106 0-16,14 0 16,0 0-1,132-53 1,39 53 0,-79 0-1,27-27 1,-119 27-1,158 0 17,53-26-17,437 26 1,-542-13 15,-186 13 16</inkml:trace>
  <inkml:trace contextRef="#ctx0" brushRef="#br0" timeOffset="152950.73">9763 11139 0,'0'0'0,"635"-93"16,-185 93-1,26 0 1,186-39 0,-464 39-1,371-14 1,-278 14 15,-185 0-15</inkml:trace>
  <inkml:trace contextRef="#ctx0" brushRef="#br0" timeOffset="154184.37">9168 12634 0,'53'-13'63,"39"13"-47,1 0-16,185 0 15,-120 0 1,-105 0-16,40 0 15,-40 0 17,-40 0-32,40 0 15,40 0 17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24:02.0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5503 5437 0,'0'0'0,"-106"-26"31,54-14-15,25 40-16,-185 0 31,-224 0-15,304 0-1,-1 0 1,1 0-16,-13 0 16,-14 0-1,-40 40 16,120-40 1,39 13-17,40 0-15,0 14 16,-13-1-16,13 27 16,-13-27-1,13 67 1,0-53 15,0-1-31,0 28 16,0-41-1,39 14-15,14-27 32,0 0-32,238 67 31,-105-1-16,-120-79 1,13 40 0,-66-40 15,14 0-15,-14 0-1,13 13 1,80-13-1,-53 26 1,66 1 0,14-1-1,-107 14 1,14-40 0,-1 0 46,-12 13-46,-14-13-1,0 13 1,1 1 0,-1-14-1,26 0 1,-39 13-1,14 0 1,39 27 0,-27-40-1,14 26 17,-27-26-17,159 40 1,-40-27 15,14 14-15,-120-27 46,14-27-46,13-52 31,-40-1-32,-13 54 1,0-80 0,0 27 15,0-54-16,0 81 1,-26-15 15,-54 14-15,14-13 15,53 66-15,-14-13 15,14 13-15,-40-40-1,40 40 1,-13 0-16,-1-13 31,-52-27-15,26 40-16,-146-79 31,107 39 0,79 40-31,-14-26 110,-79 26-79,40 0-31</inkml:trace>
  <inkml:trace contextRef="#ctx0" brushRef="#br0" timeOffset="191.2">4815 5397 0,'14'0'16,"-1"-13"0</inkml:trace>
  <inkml:trace contextRef="#ctx0" brushRef="#br0" timeOffset="1236.62">4458 8308 0,'0'0'0,"53"-40"16,106 1-1,-27 39 1,146 0 15,-80-27-15,-105 27 0,-27 0-16,53-13 15,-39 13 1,-67 0-1,27 0 79,26 0-78,-53 0-1</inkml:trace>
  <inkml:trace contextRef="#ctx0" brushRef="#br0" timeOffset="1418.05">5993 8176 0</inkml:trace>
  <inkml:trace contextRef="#ctx0" brushRef="#br0" timeOffset="3766.33">13269 5358 0,'119'26'79,"93"-26"-48,-54 0-31,213-26 15,12 26 1,-184 0-16,12 0 16,186 0-1,-238 13-15,79-13 32,-119 0-17,-92 0-15,39 0 16,-40 0-1,-12 0-15,-1 0 125</inkml:trace>
  <inkml:trace contextRef="#ctx0" brushRef="#br0" timeOffset="6329.33">13719 6879 0,'39'-13'47,"27"13"-32,226 0 1,-200 0 0,199 40-1,-79-40 1,105 53-1,543-1 17,-489-52-17,-239 27 1,13-1-16,107 27 16,-212-53-1,65 0-15,14 0 16,-39 0-1,-41 0-15,1 14 16,13-14 15,13 0-15,93 0 0,-66 0 15,39-14-16,-40 14 1,-25 0 0,12 0-16,133 0 15,65-66 1,-105 66-16,-13 0 16,13-26-1,212-27 1,370 26 15,-40 1 0,-118 26-15,-424 0-16,66 0 16,-146 0-1,120 0 1,-133-27 15</inkml:trace>
  <inkml:trace contextRef="#ctx0" brushRef="#br0" timeOffset="6500">22185 6892 0</inkml:trace>
  <inkml:trace contextRef="#ctx0" brushRef="#br0" timeOffset="8967.12">14499 6866 0,'80'-40'62,"118"40"-46,199 0 0,-146 0 15,-145 0-31,119 0 15,-132 0 1,79 0 0,119-39-1,-67 39 17,200 0-17,-345 0-15,93 0 31,-13 0-15,0 0 0,-1 0-1,133 0 1,-52 0 15,184 0-15,-291 0-16,146 0 31,-40 0-15,-106 0-1,199 0 1,-199 0 0,93 39-1,27-26 1,-67-13-1,79 0 1,-105 0 0,66 0 15,-40 40-15,-92-40-1,66 0 16,-27 0-15,-106 0-16,1 0 16,-1 0-1,1 0 1,-14 0-16,0 0 47</inkml:trace>
  <inkml:trace contextRef="#ctx0" brushRef="#br0" timeOffset="9135.53">21947 6866 0</inkml:trace>
  <inkml:trace contextRef="#ctx0" brushRef="#br0" timeOffset="10010.07">20346 7342 0,'0'13'31,"0"1"1,133-14-1,-14 0-31,159 0 15,-120 0 1,160 0 0,-212 0-1,-67 0-15,67 0 32,-79 0-17,-14 0-15</inkml:trace>
  <inkml:trace contextRef="#ctx0" brushRef="#br0" timeOffset="10885.18">21603 7435 0,'13'-66'93,"80"-67"-77,-40 54 0,40-67 15,-67 120-31,0-67 15,-12 67 17,-14 13-17,13-27 1,0 14 0,-13 12-1,0 28 157,-92 52-156,65-40-16,-13-26 15,1 27 17,12-27-1,1 0 47</inkml:trace>
  <inkml:trace contextRef="#ctx0" brushRef="#br0" timeOffset="11318.88">21815 6787 0,'92'13'63,"-92"0"-48,14 27 1,39 52 0,-40-65-16,13 26 31,-26-40-15,27 13 62,-14 14-63</inkml:trace>
  <inkml:trace contextRef="#ctx0" brushRef="#br0" timeOffset="12888.12">21458 7686 0,'-14'-40'47,"67"-79"-16,-13 66-31,13-66 16,53-79-1,-40 79 1,-13-172 0,-13-66 15,-40-14-16,0 186 1,39-40 0,14 53 15,0 53-15,-26 93-1,-1-27 16,14 0-15,-27 40 15,-13 52 204,-66 133-220,26-106 1,-39 1 0,26-1 15,40-66-16</inkml:trace>
  <inkml:trace contextRef="#ctx0" brushRef="#br0" timeOffset="13265.84">22238 5239 0,'27'13'15,"-14"119"1,13-92 0,14 66-1,13 13 1,-27-79 0,27 39-1,-26-53 16,-27 14 48,-53 13-79</inkml:trace>
  <inkml:trace contextRef="#ctx0" brushRef="#br0" timeOffset="14029.6">22066 5318 0,'13'0'16,"27"106"15,-27 198-16,-13-145 1,0 119 15,0-119-15,-79-1 0,26-12-1,-13-1 16,26-79-15,1 54 0,25-81-1,-52 94 1,53-107 0,0 0-1,13-12-15,-53 12 0</inkml:trace>
  <inkml:trace contextRef="#ctx0" brushRef="#br0" timeOffset="15668.83">16894 8559 0,'0'0'0,"92"0"16,345 0 0,-345 0-16,94 0 31,39 0 0,-159 0-31,92 0 16,28-53-1,-81 53-15,81 0 16,-14 0 15,-53 0-31,39 0 16,-91 0-1,-1 0-15,-27 0 16,14 0 0,-26 0-1</inkml:trace>
  <inkml:trace contextRef="#ctx0" brushRef="#br0" timeOffset="17581.82">14631 8030 0,'159'0'16,"79"0"-1,-79 0 1,211 0 15,-290 0-31,12 0 16,94 0-1,105 0 1,383 40 15,-250 13-15,-239-40-1,-26 0-15,-1 0 16,-131-13 0,-1 0-1,54 0 95</inkml:trace>
  <inkml:trace contextRef="#ctx0" brushRef="#br0" timeOffset="18473.03">18428 7620 0,'0'-53'31,"27"40"-15,-14 0-16,13-1 15,1 14 1,-1 0-1,1 0-15,-14 0 16,53 0 15,-66 14-31,40 12 32,-40 27-17,0-27 1,0 1 15,0-1-15,-13 1-1,13-14 1,0 27 0,-14-27-1,14 13 1,0 14-1,0-13 1</inkml:trace>
  <inkml:trace contextRef="#ctx0" brushRef="#br0" timeOffset="19398.23">18666 8083 0,'0'13'109,"0"0"-78,14-13 126,-14 27 15</inkml:trace>
  <inkml:trace contextRef="#ctx0" brushRef="#br0" timeOffset="23352.15">19976 7871 0,'0'0'0,"40"172"16,-40 53-1,0-119 1,0-66 0,0-14-16,0 1 46</inkml:trace>
  <inkml:trace contextRef="#ctx0" brushRef="#br0" timeOffset="23950.97">20042 7858 0,'13'-13'16,"1"13"0,65 0-1,93 92 16,-79-78-15,-67-1 0,1 13-16,-1 1 15,-13 118 17,-13-92-17,0 27 1,-53-1 15,-119 67 0,133-133-31,-1 0 16,13 0 0,1-13 15,13 13-31,39-13 47</inkml:trace>
  <inkml:trace contextRef="#ctx0" brushRef="#br0" timeOffset="24646.57">20452 8453 0,'0'0'16,"119"14"-1,67 12 17,158-26-1,-318 0-16,-26-26 1,0-1 0,0-39-1,-13 13 1,-14 53 0,-26-13-16,0-14 15,-66 27 16,53 0-31,13 53 16,14 14 0,25-54-16,14 26 15,0-12 1,0-14-16,-13 53 31,0-53 0,119 14-15,-14-27 0,54 53-1,-106-27 17,-14-12-17</inkml:trace>
  <inkml:trace contextRef="#ctx0" brushRef="#br0" timeOffset="25353.12">21444 8017 0,'14'66'16,"-14"-53"0,0 93-16,-27 0 15,-12 26 1,25-119-16,-12 93 31,26-26-15,0-54-16,0-13 15,106-13 32,26 0-31</inkml:trace>
  <inkml:trace contextRef="#ctx0" brushRef="#br0" timeOffset="26563.62">21736 8401 0,'0'0'31,"-93"39"0,93 1-15,0-27-1,0 14 1,13-14 15,27-13-15,13-13-1,-14-14-15,28-65 16,-28 25 0,-39 54-1,0 93 63,-26-41-62,39-39 93,66-26-93,-65 26 0,-14 79 62,0-52-63,66-41 95,-27-52-95,-12 13 1,-1-13 0,-26 40-16,14 12 31,-14 1-15,-14 185 30,1-106-30,-53 40 0,26 26-1,1-26 1,-14 27 0,53-107-1,-14-13 1,1 1-16,0-1 15,0 0 1,-80-13 0,-26-66 31,106 39-47,0-52 46</inkml:trace>
  <inkml:trace contextRef="#ctx0" brushRef="#br0" timeOffset="27014.84">22000 8718 0,'66'0'47,"0"13"-16,-52-13 16,25 0-31,-12 0 15,-27-26 79</inkml:trace>
  <inkml:trace contextRef="#ctx0" brushRef="#br0" timeOffset="27686.12">22040 8824 0,'145'40'16,"345"-1"15,-279-39-16,-118 0 1,-80 0 0,1 0 77</inkml:trace>
  <inkml:trace contextRef="#ctx0" brushRef="#br0" timeOffset="28693.6">23389 8771 0,'-13'53'32,"0"-53"-17,-27 66 1,27 0 0,-14-53-1,54-52 63,52-120-62,-13 93 0,-13-14-1,-40 80 1,27 53 62,13 106-62,-53-119-16,0-1 15,0 1 1,0-27-1,0 1 1,0 12 0,0 1-1,13-14 48,212-172-48,-79 53 17,-1 27-17,-145 105 63,-13 133-62,13-119-16,-26 26 16,26-53-1,52 0 63</inkml:trace>
  <inkml:trace contextRef="#ctx0" brushRef="#br0" timeOffset="29306.69">24659 8784 0,'-53'-13'47,"-66"-14"-32,93 27 1,26 40 93,13 0-93,0-14-16,-13-12 15,27 12 17,-27 0-17,0-12 17,0-1-17,0 27-15,-67-40 31,-38 0-15,65 0-16,27 26 16,-106-79 62,119 27-63,0-14 1</inkml:trace>
  <inkml:trace contextRef="#ctx0" brushRef="#br0" timeOffset="29846.64">24884 8546 0,'13'0'32,"14"-13"-17,-14 39 32,-13 54-31,0 12-1,0 27 17,0-105-32,0-1 15,0 0 48,-13 0-63</inkml:trace>
  <inkml:trace contextRef="#ctx0" brushRef="#br0" timeOffset="30148.03">24699 9128 0</inkml:trace>
  <inkml:trace contextRef="#ctx0" brushRef="#br0" timeOffset="33745.94">16722 7924 0,'13'-119'125,"-13"66"-110,0 40 1,0-53 0,0 53-16,0-14 31,26 1-15,-26-14-1,14-13 16,-14 40-15,0-53 62,0 39-62,-27 1 15,-92-14-15,79 40-1,-13-13 1,27 13-16,-93 0 16,-53 0 15,53 0-16,-80 0 1,54 0 0,92 0-1,27 0-15,-41 0 16,14 0 15,-26 0-15,-27 13-1,53-13 17,14 27-17,25-27 1,1 13 0,-13 0-16,-27 27 15,-27-40 1,28 26 15,38 67-15,14-40 15,0 39-15,0-39-1,0-13 16,0-27-15,14 14 15,52-1-15,-27-13-16,-12-13 16,118 27-1,-26-27 1,-79 13-1,53-13 1,118 0 15,-105 0-15,159 0 15,-173 0-31,120-53 16,-133 53-1,80 0 1,-93 0 0,-119-13 140,1 13-156</inkml:trace>
  <inkml:trace contextRef="#ctx0" brushRef="#br0" timeOffset="34549.58">15121 7501 0,'-106'0'62,"-238"0"-30,146 0-17,-1 0 1,-92 0-1,119 0 1,-211-66-16,-41 0 16,305 26-1,53 27-15,26 13 16,40-14 46</inkml:trace>
  <inkml:trace contextRef="#ctx0" brushRef="#br0" timeOffset="35092.15">12885 7157 0,'0'13'63,"-79"27"-48,26-14-15,-13-12 16,26 25 0,-39-26-1,39 40 1,40 14 31,106 38-16,-53-91-31,185 65 31,-212-79 0</inkml:trace>
  <inkml:trace contextRef="#ctx0" brushRef="#br0" timeOffset="35979.8">8123 4749 0,'158'-13'46,"332"13"-14,-358 0-17,-105 0 1,-14-13 0,-13 26 30,-27 93-30,27-66-16,0 39 31,-39 106 1,39-172-17,-13 1 16,26-28 16,40 14-31</inkml:trace>
  <inkml:trace contextRef="#ctx0" brushRef="#br0" timeOffset="36612.98">9366 4683 0,'53'0'15,"-106"0"-15,146 0 32,-67 0-17,-12 0 17,12 93-17,-26-1 16,-79 54-15,26-93 0,26-27-1,199 1 95,66-27-95,-79 53-15,-40-40 16,-79-13 15</inkml:trace>
  <inkml:trace contextRef="#ctx0" brushRef="#br0" timeOffset="37246.15">10279 4948 0,'-13'39'47,"-67"107"-16,41-27-15,39-93 31,26-12-32,27-14 17,66 0-17,-53-40 1,0 0-1,-26-13 1,-40 14 0,0 12-16,0-39 15,-26 0 1,-1 39-16,-39-12 31,-40-14-15,93 53 15</inkml:trace>
  <inkml:trace contextRef="#ctx0" brushRef="#br0" timeOffset="37816.15">10927 4934 0,'0'0'0,"0"93"15,0-40-15,0 13 16,0-13 0,-13 0-16,-13-13 15,26-14 1,66 27 62,-27-53-62,41 0-1,-41-40 1,-25 27-16,12-66 15,-26 26 1,0-40 0,0 40-16,0 27 31,-92-14 16,25 40-47,1-13 15,13 13-15</inkml:trace>
  <inkml:trace contextRef="#ctx0" brushRef="#br0" timeOffset="38640.97">11271 5120 0,'0'66'31,"0"-132"-31,0 198 16,0-92 0,0-27-1,0 27 16,0-1 1,13-12-17,14-27 1,-1 0 0,14 0 15,-27 0 0,27-80-15,-27 54-16,40-67 15,-26 80 1,-1-66 0,-26 13-1,0 39 32,-66 14-31,53 13-16,-27 0 15,0 0 1,27 0-16,-13 0 31,-14 0-15,27 0-16,-1 13 15</inkml:trace>
  <inkml:trace contextRef="#ctx0" brushRef="#br0" timeOffset="39953.71">10041 5120 0,'0'26'62,"0"1"-46,-93 52 15,27-39-15,53-40-16,13 13 125</inkml:trace>
  <inkml:trace contextRef="#ctx0" brushRef="#br0" timeOffset="43318.67">1654 7038 0,'39'-27'94,"226"27"-79,-1 0 1,173 0 15,-146 0-15,-26 0 0,-107 0-1,-118 0 1,0 0-1,-27 0 1,0 0-16,53 0 16,1 0 15,105 0-15,-106 0-1,291 0 16,-238 0-15,-66 0 0,-13 0 15,26 0-15,-40 0-16,54 0 31,-14 0-16,-27 0-15,-12 0 16,26 0 0,-14 0-1,1 0 1,-13 0 0,25-52-16,-38 25 15,-1 14 16,13 0-31,-26-1 32,0-25-17,0 12 1,0-12 0,-39 12-16,-107-66 15,67 54 1,-53-41-1,-133-39 1,172 106-16,-92-13 31,-40 12-15,-79-12 15,185 26-15,53 0-1,-67 0 1,67 0 0,-13 0-16,-80 26 15,-92 41 1,171-81-16,-78 14 16,78 14-1,-52 25-15,-53 1 16,92-14-1,-105-26 1,132 0-16,-80 40 31,67-40-15,66 27 0,-27-14-1,13-13 1,14 0-1,-13 26 1,-14 1-16,14-14 16,12 0 15,14 40-15,0-40-16,0 14 31,27 12-16,118 1 1,146-27 15,-79 27-15,0 13 0,-173-53-16,-25 0 15,-1 0 16,13 0 1</inkml:trace>
  <inkml:trace contextRef="#ctx0" brushRef="#br0" timeOffset="101246.49">15055 7395 0,'13'0'47,"119"0"-32,265 0 17,-66 0-17,66-119-15,132 185 16,13-66 15,384 0-15,-767 0-1,-13 0 1,-67 0-16,119 0 16,-78 0-1,-81 0-15,54 0 31,105 0 1,-65 0-17,39 0 1,-53 0 0,26 0-1,-26-13 1,53 13 15,-79 0-31,132 0 16,39-27-1,-145 1-15,212 26 16,-106-26 0,-80 26-16,252 0 15,-172 0 1,318 0-1,-226 0 17,40-53-17,-158 53 1,-1-40 15,-145 40-15,26-40 15,-52 27 0,13-13 1</inkml:trace>
  <inkml:trace contextRef="#ctx0" brushRef="#br0" timeOffset="102395.79">23945 6826 0,'0'0'0,"26"-39"63,-13 39-48,1 0-15,65 0 32,27 26-1,-80 0-15,14 41-1,-13 25 16,12 93-15,-39-26 0,0-146-1,0 40-15,0-13 16,0 39 0,0-39 15,0-27-16,0 1 1</inkml:trace>
  <inkml:trace contextRef="#ctx0" brushRef="#br0" timeOffset="102957.16">24315 8004 0,'13'0'141,"1"13"-125,-14-40 171</inkml:trace>
  <inkml:trace contextRef="#ctx0" brushRef="#br0" timeOffset="103057.25">24342 7924 0</inkml:trace>
  <inkml:trace contextRef="#ctx0" brushRef="#br0" timeOffset="119881.99">13904 9102 0,'-119'0'78,"-185"0"-63,-318 26 1,-146 27 0,372-53-1,157 0 1,41 0-16,39 13 16,-158 133-1,211-146-15,-106 13 16,14 27 15,145-40-31,13 0 16,27 0-1</inkml:trace>
  <inkml:trace contextRef="#ctx0" brushRef="#br0" timeOffset="120916.72">15042 6231 0,'39'0'62,"252"-238"-46,66-27 15,-52-66-15,-107 54-1,-132 171 1,186-251-1,-107 92 17,-92 146-32,0 13 15,66 14 1,-26-80 31,-40 92-32,-53 67 1</inkml:trace>
  <inkml:trace contextRef="#ctx0" brushRef="#br0" timeOffset="121649.86">16695 3929 0,'53'-26'94,"-26"12"-78,78 14-1,14-39 1,-92 25 0,26 14 46,-13 93-46,-14-53-16,-13 52 15,-13-52 1,27 79 0,-27 80 15,0-160-31,0 54 16,0-40-1,0-27 1,0-13-1</inkml:trace>
  <inkml:trace contextRef="#ctx0" brushRef="#br0" timeOffset="123033.4">17132 2778 0,'0'0'0,"145"-13"31,186 13-16,0-40 17,-331 27 30</inkml:trace>
  <inkml:trace contextRef="#ctx0" brushRef="#br0" timeOffset="123233.9">17767 2937 0,'-53'79'16,"106"-158"-16,-172 238 16,92-106 15,14 26-16,0-39 1,-14-1 15,-39 14-31</inkml:trace>
  <inkml:trace contextRef="#ctx0" brushRef="#br0" timeOffset="123485.39">17185 3519 0,'39'0'31,"1"-13"-15,66 13-1,79 0 16,-145 0-31,13 0 16,-40 0 0</inkml:trace>
  <inkml:trace contextRef="#ctx0" brushRef="#br0" timeOffset="124138.83">18058 3373 0,'0'14'47,"-27"105"-31,27-80-16,-13 14 15,13-39 17,0-134 30,13 41-46,-13 39-16,67 1 15,-67-1 1,39 27 0,27-53-1,-39 66 16,-1 0-15,-13 0 0,27 26 15,-40 27-15,0 40-1,0-14 1,0-39-1,0-1 1</inkml:trace>
  <inkml:trace contextRef="#ctx0" brushRef="#br0" timeOffset="124388.88">18865 3307 0,'0'27'47,"0"-14"-31,0 0-1</inkml:trace>
  <inkml:trace contextRef="#ctx0" brushRef="#br0" timeOffset="124580.22">19037 2553 0</inkml:trace>
  <inkml:trace contextRef="#ctx0" brushRef="#br0" timeOffset="124979.34">19460 2514 0,'0'119'47,"-79"132"-32,26-132-15,0 27 16,13-67-1,-13 119 1,40-118 0,40-67 46,158-40-46,-132 1-1,0 26 1</inkml:trace>
  <inkml:trace contextRef="#ctx0" brushRef="#br0" timeOffset="125390.85">19116 3122 0,'212'-79'94,"-93"52"-78,-66 27-1,13 0 1,-66-13-16</inkml:trace>
  <inkml:trace contextRef="#ctx0" brushRef="#br0" timeOffset="125892.42">18865 2977 0,'0'0'15,"-53"224"1,26 1 15,27-26 0,0-173-31,-13 14 16</inkml:trace>
  <inkml:trace contextRef="#ctx0" brushRef="#br0" timeOffset="126407.08">20294 2315 0,'0'0'16,"-93"0"-16,-119 172 16,146-79-16,26 39 31,40 13-16,0-25 1,40-68 0,13 1-1,26-13 1,-26-40-16,13 0 31,-26 0-31</inkml:trace>
  <inkml:trace contextRef="#ctx0" brushRef="#br0" timeOffset="126708.8">21008 2540 0,'93'238'15,"-186"-476"-15,186 608 16,-80-211 0,-13 0-1,0-66 1,-66-14-1,26-79 1,-145 26 0</inkml:trace>
  <inkml:trace contextRef="#ctx0" brushRef="#br0" timeOffset="128315.27">14909 2302 0,'0'0'0,"-26"53"32,13 13-1,-14-13-16,-26-27 1</inkml:trace>
  <inkml:trace contextRef="#ctx0" brushRef="#br0" timeOffset="128797.26">15266 2077 0,'0'0'0,"120"-26"15,-68 26-15,15 0 16,25 0-1,-65 26-15,65 0 32,-52-12-1,-40-1 0,0 66 32,0-26-48,0 13 1,-66-13 0,-27-13 15,-39 0-31</inkml:trace>
  <inkml:trace contextRef="#ctx0" brushRef="#br0" timeOffset="129388.74">15319 2342 0,'0'0'32,"-39"66"-17,39-40-15,-27 27 16,80-26 109,66-27-110,-53 26-15,-13-13 16,-13 0 0,-14 54 15,-12-1-15,-14-27-16,0 1 31,26 26 0,-26-26-15,0 26-1,-53-13 1,13-53 0,1 0-16,-1 0 15</inkml:trace>
  <inkml:trace contextRef="#ctx0" brushRef="#br0" timeOffset="129589.1">15121 2805 0,'251'-93'16,"-502"186"-16,621-186 31,-330 93-31,-14 0 16,1 0-1</inkml:trace>
  <inkml:trace contextRef="#ctx0" brushRef="#br0" timeOffset="129989.26">15319 2408 0,'0'0'0,"14"-27"15,12 27-15,53 0 16,-65 0-1,12 0 48</inkml:trace>
  <inkml:trace contextRef="#ctx0" brushRef="#br0" timeOffset="130422.68">16669 2487 0,'39'27'31,"-39"105"-15,-145 132-1,13-145 17,-1-52-17,67-28 1,26-39 0</inkml:trace>
  <inkml:trace contextRef="#ctx0" brushRef="#br0" timeOffset="131045.17">16351 2222 0,'0'0'16,"93"0"-1,-53 0 1,-1 27-1,-12 26-15,92 66 16,-40-13 15,1 26 1,-41-39-17,27 12 16,-66-78-15,0-14 0,66 67-1,-39-80 1,-14 13 0,0 0 30</inkml:trace>
  <inkml:trace contextRef="#ctx0" brushRef="#br0" timeOffset="132542.65">20280 2170 0,'0'0'0,"-26"39"0,-14 27 15,27-26 1,-27 0 0,40 145-1,-26-79 16,26 13-31,0-13 16,0 172 15,0-186-15,0-52 0,0 0-16,0-14 15,0 40 1,0-13-16,0 0 31,39 13-15,1-53 31,-40 1-32</inkml:trace>
  <inkml:trace contextRef="#ctx0" brushRef="#br0" timeOffset="133705.51">18931 3678 0,'-40'13'31,"-26"265"1,-291 357-1,158-371-15,-211 133 15,185-251-16,27-14 1,-40-26 0,-93 26-1,106-105 17,-119 26-17,199-53 1,-14 0-1,53 0 17,80 0-17,-1 0 1,-158-146 15,66 40-15,-26-13-1,105-26 17,0-1-17,0 67 17,27 26-17,0 13-15,-40-39 31,53 65 1,-13 1 15,-67 13 15,-12 0-31,79 0-31,-40 40 16,13-27 0,0 14-1,14-1 1,-27 1-1,-53 25 1,14-52 0,-41 0 15,94 0-15,12 0-1,14 0 48</inkml:trace>
  <inkml:trace contextRef="#ctx0" brushRef="#br0" timeOffset="134226.23">14830 4789 0,'13'0'15,"-13"53"-15,-106 13 32,27 13-17,-67 120 1,93-133 0,265-92 93,-159 12-93,53 14-1,-40 0 1,-40 0-1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25:30.2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14645 4048 0,'13'0'16,"820"-26"15,-277-80-15,105 53 15,-502 26 0,-146 27-15,14 0-16,-1 0 47</inkml:trace>
  <inkml:trace contextRef="#ctx0" brushRef="#br0" timeOffset="582.54">14803 4723 0,'265'132'47,"701"-119"-16,-728-13-31,40 0 16,-80 0-16,1 0 16,-133 0 15,-27-13-31,-25 13 47</inkml:trace>
  <inkml:trace contextRef="#ctx0" brushRef="#br0" timeOffset="1420.62">14883 6694 0,'0'0'0,"92"-13"15,-25 13-15,52-14 16,145 1-1,-105 13 1,39 0-16,186-53 16,-238 53-1,12-39-15,28 25 16,-41-12 15,-13 13-15,-92 13-1,39 0 1,-39-27 0</inkml:trace>
  <inkml:trace contextRef="#ctx0" brushRef="#br0" timeOffset="3055.73">20902 7408 0,'0'0'0,"146"0"16,171 0-1,-171 0-15,396-66 32,146 40-1,-622 26-15,-39 0-1</inkml:trace>
  <inkml:trace contextRef="#ctx0" brushRef="#br0" timeOffset="3516.65">21233 8017 0,'13'13'32,"80"-13"-32,237 0 15,-197 0 1,184 66-1,318-13 17,-542 0-17,-54-26 1,-78-27 46</inkml:trace>
  <inkml:trace contextRef="#ctx0" brushRef="#br0" timeOffset="3888">20981 8744 0,'0'0'0,"146"14"16,-40-14-16,370 0 31,-92 0-15,-226 0-16,94 13 15,-186-26 1,-13 13 0,-40 0-1</inkml:trace>
  <inkml:trace contextRef="#ctx0" brushRef="#br0" timeOffset="4945.14">19248 11615 0,'40'0'47,"40"0"-31,-1 0-16,53 0 15,291 0 1,-184 0 0,898 199-1,-859-186-15,463 106 16,-529-106 0,13-13-1,238 0 1,-265 0-1,-92-26-15,-53 12 16,0-25 15,13 12 1,-27 27-1,-25-26 0</inkml:trace>
  <inkml:trace contextRef="#ctx0" brushRef="#br0" timeOffset="28778.09">19857 11536 0,'238'53'31,"66"-27"-15,27-26-1,159 40 16,-305-27-15,132-13 0,-237 0-1,224-40 1,-211 27 0,65-13-1,-78 26-15,12-13 16,80-27 15,-13-40-15,0 28-1,-120 12 1,41 13 15,-41 27-15,67-79-1,-53 39 17,0 27-17,-40 0 1,1 13 0,-1 0-1,27-13 1,-27-1-16,0-25 31,27-54-15,-40 67-1,0-80 17,-40 40-17,-13 26 1,-26 0-1,-146-13 17,106 27-17,-93-40 1,93 66 0,53 13-1,-53 0-15,-185-13 16,-14 53-1,159-53-15,-105 27 32,-27 26-17,-199-1 1,173-52 0,-146 0 15,119 0-16,-27 0 1,120 0 0,105 53 15,120 14-15,13 25-1,-1-13 1,14-12-1,0-14-15,0 13 16,0 40 0,0-93-16,27 66 15,39 1 17,-39-67-32,118 40 31,-52-53-31,476 39 47,-186-25-32,-198-14 1,-118-40 15,-41 40-15,0-40-1</inkml:trace>
  <inkml:trace contextRef="#ctx0" brushRef="#br0" timeOffset="51345.89">3850 4154 0,'0'0'0,"92"-13"16,27-14 0,186 14-1,-160 13 1,331 0 0,1-40-1,-200 27 1,398 13-1,-476 0 1,65 0 0,-171 0-16,66 0 15,-80 0 1,212 0 0,0 0-1,106 13 16,132 93 1,-463-106-17,-53 0 1,1-13 15</inkml:trace>
  <inkml:trace contextRef="#ctx0" brushRef="#br0" timeOffset="52232.52">4934 5702 0,'0'0'0,"159"-27"15,145 27 1,-171 40-16,224-40 16,40-13-1,-133 13-15,279 0 31,753-40-15,-859 40 15,-146 0 1,-238 0-17,-27 0 16,1-26-15</inkml:trace>
  <inkml:trace contextRef="#ctx0" brushRef="#br0" timeOffset="53019.08">5503 7197 0,'40'0'16,"145"0"0,93 0-1,40 0 17,-146 0-32,185 26 15,-159-39 1,-92 13-16,211 26 15,-25-12 1,-213-14-16,13 39 16,-78-39 15</inkml:trace>
  <inkml:trace contextRef="#ctx0" brushRef="#br0" timeOffset="53921.2">5371 9155 0,'0'0'0,"159"26"16,-14-26-1,212 0 1,-118 0-1,-94 0 1,40 0 0,-66 0 15,-79 0-15,-27 0 46</inkml:trace>
  <inkml:trace contextRef="#ctx0" brushRef="#br0" timeOffset="54703.81">5821 10557 0,'0'0'0,"53"-13"16,-27-14 15,27 1-31,53-1 16,-13 27-1,-41-13-15,120 13 16,27 0-1,-80 0-15,13 0 16,-92 0 0,-27 0-16,0 0 15,27 40-15,-27-40 0</inkml:trace>
  <inkml:trace contextRef="#ctx0" brushRef="#br0" timeOffset="57814.28">5252 13017 0,'53'-52'47,"0"52"-16,-14 0-15,107 0-1,-40 0 1,158 0-1,186 0 1,-53 0 15,26-53 1,-330 53-32,39 0 31,-66 0 0,1 0-15,-41 0-16,53 0 15,-52 0 1,-1 0-16,173-27 31,-160 27-15,14-13-16,14 13 47,-54 0-32,40 0 95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27:38.5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7713 9842 0,'13'0'78,"0"0"-62,0 0-16,1 0 16,-1 0 15,0 0-31,13 0 16,1 0-1,-14 0-15,0 14 16,14-14-1,92 26 1,-79-26 15,12 0 1,-25 0-17,13 0 1,13 0 15,-14 0 32,-26 0-63,40 0 15,-39 0 1,-1 0-16,40 0 31,-27 0-15,40 0 31,-26 0-32,-27 0 16,27 0 1,-14 0 15,1 0-16,-14 0 0,0 0-15,27 0 31,39 0-32,-52 0 16,39 0-15,-40 0 0,41-26 15,-54 26-31,0 0 16,0 0-16,1 0 15,12-27 1,0 27-1,14 0 32,-27 0-31,1 0-16,12 0 16,1 0 30,-1 0-30,14-26 0,-27 26 31,0 0-32,14 0 1,-1-13 15,0 13-15,-12 0-1,-1 0 1,0 0 62,14 0-47</inkml:trace>
  <inkml:trace contextRef="#ctx0" brushRef="#br0" timeOffset="1736.59">5834 9975 0,'-26'0'16,"-54"0"-1,27 0 16,-13 0-15,40 13 0,12 27-1,-38 52 17,38-52-1,14-14-16,53 14 48,159 13-32,-186-53-15,1 0-1,-14 0 95</inkml:trace>
  <inkml:trace contextRef="#ctx0" brushRef="#br0" timeOffset="3431.26">8043 10134 0,'0'0'0,"14"0"0,12 0 31,159 0-15,-79 0-16,172 52 15,-66-52 1,-93 0 0,-40 0-1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0T15:27:01.5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14049 5689 0,'371'0'47,"330"0"-31,-159 0 0,-39 0 15,-225 0-31,66 0 15,-238 0 1,-80 0-16,-13 13 47</inkml:trace>
  <inkml:trace contextRef="#ctx0" brushRef="#br0" timeOffset="291.33">17899 5715 0</inkml:trace>
  <inkml:trace contextRef="#ctx0" brushRef="#br0" timeOffset="1436.06">13877 6601 0,'0'0'0,"225"-13"16,212-27 15,-67 40-31,398 53 32,131 80-17,-304-67 1,54-53 15,-319-13-15,252-53-1,-118 27 1,-28 26 0,-66 0-1,-198 0 1,-52 0-16,12 0 15,-66 0 1,-26 0-16,145 0 16,-93 0-1,107 0 1,-14 0 0,-158-40-1</inkml:trace>
  <inkml:trace contextRef="#ctx0" brushRef="#br0" timeOffset="1616.5">21220 6694 0</inkml:trace>
  <inkml:trace contextRef="#ctx0" brushRef="#br0" timeOffset="4138.26">8916 6509 0,'27'0'31,"277"0"-15,-79 0 15,79 0-16,-277-27 1,-14 1 62,-79-54-47,-66 28-15,26-28 0,26 40-1,-25-26 1,91 53 0,1 13-1,-13-13 1,12 0-1,-38-1-15,25 1 16,-26-13 15,13 26-15,-39-14 0,53 14-16,-54 0 15,-26 0 16,40 0 1,27 0-32,-41 53 15,40-26 1,-26 79 0,53 66-1,13-146 1,0 14-1,13-14 1,93 14 15,-26-40-15,118 40 0,-79-40 15,-26 0-16,-67 0 1,1 0 0,-14 0 31,0 0-32,0-14 1</inkml:trace>
  <inkml:trace contextRef="#ctx0" brushRef="#br0" timeOffset="4349.37">9194 6548 0</inkml:trace>
  <inkml:trace contextRef="#ctx0" brushRef="#br0" timeOffset="7240.82">6853 7554 0,'26'0'109,"80"0"-93,13 0-1,-40 0 1,54 0 15,-94 0 0,-25 0-15,-1 0 0,0 0-16,0 0 15,14 0 1,-1 0 15,93 0-15,-79 0-1,92 0 1,-66 0-16,53 0 31,-66 0-15,-39 0-16,12 0 16,27 0-1,-13 0-15,-1 0 31,14 0-15,-13 0-16,-27 0 16,0 0-1,27 0 1,40 0 0,-28 0-16,94 0 31,66 0-16,-146 0-15,53 0 16,-53 0 0,66 0-1,27 0 1,-66 0 0,79 0-1,-93 0 16,53-27-15,-79 27 0,-26-13 15,-1 13 16,14 0-32,-27 0 17,0 0-17,14 0 17,39 0-1</inkml:trace>
  <inkml:trace contextRef="#ctx0" brushRef="#br0" timeOffset="7461.42">10663 7461 0,'0'0'16</inkml:trace>
  <inkml:trace contextRef="#ctx0" brushRef="#br0" timeOffset="9480.49">13414 7527 0,'53'-13'47,"0"13"-32,0 0-15,53-26 16,-53 12 0,39 14-16,41-26 15,12 13 1,14-27 15,-119 40-15,26-40-1,-13-26 17,-14 13-17,1-52 16,-27 25-15,1 67 0,-1 0-1,-26-1 17,-80-25-17,53 26-15,-26-27 16,0 27-1,-106-40 1,13 53 0,-39 0-1,-106 0 17,224 0-17,54 0 1,-14 13-16,-39 40 15,-1 66 17,80 40-1,0-120-15,0 1-16,27 13 15,-1-13 1,146-14-1,-26 27 1,-67-40 0,-39-13-1,-27 0 1,0 0 0,14 0 15</inkml:trace>
  <inkml:trace contextRef="#ctx0" brushRef="#br0" timeOffset="10965.02">14023 7713 0,'-53'-40'31,"-106"0"-15,40 40 15,53-13-31,-53 13 16,53 0 0,26 0-16,0 0 15,-12 0 16,25 53-15,1 26 0,26-52-16,0 92 31,0-27-15,0-78-16,0 25 15,0 27 1,0 40 15,39-79-31,41 52 16,26-52-1,13 12 1,-40 1-16,0-40 31,-13 0-15,1 0-16,25 0 15,-65 0 1,12-13-16,1 0 16,0-1-1,39-12 17,-13-14-17,-39 40 1,12-40 31,1-12-16,-40-15-15,0 1-1,0 13-15,0 40 16,0 0-1,0-14 1,-93-26 0,41 27-16,-107 13 15,0-14 17,-92 27-17,92 0 1,40 0 15,92 0-15</inkml:trace>
  <inkml:trace contextRef="#ctx0" brushRef="#br0" timeOffset="13418.38">20082 9432 0,'198'14'78,"239"-14"-63,-318 0 1,119-53 0,-159 53-1,1-93 16,-80 27-15,0-66 0,0-14-1,0 80 1,-53 0 0,-344-40 15,146 53-16,-40 27 1,92 79 0,-12 132 15,91-40-15,120 67-1,0-172 1,40 79-1,291 39 17,92-65-17,-277-66 17,-107-27-17</inkml:trace>
  <inkml:trace contextRef="#ctx0" brushRef="#br0" timeOffset="16229.77">8930 10425 0,'53'0'47,"330"0"-32,-224 0-15,198 0 16,-158 0 15,-133 0-31,0 0 16,-53 0-1</inkml:trace>
  <inkml:trace contextRef="#ctx0" brushRef="#br0" timeOffset="18027.06">20452 10517 0,'14'13'15,"171"-13"17,-119 0-32,40 0 15,-40 0 1,-26 0-16,26 0 31,40 0 0,-54-26-31,-38 26 16,78-79 15,-52 26-15,13-13 0,-53 26 15,26-53-16,1 27 1,-14 26 0,-13 14-1,0 13 1,0-1-16,0 1 16,0-26 46,-13 39-46,-80-53-1,27 0 1,40 39 0,-80-12 15,-53 26-16,-53 0 1,146 0 0,-13 0-1,39 0 17,0 0-17,27 40 1,13-27-1,0 13-15,0 54 16,0-14 0,0 0 15,0 0-15,119-13-1,0-13 1,-26 0-1,-67-40 1,14 13 0,-13 0-16,12-13 15,27 40 17,-13-27-17,-39-13 1</inkml:trace>
  <inkml:trace contextRef="#ctx0" brushRef="#br0" timeOffset="18198.32">21087 10398 0,'14'0'78,"12"0"-78</inkml:trace>
  <inkml:trace contextRef="#ctx0" brushRef="#br0" timeOffset="20091.12">6297 11430 0,'13'0'31,"14"0"-15,12 0-16,28-26 16,-28 26-1,41 0-15,65-14 16,-65 14-1,541-39 1,-488 39 15,-94 0-31</inkml:trace>
  <inkml:trace contextRef="#ctx0" brushRef="#br0" timeOffset="21154.64">8797 11364 0,'40'0'47,"119"0"-15,-93 0-32,-26 0 15,92 0 1,-119 13-1,67 14 1,-1-14 0,66 13-1,-78-26 1,-41 0 62,-26 13 94</inkml:trace>
  <inkml:trace contextRef="#ctx0" brushRef="#br0" timeOffset="21707.74">10292 11456 0,'27'0'63,"26"0"-48,26 0-15,172 0 32,54 0-17,-133 0-15,449 14 16,-184-14 0,-14 0 15</inkml:trace>
  <inkml:trace contextRef="#ctx0" brushRef="#br0" timeOffset="43295.08">14645 11271 0,'53'13'79,"145"-13"-48,-66 0-31,93 40 15,-92-40 1,277 53 0,-199-13-1,-118-27-15,66-13 32,132 0-17,-172 0-15,26 0 31,107 0 1,-133 0-17,-27 0 1,-39 0 0,13-40-1,14 1 1,78-54-1,-78 80 1,-14-27 0,-26 27-16,13-14 15,-14 1 17,-25 13-32,-1-1 15,-13-52 32,-146-26-31,14 12-1,13 54 1,-199-27 0,265 53-1,1-26 1,-1 12-1,-53 14 1,-53 0 0,-26 0-1,66 0 1,26 0 0,53 0-1,-52-13 1,65 13 15,1 0-15,-14 13-1,14-13-15,-80 0 32,40 14-17,39-1-15,-12 0 31,-80-13-15,52 0-16,-65 0 16,-53 0-1,92 0-15,1 0 32,-1 0-17,67 0 1,-67 0 15,-26 0-15,0 0-1,79 0 1,14 0 0,-54 0-1,14 13 1,53-13-16,-40 13 15,27 1 1,-1 12 0,-12 14 15,39 0-15,0 12-1,0 1 1,0 13 15,66 1-15,-27-41-1,41 1 1,277 65 15,-66-65-15,212-1-1,-371 1 17</inkml:trace>
  <inkml:trace contextRef="#ctx0" brushRef="#br0" timeOffset="44732.71">14486 12528 0,'13'0'47,"80"-26"-31,13 12-16,26-12 16,27 26-1,132-27 1,-53-12-1,-199 12 1,54-12 15,-80 12-31,93-92 16,-93 106 0,14-14-1,-14-26 1,-13-26-1,0-27 1,0 53 15,-53-105 1,-13 105-32,-40-13 15,-13-1 1,53 41-16,-13-1 15,-67 14 17,-158 13-17,145 0 1,0 133 0,14-41-1,26 40 16,105-52-15,14-14 0,0-13-1,0-27 1,0 1-16,40 92 31,26 26-15,-13-52-1,40-40 17,39-27-17,172 14 1,-158-27 15,-14-13 0,-92 0-15,0 0-16</inkml:trace>
  <inkml:trace contextRef="#ctx0" brushRef="#br0" timeOffset="45447.91">16775 12012 0,'0'0'16,"0"-40"0,13 27-16,13-27 15,14-26 1,-27 66-16,53-39 31,53-1 0,-66 40 1,40 26-17,-80 27 16,-13 185 1,-40-185-17,1-13 1,12-13-16,-12 25 16,39-12-1,0-27-15,-14-13 16,14 14 124</inkml:trace>
  <inkml:trace contextRef="#ctx0" brushRef="#br0" timeOffset="46000.98">16986 12581 0,'0'13'63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07:11.4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4762 7051 0,'67'0'16,"12"0"-1,569-53 17,-251-26-17,-146 39-15,80 0 16,-225 40-1,-93-13-15</inkml:trace>
  <inkml:trace contextRef="#ctx0" brushRef="#br0" timeOffset="506.21">5040 7726 0,'66'13'47,"106"-13"-32,-13 0-15,595 0 32,-463 0-17,133 0 1,-398 0-1,-13-13 48</inkml:trace>
  <inkml:trace contextRef="#ctx0" brushRef="#br0" timeOffset="2178.4">11337 6932 0,'27'-13'31,"251"-14"-15,-173 27-1,-52 0 1,0 0 0,133 0-1,-81 0 1,54 0-1,-27 0-15,398 0 32,-292 53-17,-119-53 1,0 0 0,-93 0-1,27 0 1,13-26-1,-39 26 1</inkml:trace>
  <inkml:trace contextRef="#ctx0" brushRef="#br0" timeOffset="5053.96">14711 6892 0,'0'0'0,"13"0"15,40 0 48,-13 14-47,13-14-16,105 0 15,80 26 16,159-26-15,-304 0 0,66 0-1,-120 0 1,1 0 0,26 0-1,238 0 1,-211 0-1,39 40 1,-105-40-16,13 0 172,-27 0-141,0 0 172,13 13-140,1 0-1,-1-13-46,14 0 46,0 0-30,-27 0 15,27 13-16</inkml:trace>
  <inkml:trace contextRef="#ctx0" brushRef="#br0" timeOffset="7107.58">6720 5794 0,'80'0'46,"39"0"-30,79 0 15,-26 0 1,-119 0-32,53 0 15,53 0 1,-67 0-16,14 0 15,119 0 1,-132 0-16,26 0 16,-27-13 15,-52-13-31,-13 26 16,12 0-1,27 0 1,-26 0 15,13-27-15,-27 27 15,1 0-15,-226 27 93</inkml:trace>
  <inkml:trace contextRef="#ctx0" brushRef="#br0" timeOffset="8216.26">1323 6866 0,'119'0'62,"344"0"-46,-159 0-1,-145 0 1,79 0-16,-145 0 16,-27 0-1,0 0 1,-53 0-1,14 0 1,12 0 0,-25 0 15</inkml:trace>
  <inkml:trace contextRef="#ctx0" brushRef="#br0" timeOffset="11725.71">14512 6813 0,'14'13'47,"25"0"-32,27 1 1,27 25 0,0 1-1,-80-40 1,53 40-1,66-40 17,-66 26-17,-26-26 1,0 13 15,26-13-15,0 0-1,27 0 1,-54 0 15,54 27-15,-53-14 0,118-13-1,-25 0 1,131 0 15,-145 27-15,-39-14-1,-67-13 1,13 0 15,1 0 0,52-13 1,-52 13-32,-1-14 15,14 1 1,0 13 0,-1-26 15,14 12 0,-40 1-31,27 0 16,-13 13-1,-14-13 1,0 13 0,66-40 15,-52 40-16,-1 0-15,-12 0 16,25-13 15,-39 0 1,27-27-17,-27 27 1,0-14-1,26-12 17,-13-28-17,14-25 17,-27 79-17,0-54 1,0 41 15,0-67 0,-27 40 1,14 53-17,13-13 1,-26 0-1,12-13 17,-25 12-17,-14-39 1,26 40 0,-12 0 15,-1 0-16,-53-27 1,-12 40 15,-14-66-15,66 66 0,-14 0 15,41 0-16,-120-13 17,14 13-17,93 0 1,-1 0 0,13 0-1,-12 0 1,25 0-1,-105 0 1,-172 0 15,172 0-15,40 0 0,52 0-1,-92 0 1,-26 13 31,39 0-16,66-13-31,1 27 16,25-14-1,1 0 16,-26 13-15,39-12-16,-27-14 16,1 39-1,-14-25 17,40-1-1,-13 13-16,-1-12 1,14-1-16,-39 26 16,39-12-1,-13-14 1,13 0 15,0 40-15,-14-39-1,14 12 1,0 0 0,0 1-1,-13-1 1,0-12 0,13 12-16,0 14 15,0-14 1,0 1-16,0 26 47,26-40-32,-12 13 1,-1-13 0,0 14-16,13-14 15,67 0 48,-27 1-32,-39 12-31,26-26 16,-40 0-1,13 0 1,-13 0 15,1 13 32,-1-13-1</inkml:trace>
  <inkml:trace contextRef="#ctx0" brushRef="#br0" timeOffset="14937.84">12475 4326 0,'13'13'93,"93"-13"-77,-79 0-16,105 0 16,27 0-1,-40 0-15,-40 0 16,53 0 0,80 0-1,79 0 1,-198 40-1,39-40 1,-92 0 0,66 0-1,-80 0 1,40 13 0,-13-13-16,13 13 15,-39-13 1,-14 0-1,93 0 48,-93 0-16</inkml:trace>
  <inkml:trace contextRef="#ctx0" brushRef="#br0" timeOffset="16127.15">14949 4022 0,'0'-40'93,"0"14"-77,0-1 0,0-13-1,13 27 1,0 13-1,14-26 1,-1 26 0,1 0-1,39 0-15,13 0 16,-13 0 15,-66 26-15,14-26-16,-14 27 15,0 12 1,0 27 15,-27 54-15,1-94 0,-14-13-1,0 0 1,14-13-1,-14 27 32,40-14 0,0 14-31,0 39-1,0-40 1,0 27-16,0 13 16,0-39-1</inkml:trace>
  <inkml:trace contextRef="#ctx0" brushRef="#br0" timeOffset="16903.87">15081 4762 0</inkml:trace>
  <inkml:trace contextRef="#ctx0" brushRef="#br0" timeOffset="35940.04">3175 13097 0,'13'13'47,"133"-13"-32,290 0 1,239 0 15,-410 0-31,370 0 16,-384 0-1,357 0 1,-356-13 0,-146 13-16,13 0 15,-106 0 17</inkml:trace>
  <inkml:trace contextRef="#ctx0" brushRef="#br0" timeOffset="96076.79">14116 7223 0,'13'-26'47,"66"26"-31,0 0-16,-12 0 15,158 0 1,-120 0-16,173 0 16,40 0-1,-133 0 1,423-14 0,-330-38 15,-26-1-16,-186 53 1,-13 0 0,-27 0 15,27-14-15,-26 1-1,65 13 1,-13-26-1,-12 12 1,25 14 0,-12-26-1,-54 26 48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07:59.0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6085 4961 0,'67'0'79,"52"0"-64,-27 0 1,199 0-1,-185 0-15,225 0 16,-239 0 0,67 0-1,-146 0 1</inkml:trace>
  <inkml:trace contextRef="#ctx0" brushRef="#br0" timeOffset="575.41">6376 6125 0,'0'0'31,"120"-13"-31,237-119 16,-185 132-1,53 0-15,185 0 16,119 0 15,-291 0 1,-212 0-1</inkml:trace>
  <inkml:trace contextRef="#ctx0" brushRef="#br0" timeOffset="1832.15">7818 10438 0,'0'26'32,"0"14"-17,14-14-15,-1 41 31,13-28 1,-12-26-1,-1-13 0,13 0 0,1 0-15,65-66 0</inkml:trace>
  <inkml:trace contextRef="#ctx0" brushRef="#br0" timeOffset="2113.02">7924 10372 0,'-145'0'32,"290"0"-32,-330 0 31</inkml:trace>
  <inkml:trace contextRef="#ctx0" brushRef="#br0" timeOffset="3956.01">10425 12475 0,'79'0'63,"199"0"-32,-119 0-15,211 0-1,-304 0 1,53 0 0,-53 0-16,0 0 15,14-13 1,26-27-1,-53 0 17,39-52-1,1 13-15,-40 52-1,-27-39 1,-13 26 15,-13-52-15,0-41-1,0 1 17,-172-27-1,14 40-16,65 66 1,67 53 31,-27-13-31,0 13-16,-13 0 15,-27 0 1,-39 0-1,26 79 17,13 54-1,93-67-15,0-40-16,0 54 15,0-41 1,0 94-1,0 25 1,0-118 0,159 198-1,-80-211 1,54 52 0,-41 0 15,-78-52-16,-1-27 1,93 0 0,-80 0-1,-145 0 95</inkml:trace>
  <inkml:trace contextRef="#ctx0" brushRef="#br0" timeOffset="9847.99">6562 10120 0,'79'14'78,"40"-14"-62,27 52-16,184-25 15,411 105 17,-529-92-32,211 13 15,-277-53 1,79 53 0,-172-53-1,-40 0-15,0 0 31,13 0 32,67 0-47,251 0-1,-225 0 1,53 0-1,-26 0 1,-120 0 0,27 0-1,-13-14 1,-27 1 0,13 0-1,-12 0 1,-1-14-1,0 14 17,-13 0-32,26-27 31,-26-13-15,0 14-1,0-1 1,-39-66-1,12 13 1,1 67 0,-1 13-1,27-27-15,-26 14 16,26 12 15,-27 1 47,1 0-62,-27-27 15,27 40-15,-1-13-16,14-13 15,0 26 17,-27-14-1,0-12-15,14 26-1,-14-13 16,14 13-15,-40-40 0,-40 27-1,-106-27 17,133 14-17,13 26 1,13 0 15,26 0-15,14 0-1,-40 0 1,-13 0 15,26 53 0,40 39-15,0-26 0,0-13-16,0 53 31,13 106-15,80-40-1,0 13 16,-40-132-15,-14 0 0,-12-27 15,26-26-15,-14 0-1,27 0 1,1 0-16,38 0 15,-91-13 1</inkml:trace>
  <inkml:trace contextRef="#ctx0" brushRef="#br0" timeOffset="10736.32">9684 9009 0,'0'-13'78,"92"-27"-63,14 0 1,-79 27 0,26 13-1,39-39 1,-65 25-1,-14 14 17,13 0-1,14 27-15,-40 118 15,-66-26 0,53-105-15,-27-14 15,27 0 0,13 13 47,0 0-62,0 0 0,0 14 77,0 12-77,13-12 0</inkml:trace>
  <inkml:trace contextRef="#ctx0" brushRef="#br0" timeOffset="11870.4">10054 9472 0</inkml:trace>
  <inkml:trace contextRef="#ctx0" brushRef="#br0" timeOffset="13497.45">11205 9551 0,'-40'-26'47,"14"26"-16,26 79 1,0-52-17,0 13 1,0 65 0,0-65 15,13-40 47,119 0-62,67-172 15,-173 106-16,14 13-15,-27 13 16,-13 14 0,0 13-1,0-1 17,14 14-17,-1 14 32,-13 211 0,0-54-31,0-104-1,0-41 16,0-13 1,13-13-1,93 0-15</inkml:trace>
  <inkml:trace contextRef="#ctx0" brushRef="#br0" timeOffset="14264.83">11933 9353 0,'66'-40'62,"-40"40"-46,14-13-16,0 13 15,52-13 17,-39-14-17,-53 54 48,0 39-48,0-26 1,0 52 0,0-65 77,0-14-77,13-13 31,1 13-31,-14 0 124</inkml:trace>
  <inkml:trace contextRef="#ctx0" brushRef="#br0" timeOffset="14741.07">12277 9895 0,'-14'14'203,"1"-14"-203</inkml:trace>
  <inkml:trace contextRef="#ctx0" brushRef="#br0" timeOffset="15784">12277 9551 0,'-14'-13'78,"-25"13"-47,-14 13-15,40-13-1,-120 27 16,107-27-15,26 13 0,0 27 77,26 39-77,14-26 0,0 0 15,-14 0 16,1-40-32,-27 14 32</inkml:trace>
  <inkml:trace contextRef="#ctx0" brushRef="#br0" timeOffset="16592.21">12171 10107 0,'13'13'188</inkml:trace>
  <inkml:trace contextRef="#ctx0" brushRef="#br0" timeOffset="18196.82">11933 9604 0,'-14'-13'78,"14"-13"-47,0-1-15,0-39 15,-13-13 1,13 65-17,0-12 16,53-14 1,-26 40-1,26 0-15,-40 0-1,13 0 1,1 0 31,-1 14-32,-13-1-15,1 13 32,12 14-1,-13-27-16,1 0 1,-1 14 0,0 13 15,-13-27-15,0 13-1,0-13 1,0 27-1,0 0 17,0-27-17,0 0 17,-132 40-1,105-53-16,-12 13 32,-28 14-31,54-27 0,0 13-1,0 0 1,13 1 15,-27 52 16,27-13-31,0-27-1,0 1 1,13 25-1,-13-38 1,14 12 0,-1-26-1,0 13-15,0 14 16,1 13 0,-1-40-1,-13 26 32,13 0-31</inkml:trace>
  <inkml:trace contextRef="#ctx0" brushRef="#br0" timeOffset="18771.07">12091 10398 0,'0'13'79,"0"1"-48</inkml:trace>
  <inkml:trace contextRef="#ctx0" brushRef="#br0" timeOffset="24351.41">20373 3810 0,'13'0'47,"27"26"-32,92 14 1,159-27 15,-185-13 0</inkml:trace>
  <inkml:trace contextRef="#ctx0" brushRef="#br0" timeOffset="24783.95">20545 4432 0,'0'0'0,"40"0"32,-27 0-17,79 0 1,41 0 0,-120 0-1</inkml:trace>
  <inkml:trace contextRef="#ctx0" brushRef="#br0" timeOffset="25448.53">20439 5159 0,'0'27'32,"27"-1"14,184 14-14,-118-40-32,-67 0 15,93 0 1,-53 26 15</inkml:trace>
  <inkml:trace contextRef="#ctx0" brushRef="#br0" timeOffset="26112.47">20545 5900 0,'13'0'47,"80"-26"-32,-54 26 1,-25 0 15</inkml:trace>
  <inkml:trace contextRef="#ctx0" brushRef="#br0" timeOffset="26504.06">20518 6443 0,'40'0'15,"-80"0"-15,146 0 16,-66 0 0,-14 0-1</inkml:trace>
  <inkml:trace contextRef="#ctx0" brushRef="#br0" timeOffset="26967.87">20307 7408 0,'53'27'62,"105"-27"-46,-91 0-1,-15-27 17</inkml:trace>
  <inkml:trace contextRef="#ctx0" brushRef="#br0" timeOffset="32520.34">19936 7871 0,'14'0'31,"52"0"-15,13 0 0,40 0-1,-26 0 1,198 0 0,-172 0-1,-93 0 1,54 0-1,-54 0 1,1-13 0,-14 0-1</inkml:trace>
  <inkml:trace contextRef="#ctx0" brushRef="#br0" timeOffset="35530.86">20161 7990 0,'0'53'141,"0"66"-110,0-92-31,0-14 47</inkml:trace>
  <inkml:trace contextRef="#ctx0" brushRef="#br0" timeOffset="35975.08">20174 8533 0,'0'0'0,"0"13"47,0 106-31,0-106-1,0 120 1,0-120-1,0 0 1,0 14 15</inkml:trace>
  <inkml:trace contextRef="#ctx0" brushRef="#br0" timeOffset="36469.94">20042 9168 0,'-13'13'16,"13"40"46,0 40-31,0-27 1,0-53-1</inkml:trace>
  <inkml:trace contextRef="#ctx0" brushRef="#br0" timeOffset="38280.3">19963 9895 0,'0'0'0,"26"0"31,80 0-15,-13-39-1,-27-1 17,-53 40-1,14 0-15,25-13 15,41-53-16,-40 39 1,13-39 15,-53 40-15,1-41 15,-14 15 0,0 25 1,0 14-32,0 0 15,0-14 1,0 14 31,0-14-32,-27 14 1,1 13 0,-40 0-1,-67-26 17,94 13-17,12 13 1,-13 0 15,-26 0 0,-13 13-15,52 13 0,-12 27-1,-14 0 16,40 13-15,13-13 31,0-40-31,0 1-16,0-1 15,0 27 1,0 12 31,13-25-32,0-27 1,13 53 0,80 0 15,53-40-16,-119-13 1,-14 0 0</inkml:trace>
  <inkml:trace contextRef="#ctx0" brushRef="#br0" timeOffset="39189.11">20889 9485 0,'0'0'16,"13"-39"31,0 12-16,-13 1-15,40 12-1,0 14 1,-1 0 15,-25 0-15,-1 0 0,0 0 15,14 0-16,-14 40 1,-13-27 0,0 93 15,-13-26 0,-1-41 0,14-12-15,0 12 15,0-25-15,0-1 171,0 0-187</inkml:trace>
  <inkml:trace contextRef="#ctx0" brushRef="#br0" timeOffset="40015.71">21087 9962 0,'14'13'281,"12"13"-234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09:44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7501 5239 0,'93'26'16,"39"-26"0,-13 0-1,172 0 1,-146-39-16,146 39 15,-158 0 1,317 0 0,-318 0-1,132 0 1,14 0 0,-53 0-1,212 0 1,-292 0-1,173 0 1,-226 0-16,120-14 31,145 14 1,-198 0-17,172-79 16,-106 66-15,92-40 0,-171 26 15,-80 27-15</inkml:trace>
  <inkml:trace contextRef="#ctx0" brushRef="#br0" timeOffset="1254.37">3268 5900 0,'119'0'31,"-40"0"-15,119 0-1,186-13 16,-133 13-15,93-93 0,-264 93-1,198 0 1,-252-13 0,40 13-1,-53 0 1,-39-26 62</inkml:trace>
  <inkml:trace contextRef="#ctx0" brushRef="#br0" timeOffset="4011.57">9036 5913 0,'132'0'46,"-53"0"-30,27 0-16,119 0 16,-80 0-1,14 0 1,278 0 0,-212 0-1,26-26 1,-119 0 15,106 12-15,-171 14-1,-54-13 235</inkml:trace>
  <inkml:trace contextRef="#ctx0" brushRef="#br0" timeOffset="6720.74">18322 5027 0,'0'-13'15,"27"-14"1,65 27-16,199 0 16,-132 0-1,370-13 1,-224 13-1,-120-13 1,-145 13-16,-27 0 16,0-13-1,0-1 17</inkml:trace>
  <inkml:trace contextRef="#ctx0" brushRef="#br0" timeOffset="8915.27">19024 5146 0,'0'0'0,"185"40"31,-119-40-15,0 0-16,53 0 16,53 0 15,-106 0-16,0 0 1,-26-13 0,-27-1-1,1-39 1,12-26 15,-13 66-31,0-27 16,-13 0-1,-26-145 1,-14 79 0,14-52-1,13 105 1,13-40 0,-40 1 15,13 39-16,-12-27 1,39 67-16,-53-40 47,-106-13-31,-13 13-1,146 53 1,-27 0-16,-27 0 15,1 0 17,26 0-32,-145 27 15,-40 65 1,105-39-16,80-26 16,-53 12-1,-13-12 1,53 39 15,66-53-31,-26 66 16,26-39-1,0 13 1,0 13 0,0 0-1,0 53 1,0-26-1,0 26 17,26-66-17,54 13 1,-67-53 0,304 40-1,-184-13 1,-1-40-1,185 0 1,-250 0 0,-54 0-16,79 0 31,-52 0-15,-27 0-1,1 0 1,52 26 93</inkml:trace>
  <inkml:trace contextRef="#ctx0" brushRef="#br0" timeOffset="9066.2">19381 5173 0</inkml:trace>
  <inkml:trace contextRef="#ctx0" brushRef="#br0" timeOffset="12511.76">14618 6178 0,'40'-13'94,"39"13"-79,-13 0 1,133 0-1,-40 0 17,-54 0-17,-91 0 1,12 0 15</inkml:trace>
  <inkml:trace contextRef="#ctx0" brushRef="#br0" timeOffset="14168.61">21590 5953 0,'13'-26'47,"172"-1"-32,-92 27-15,105-13 31,332 13 1,-292-93-17,13 54 1,-132-1 15,40 40-15,-27 0-1,-66-13 1,14 13 0,-67 0-1,0 0-15,0 0 16,1 0 0,12 0-16,1 0 31,39 0-16,-66 13 79</inkml:trace>
  <inkml:trace contextRef="#ctx0" brushRef="#br0" timeOffset="15279.48">16285 7197 0,'0'0'0,"40"0"16,79-53-1,-13 53-15,132 0 31,66 0-15,741-40 0,-542 40 15,-239 0-31,266 0 16,-385 0-1,67-13 1,-106-40-1,-53 26 1,-27 27 0,14-26-1,-14 26 17,14 0-17,13 0-15,-40 0 16,13 0-1,-12-13 48</inkml:trace>
  <inkml:trace contextRef="#ctx0" brushRef="#br0" timeOffset="15903.83">21841 6879 0,'0'0'0,"80"0"16,131-13-1,-25 13 17,224-53-17,-291 27 1,304-1 15,-304 14 0,-79 13-15,-14 0 0</inkml:trace>
  <inkml:trace contextRef="#ctx0" brushRef="#br0" timeOffset="18031.59">16192 8136 0,'212'-53'31,"-146"53"-31,-344 53 0,742-119 16,-306 26-1,-92 40 1,212-40-1,119 40 1,-185-26-16,608-1 31,-251 54 1,-238-27-17,26 0 1,-53 0-1,-145 0 1,-120 0-16,81 0 16,-15 0-1,14 0 1,0 0 15,292 0 0,-200-40-15,-105 1 0,-66-1 15,-1 13-15,67-25-1,-40 52 1,14-40-1,65-40 1,-79 28 0,-26 12-1,-40 13 1,40 27 0,-27-26-1,27-1 1,-40 1 31,-27 13-32,1 0 17,13-1-17,-14 14-15,-65-26 16,-1 13-1,27-27-15,-53 27 32,13 13-17,40 0 1,26 0 0,-66-40-1,-92-13 16,66 53-31,-54 0 16,-12 0 0,105 0-16,-224-79 31,-67 26-15,199 53 15,-80 0-16,173 0 1,-173 0 0,93 0-16,-159 0 15,120 0 1,78 0-16,54 0 16,-13 0-1,-133 13 1,-252 40-1,41 0 17,198-13-17,66-40 1,-80 0 0,27 0-1,-79 0 1,79 0 15,-105 0-15,237 0-1,-92 0 1,92 0-16,-52 0 16,-94 0-1,200 0 1,-94 0-1,67 52-15,0-52 32,-53 67-17,66-28 1,40-39 0,-27 27 15,40 12-16,0 28 1,27-14 0,-1-27-1,159 80 1,120-53 0,131-53-16,358 66 15,423-66 16,-820 0-15,-252 0 0</inkml:trace>
  <inkml:trace contextRef="#ctx0" brushRef="#br0" timeOffset="20430.84">19420 8824 0,'80'0'32,"26"0"-17,-1 0-15,186 0 16,-119 0-1,278 0 1,198 92 0,-515-92-16,118-13 31,-52 13-15,-41-26-1,-52 26-15,119 0 16,-132 0-1,92 26 1,-93-26 0,-52 0-1,-27 0 1,27 0 0,-27 0-1,14 0 1,-14-13 171,0 13-171,0 0-16,14 0 141,-27-13-63</inkml:trace>
  <inkml:trace contextRef="#ctx0" brushRef="#br0" timeOffset="23184.62">17912 10663 0,'0'0'0,"14"0"31,38-14-15,1 14 0,172 0-1,-132 0 1,304 0-1,-239 0 1,173 0 0,-146-13 15,-26 0 0,-119 13-15</inkml:trace>
  <inkml:trace contextRef="#ctx0" brushRef="#br0" timeOffset="24432.41">19883 11589 0,'0'0'0,"265"0"15,158 0 17,-224 0-32,92 0 15,106 0 1,-331 0 0,132 0-1,-79 0-15,53 0 31,-26-40-15,-93 40-16,-40 0 16,-13-13-1,-13 0 1,-199 13 0,53 13-16,-767 159 31</inkml:trace>
  <inkml:trace contextRef="#ctx0" brushRef="#br0" timeOffset="25098.67">16364 13031 0,'331'0'15,"-662"0"-15,887-27 16,-93 27-1,238-92 1,-529 78 0,80-25-1,-239 39 1,0-13 0</inkml:trace>
  <inkml:trace contextRef="#ctx0" brushRef="#br0" timeOffset="37611.43">9856 5861 0,'0'0'0,"-53"13"31,-185 53-15,-14-40 0,-78 1-1,-372 39 1,-157-53 15,303-13-15,-119 0-1,477 0 1,13 0 0,132 0-16,-53 0 15,0 27 17,53-1-32,-119 14 15,80-14 1,-1 14-16,-53 0 15,93-40 1,-79 53 15,40-40-15,25 26-16,-12 67 16,26 13-1,40-92-15,0 12 31,13-25-15,0-1-16,-14 0 16,1 0-1,13 14-15,-13-1 16,-13-26 78,-1-26-79</inkml:trace>
  <inkml:trace contextRef="#ctx0" brushRef="#br0" timeOffset="38255.03">4392 6443 0,'0'53'16,"0"-106"-16,0 119 15,0 13 17,0 14-17,0-67 1,0 1-1,0 12 1,0-25 0,0-1-1,185-79 126,-119 52-125,106-25-1,14-1 1,-41 0-1,54-26 1,-147 53 15</inkml:trace>
  <inkml:trace contextRef="#ctx0" brushRef="#br0" timeOffset="39685.61">5702 7223 0,'0'0'0,"211"0"31,200 0 1,-68 53-17,-65-27 1,-132 1-1,317-14 1,-132-26 0,198 13 15,-291-27-15,-106 27-1,-105 0 16,-14 0-15</inkml:trace>
  <inkml:trace contextRef="#ctx0" brushRef="#br0" timeOffset="43318.87">2328 8467 0,'66'0'47,"133"0"-16,-93 0-15,0 0 0,-54 0-1,94 0 1,-53 0 0,105-14-1,-92 14-15,39-26 16,-65 13 15,-67 13-15,53-27-1,-26 27-15,13 0 16,92 0 0,-52 0-16,-14 0 15,-26 0 16,-40 0-31,14 0 16,26 0 0,145-39 15,-52 39-15,12 0-1,-52 0 1,-26 0-1,-54 0 1,-13 0 0,14 0-16,39 0 15,-13 0 1,26 0 0,40 0 15,-13 0-16,-13 0 17,-27 0-17,40 0 1,-40 13 0,40 13-1,-27-26 1,0 0-1,-52 40 1,171 0 0,27-27-1,-132 0-15,66 0 32,-27 14-1,-79 12-16,159 14 1,-41-39 0,107 25 15,-212-39-15,27 40-1,-80-40 16,1 0-15,12-13 0,27-14-1,0 1 17,79-40-17,-105 52 1,92-65-1,-93 79 1,-13-13 0,1-40-1,-1 40 1,-13-53 0,0 39-1,0 1 16,0 12-15,0 1-16,-13-13 16,-40-1 15,-14-12-31,-78-1 16,66 13-1,-54-52 1,80 53 15,40 12-31,-27 1 16,-12 13-1,-15 0-15,-118-26 16,132 26 0,-119 0-1,-53-27 1,133 14-1,-160 0 1,94 13 0,52 0-1,26 0 1,14 0 15,-26 0-31,-120 0 31,-39 0-15,65 0 0,54 0-1,93 0 17,-28 0-17,41 0 1,-27 39-1,-13-25 1,-27 25 0,54-25-1,-14 25 1,26-25 0,14-1-1,0 40 16,13-27-15,0-13 0,26 27-1,1 39 1,12-39-16,1 0 16,39 26-1,-52-66-15,65 26 16,-65-26-1,92 40 1,-53-40 0,119 13-1,106-13 1,-145 40 15,-40-27-15,-80-13-1,-13 0 1</inkml:trace>
  <inkml:trace contextRef="#ctx0" brushRef="#br0" timeOffset="43742.46">6839 8705 0,'14'0'31</inkml:trace>
  <inkml:trace contextRef="#ctx0" brushRef="#br0" timeOffset="48357.31">2064 11390 0,'0'-26'78,"185"26"-62,-92-53-1,92 0 1,-66 53-16,79-13 16,14-14 15,-119 27-31,65 0 15,120-26 1,-212 26 15,-13 0-15,13 0 0,27 0 15,-27 0-16,-26 0-15,13 0 32,13 0-17,106 0 1,-27 0 0,-26 0-16,-26 0 31,0 0 0</inkml:trace>
  <inkml:trace contextRef="#ctx0" brushRef="#br0" timeOffset="53001.8">6337 11483 0,'13'0'15,"27"0"1,-1 0 62,-25 0-47,-1 0-31,27 0 32,-14 0-17,67 0 1,-41 0 0,107 0-1,-119 0 1,145 0-1,-105 0 1,39 0 15,-14 0-15,134 13 0,-187 14-1,94-54 16,-67 27-15,67 0 0,-67 0-1,1 0 1,145-13 0,-146 13-1,53-53 1,-39 53-1,-80 0 1,40-13 0,0 13-1,-40 0 1,14 0-16,52 0 16,-26 0-1,-40 0-15,40 0 31,0 0-15,0 0 0,66 0 15,-40 0-15,1 0-1,-41 0 16,27 0-15,1 0 15,52 0-15,-53 0 0,26 0 15,-25 0-16,12 0 1,0 0 0,80 0-1,-119 0 1,132-40 15,-66 0-15,-1 27-1,-65 13 17,0-26-17,-14-1 1,80-12 0,0-1 15,-27 0 0,-52 0-15,-1 40-1,40-13 1,27-13 0,-67 13-1,1 13 1,-14-27-1,0 27 17,1-40-17,-1 40-15,0 0 16,0-26 15,0 26-31,1 0 16,-1-26-1,27 12 1,-27 14 31,0-13-31,0 0 15,-13 0-16,14-27 1,-14 13 15,0 14-15,0 0-16,0-13 31,-14-27-15,-39 26-16,27 14 15,-106-53 1,92 66-16,27 0 16,-1-13 15,-12 13 16,-40 0-16,53 0-15,-1 0-1,-25-14 17,-14 1-17,-40 13 1,-13-40-1,80 40 1,-1 0 0,-25-26 15,-28 26-15,-79 0-1,40 0 1,0-13-1,53-1 17,-53 1-17,0 13 1,-53 0 0,27 0 15,-14 0-16,66 0 1,-26 0 15,-26 0-15,-54 0 0,14 0-1,-53 0 1,66 53-1,53-53 1,53 13 0,-133 14 15,107-14-15,-41 14-1,54-27 16,13 0-15,13 0 0,0 0-1,-40 0 1,1 0 0,52 0-16,-26 0 31,-27 0-16,40 0 1,-39 0 0,-14 0 15,13 0-15,67 0-1,-27 0 1,26 0-16,-12 0 15,12 0 1,14 0 15,-40 0-15,14 0-16,12 0 16,-13 0-1,27 0-15,-53 0 16,26 0-1,-13 0 1,27 0 0,-14 0-1,1 0-15,-14 0 32,13 0-17,-26 0-15,0 0 16,-27 39-1,53-39-15,-13 0 32,-132 40-1,172-27-15,-13-13-1,12 13 1,-25-13-1,-14 0-15,-132 0 32,92 14-17,80 12 1,-1-26 0,1 0-16,-40 40 31,53-27-16,-13 0-15,-13 27 16,26 0 0,-14-1-1,14-12 1,0-1 15,0 27-15,0-13-16,0-27 15,0 0 1,0 0 15,67 27 1,78-13-17,173 12 1,-27 14 15,132 13-15,-357-66-1,27 14 1,-80-14 31,27 0-32,-14-14-15,1 14 32,118 0-17,-79 0 1,53 0 0,-79 0-16,39 0 31,-13 0-16,-26-13 32,-40-27 63,13 14-95,120 26 1</inkml:trace>
  <inkml:trace contextRef="#ctx0" brushRef="#br0" timeOffset="54171.93">10663 9446 0,'0'-14'31,"0"-39"63,0 27-79,0-14 1,92-39-1,-65 79-15,39-26 16,-26 12 0,26 14-1,0 0 17,0 0-17,-26 14 1,-14 12 15,-13 27-15,-13 79 15,-53-26 0,53-66-15,0-27-1,-13 0 17,13 0-17,0 40 1,0-13 0,0-27 15,13 53-16</inkml:trace>
  <inkml:trace contextRef="#ctx0" brushRef="#br0" timeOffset="54725.32">11152 10081 0,'13'13'234</inkml:trace>
  <inkml:trace contextRef="#ctx0" brushRef="#br0" timeOffset="59649.62">7157 12687 0,'-13'-13'32,"-106"13"-17,53-14 1,-384-39 0,198 14-1,133 25 1,53-12-16,-145 26 15,-54 0 1,133 0-16,26 0 16,-132 0-1,145 0-15,-26 0 32,40 0-17,65-13 1,1 13 15,0-13 16</inkml:trace>
  <inkml:trace contextRef="#ctx0" brushRef="#br0" timeOffset="60263.41">5199 12250 0,'-79'0'47,"-40"27"-31,66-14-16,-93 27 15,93-27 1,-13 40 0,53-40 15,-40-13 31,40 13-15,39 67-31,27-28-16,0 15 16,53-1-1,-53-40-15,-27 27 16,-13-40-1,1 1 1,25-14 15,120 0-15</inkml:trace>
  <inkml:trace contextRef="#ctx0" brushRef="#br0" timeOffset="61289.09">6191 11761 0,'0'0'0,"80"0"16,-14 0 0,-27 0-1,-25 0 1,25 0 0,-25 0 15,-1 0-16,0 13 1,-13 0 0,-26 14-1,-160-1 17,28-13-17,118 14 16,146-14 48,-40 27-64,27-1-15,-54-39 16,27 0-1,-39 14 1,-1 12 0,-92-26 46,-53 0-46,-132 0-1,224 0 17,14 0 61</inkml:trace>
  <inkml:trace contextRef="#ctx0" brushRef="#br0" timeOffset="62759.12">6337 11734 0,'0'53'47,"0"-13"-32,0 79 1,0 40 15,0-93-31,0-13 16,0-14-1,0-52 32,0-13-47</inkml:trace>
  <inkml:trace contextRef="#ctx0" brushRef="#br0" timeOffset="63394.45">7078 11549 0,'-67'66'47,"-38"66"-31,52-52-1,13 52 1,14-119-16,26 27 15,0 79 1,0-79-16,0-14 16,0 14-1,0-27 1,39 27 0,1-40 15,53 0-16,-41 0 1,-12-27 0,-27-25-1,40-94 1,-26 80 15,-27-80 0,-40 120-15,-13 26 15,-198 0-31</inkml:trace>
  <inkml:trace contextRef="#ctx0" brushRef="#br0" timeOffset="64188.01">2871 13309 0,'291'-14'63,"106"-25"-48,-239 39-15,213 0 16,-226 0 0,305 0-1,-251 0 17,-1 0-17</inkml:trace>
  <inkml:trace contextRef="#ctx0" brushRef="#br0" timeOffset="64862.36">5093 13229 0,'0'-53'62,"0"14"-46,0-81 0,0-25-1,0 26 1,0 79 15,0 1-15,0 25-1,0-12-15,0-1 32,0-39-17,0 0 1,0 53 0,27-67 15,-14 14-16,0 13 1,0 1 62,14 25-62,-27 1-1,13 12 64,-13-39-64,0 40 16</inkml:trace>
  <inkml:trace contextRef="#ctx0" brushRef="#br0" timeOffset="65144.06">5173 12118 0,'0'0'15,"-199"145"16,107-92-15,-1-26 0</inkml:trace>
  <inkml:trace contextRef="#ctx0" brushRef="#br0" timeOffset="65476.6">5649 12131 0,'26'66'31,"-26"-52"-31,0 12 16,14-26 0,-1 13-1,-13 14 1,0-14 0,0 13-1,0 1 1,13 65-1,13-65 1</inkml:trace>
  <inkml:trace contextRef="#ctx0" brushRef="#br0" timeOffset="67578.23">5689 13189 0,'13'27'32,"66"-1"-17,-13-26 1,252 40 0,-146-40-16,648 0 15,-357-13 1,-66 13-16,370 0 15,-304 0 1,-132-53 15</inkml:trace>
  <inkml:trace contextRef="#ctx0" brushRef="#br0" timeOffset="67850.14">9671 13176 0</inkml:trace>
  <inkml:trace contextRef="#ctx0" brushRef="#br0" timeOffset="68462.85">8718 11853 0,'0'0'15,"79"27"16,-12 132-15,52-27 0,-93-79-1,27-14 1,-13-12 15,105-14-15,54-13-1,303-291 1,-290 79 0,0-224-1,581-1257 1,-382 793 0,-134 265-1,411-754 1,-503 1190-1,212-264 1</inkml:trace>
  <inkml:trace contextRef="#ctx0" brushRef="#br0" timeOffset="127897.61">21630 6945 0,'26'27'31,"1"-27"-15,-1 13-1,106 13 1,-39-26 0,-40 14-1,0-14-15,13 0 16,-26 0 0,52 39-1,-52-39 1,66 0 15,-40 0-15,93-13-1,-106-13 1,66-67 0,-80 53-1,-39-26 1,0-93-1,0 107 17,0-54-17,-39 26 1,-133-39 0,105 66 15,-12-13-16,26 27 1,14 39 0,-54-53-1,27 26 1,53 27 0,-1 0-1,-12 0 1,-54 0-1,-105 0 1,106 27 0,13 26 15,53-27-15,13 14-16,-14 26 15,14 0 16,0-13-31,40 53 16,0-67 0,-1 1-16,41 39 15,12-12 17,14-28-1,-66-12-31,0-27 15,12 13 1,-38-13-16,39 0 31,-27 0-15,1 0-16,25 0 16,28 0-1,-67 0 1</inkml:trace>
  <inkml:trace contextRef="#ctx0" brushRef="#br0" timeOffset="132096.84">17502 5993 0,'13'0'15,"27"0"1,0 13 15,105 0-15,-12-13 0,184 0 15,-52 0-16,92 0 1,-159 0 0,-105 27-1,-67-27 1,14 0 15,-27 0 0,14-14-31,-27-118 16,0 66 0,0-93-1,-13 40 17,-14 80-32,-26-28 15,13 41 1,-39-40-1,13 39 1,53 27 0,-120-26-1,94 26 1,-239 0 0,27 0-1,65 0 16,147 26-15,-27 40 0,-1 14-1,28 79 1,39-54 0,66 81 15,93-54-16,-146-106 1,40 27-16,79 0 16,27 0-1,-40-26-15,-66-14 16,119-13 0,-106 0-16,93 0 15,-146 0 1,0 0-1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11:45.2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20333 4194 0,'13'0'78,"173"13"-62,105 27 15,489 65-15,-608-105-1,318 67 1,-173-28 15,-158-39-15,-119 0-1,26 0 1,-53 0-16,0 0 16,53 0 62,-39 0-47</inkml:trace>
  <inkml:trace contextRef="#ctx0" brushRef="#br0" timeOffset="702.59">17926 5186 0,'0'0'0,"383"0"16,-65-40-1,92 40 17,-66-13-1,-53-27-16,-132 27 17,-146 13 61</inkml:trace>
  <inkml:trace contextRef="#ctx0" brushRef="#br0" timeOffset="20446.99">17092 5966 0,'0'0'0,"53"-26"15,26 26 1,-26 0-16,66-53 31,14 40-15,-14 0-16,132-40 16,-145 53-1,291 0 1,-106 0-1,-159 0 1,199 0 0,-67 0 15,133 0-15,-212 0-1,-132 0 1</inkml:trace>
  <inkml:trace contextRef="#ctx0" brushRef="#br0" timeOffset="23575.33">20929 5887 0,'105'0'31,"94"0"-15,-40 0-1,-93 0 1,0 0-16,40 0 16,13 40-1,-66-40 1,26 0-1,-53 0-15,54 0 32,-14 26-1</inkml:trace>
  <inkml:trace contextRef="#ctx0" brushRef="#br0" timeOffset="24784.02">15875 6588 0,'0'0'0,"26"-13"15,120 0 17,-53 13-17,145 0 1,-13 0 15,39 0-15,-184 0-1,-14-27 1,-53 27 0</inkml:trace>
  <inkml:trace contextRef="#ctx0" brushRef="#br0" timeOffset="27291.73">16298 7289 0,'80'0'47,"-27"0"-31,330-26 0,-78-27-1,-173 53-15,106 0 16,-119-13 15,-66 13-31,0 0 16,-40 0-1,133 0 1,-54 0 0,-79-27-16,14 1 31,-14-14-16,14 27 17,-14-27-17,-13 14 1,0-14 0,0 0-16,0 1 15,0-1 16,-13 0-15,-27-13 0,13 40-16,-65-66 15,52 65 1,-39-25 0,26 12-1,26 14 1,-145-13 15,-39 12-15,-186-38-1,119 25 1,-159 27 15,107 0-15,237 0-1,-132 0 1,-105 0 0,263 0-1,-210 0 1,210 0 0,-78 40-1,132-40 1,-14 26 15,14-13 0,13 27-15,0 26 0,53 27-1,13-14 1,-26-52-1,26-1-15,26 80 16,41-40 0,277 66 15,26-52-15,239 26-1,-503-67 1,79-25-1,-145-14 1,-79 0 15</inkml:trace>
  <inkml:trace contextRef="#ctx0" brushRef="#br0" timeOffset="33074.65">18653 9274 0,'0'13'16,"146"0"-1,-54-13-15,133 0 31,40 0-15,-107 0 0,-144 0 15,-1 0-15</inkml:trace>
  <inkml:trace contextRef="#ctx0" brushRef="#br0" timeOffset="37671.71">11060 13110 0,'0'0'0,"39"-13"62,1 0-46,-14 13-16,54-27 15,26 14 17,-67 0-32,41-14 15,39 1 1,106 26 0,-133 0-1,199 0 1,-264 0-1,65 0 1,14 0 15,-13 0-15,66 0 0,-14 0 15,146 0-16,-92 13 1,12 13 0,-158-26-1,106 0 1,-53 0 15,39 0-15,-12 40-1,52-40 1,-66 0 0,-13 13-1,-40-13-15,53 0 16,-27 0 0,-65 0-16,13 0 15,-14 0 1,0 0 31,27 0-32,-39-26 1,-14-1 15,0-118 0,0 119-15,-93-67 0,-52 0 15,-54-26-15,133 80-1,-27 39 1,14-40-1,52 40 32,-118-13-31,-80-40 0,132 53-1,1 0-15,-67 0 16,93 0-1,-119 0 1,105 0 0,-118 0-1,-14 0 1,-79 0 15,80 0-15,-41 0-1,133 0 17,79 0-32,-26 13 15,53-13 1,-106 40 0,40-14-1,-14 40 1,93 0 15,0-26 0,0 66-15,93 92 0,-1-118-1,14 12 1,66-39-1,13 40 1,-92-80-16,132 14 16,-14-27 15,-78 13-31,449 40 16,-146 26-1,133 0-15</inkml:trace>
  <inkml:trace contextRef="#ctx0" brushRef="#br0" timeOffset="39315.33">18322 13375 0,'40'0'31,"26"0"-15,14 0-16,171 0 16,-79 0-1,132 0 1,252-27 0,-384 27-1,397 40 1,-252-40-1,-118 0 1,-133 0 0,-40 0-1,-13 0-15,14 0 16,13-40 0,-1-13-1,1 0 1,-14 0-1,-26 1-15,40-81 16,-27-65 0,-13 158-1,0-26 1,-66-199 15,-26 186-15,25 66-16,-118-67 15,66 67 17,53 13-32,-159-26 15,-198 26 1,290 0 0,-171 0-1,172 0-15,-133-27 16,173 27-1,-226 14 1,226 25 15,12 1-15,54-14 0,-1-12-16,-39 38 31,-40 1-16,40-13-15,-26 26 16,12 0 0,1 27-1,39 26 1,14-40 0,26 40-1,0-39 16,39 26-15,-12-67 0,39 1-1,-13-13 17,119 39-1,-132-53-31,79 13 15,0-26 1,-53 0-16,-40 0 16,67 14-1,39-14 17,-119 0-17</inkml:trace>
  <inkml:trace contextRef="#ctx0" brushRef="#br0" timeOffset="40391.47">15729 13269 0,'0'-13'47,"27"-27"-32,66 40 1,145 0 15,0 0-15,93 0-1,-292 0 1,27 0 0,-52 0-16,-1 0 15,40 0 48,-40 0 15</inkml:trace>
  <inkml:trace contextRef="#ctx0" brushRef="#br0" timeOffset="46687.86">21788 12065 0,'14'198'63,"65"252"-32,-119-317-15,40-107-1,0 93 1,0-93 0,0 14-1</inkml:trace>
  <inkml:trace contextRef="#ctx0" brushRef="#br0" timeOffset="47848.3">13256 11536 0,'-14'66'47,"14"132"-31,0-105-1,0 79 1,14-106 0,12-39-1,-26-14-15,40 13 16,26-26-1,-13 0-15,79 0 32,53-26-17,-92-54-15,-27 28 16,-13-15 0,-40 67-16,14-39 15,-27-41 1,0 41-16,0-41 31,-80-92 0,-26 80-15,67 78-16,-67-52 16,66 66-1,-52 0 1,52 0-1,40 14 17,0-1-17,0 0 63,0 0-62</inkml:trace>
  <inkml:trace contextRef="#ctx0" brushRef="#br0" timeOffset="-160789.4">20466 8136 0,'105'26'62,"94"1"-46,-80-27-16,13 0 15,-39 0 1,65 0 0,-38 13-1,-81-13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13:42.8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20532 6972 0,'39'13'47,"-12"13"-31,-1 1-1,40 26 17,67 0-17,39 0 16,-106-53-31,26 0 16,-25 0 0,210 0-1,-78 0 1,-27 13 15,-93-13 0</inkml:trace>
  <inkml:trace contextRef="#ctx0" brushRef="#br0" timeOffset="944.84">20809 10226 0,'0'0'0,"93"0"15,145 0 1,-106 0-16,133 0 16,0 0 15,-133 0-31,80 0 15,-80 0 1,-66 0 0,53 0 15,146 27-15,-159-27-1,264 0 1,-158 0-1,-173-14 1,-39 1-16</inkml:trace>
  <inkml:trace contextRef="#ctx0" brushRef="#br0" timeOffset="5953.85">20704 6112 0,'225'79'62,"145"-66"-46,-132 27-1,-79-40 1,0 13-16,118-13 16,14 0-1,-185 0 1,-40 0-1,-39 0 17,13 0 30,-1 0-15,41-13-31,-27-13-1,-27 26 17,-26-106 233,0 53-249,0-26-1,0 12 1,0 41-16,0-14 16,0 14 15,-13-14-15,0 27-1,-1-14 1,-25-25-16,-1 12 15,-39-13 17,65 40-32,-12-14 15,-1 14 1,-26-27 15,1 40-15,-28-26-1,-26-14 1,93 27 0,-40 0-1,-66-1 1,53-12 0,-27 0-1,14 26 16,-53-53-15,-1 26 0,67 27-1,-119 0 1,66 0 0,-13 0 15,-1 0-16,-52 0 1,40 0 15,-67 0-15,67 0 0,92 0-1,0 27 16,26-1-15,1 14 0,13-27 15,-14 66 0,27 1-15,-26-1-1,26 53 1,0-12 15,0-28-15,13 14 0,27-80 15,65 54-16,-38-67 1,-28 13 0,-26-12-1,40-14 1,-26 0 0,105 0-1,-66 0 16,-26 26-15,13-26 15,-40 0 1,0 0-32</inkml:trace>
  <inkml:trace contextRef="#ctx0" brushRef="#br0" timeOffset="8616.04">13930 5345 0,'0'0'0,"0"13"16,0 26-1,0-12 1,0-1 15</inkml:trace>
  <inkml:trace contextRef="#ctx0" brushRef="#br0" timeOffset="9219.16">13970 4882 0,'40'105'15,"-80"-210"-15,80 316 16,26 27 0,-26-105 15,-14-14-16,-26-66 17</inkml:trace>
  <inkml:trace contextRef="#ctx0" brushRef="#br0" timeOffset="15541.37">2805 8758 0,'0'0'0,"13"0"0,26-27 16,173 14 0,-106 13-16,291 0 31,-278 0-16,-13 0-15,53 0 16,-67 0 15,14-40-15</inkml:trace>
  <inkml:trace contextRef="#ctx0" brushRef="#br0" timeOffset="16132.08">6628 8678 0,'0'0'0,"119"0"16,53 0-1,26 0 16,-92 0-15,-27 0 0,120 0 15,-93 0-15,158 0-1,199 0 1,-238 0 15,-26 0-15,-133-26-1,-40 26 1</inkml:trace>
  <inkml:trace contextRef="#ctx0" brushRef="#br0" timeOffset="22979.15">16814 7567 0,'40'-40'94,"357"1"-63,-133-1-16,41-26 1,-239 66 0</inkml:trace>
  <inkml:trace contextRef="#ctx0" brushRef="#br0" timeOffset="23785.69">16708 10425 0,'14'0'15,"303"0"16,-26-40-15,159-13 0,-278 40-1,-40-40 1,-79 26-16,-40 27 16</inkml:trace>
  <inkml:trace contextRef="#ctx0" brushRef="#br0" timeOffset="89517.69">1799 5927 0,'119'0'125,"-53"0"-109,53 0-16,53 0 16,0 0 15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14:24.8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5490 12621 0,'40'0'78,"119"-40"-62,39 40 0,-39 0-1,-14 0-15,14 0 16,291 0 0,105-13-1,-409 13 1,330-40-1,-291 80 1,-92-40 0,66 0-1,-106 0 1,105-40 0,-78 27-1,-1 13 1,-13-27-16,27 14 31,0 13-15,-41-26-16,94 12 15,39 14 1,-92-13-16,39 0 31,146 13-15,-133 0-1,107 0 17,-67 0-17,-106 0 1,-39 0-16,13 0 16,119 0 15,53 0-16,-119 0 1,13 0-16,53 0 16,-119 0-1,92 0 1,-105 0 0,39 0-1,-26 0 16,-26 0-31,39 0 16,-13 13 0,79 0 15,-39-13-15,65 0-1,-78 0 1,-54 0-1,14 0-15,39 27 16,53-14 15,27-13-15,-66 0 0,-54 0-16,28 0 31,118 66-16,-26-66 17,171 0-17,-78 13 1,-41 14 15,-131-27-15,-14 13-1,-53-13 298</inkml:trace>
  <inkml:trace contextRef="#ctx0" brushRef="#br0" timeOffset="665.08">16536 12846 0,'53'0'78,"-13"0"-62,66 0-16,92 0 15,-79 0 1,-26 0 0,-53 0-16,-14 0 31</inkml:trace>
  <inkml:trace contextRef="#ctx0" brushRef="#br0" timeOffset="2023.4">4220 13547 0,'0'0'0,"132"0"15,93-14 1,13 14 0,305 0-1,-120 14 17,569-14-1,-396 13-16,-80-13 1,-40 0 0,450 40-1,-423-40 1,-292 0 0,14 0-16,132 0 15,-211 0 1,198-27-1,-80 27 17,266-13-17,-279 13 17,-106 0-32,1 0 15,-53-13 1,-93-1-16,13 14 31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14:29.9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17806 4088 0,'27'0'78,"224"0"-62,-118 0 0,263 13-1,-157 27-15,290 13 16,-291-53 0,569 0-1,-212 0 1,-158 0 15,26 0-15,-371 0-16,27-14 31,-79 14-15,0 0-16,13 0 31,105-13-16,-144 13 1,-1 0 0</inkml:trace>
  <inkml:trace contextRef="#ctx0" brushRef="#br0" timeOffset="3802.88">17582 6244 0,'-14'27'47,"41"-14"-31,237 27 0,-12-1-1,-94-26-15,81 27 31,-120-40-15,-14-26 0,-65 26-1,13-40-15,0-13 32,0-53-17,-27 67-15,-12-28 16,-14 1 15,0 40-31,0 13 16,0-1-1,0-25-15,-14-27 16,-25 13 15,-41 39-15,1 1-1,-14 0-15,-224-40 32,-159 0-17,277 40 1,133-14 0,53 27 15,0 14 31,-1 105-46,14-93-16,40 80 16,0-66-1,13 39 1,79 27-1,-39-80 1,224 27 0,-66-40 15,-132 27-31,80-27 16,-120 14-16</inkml:trace>
  <inkml:trace contextRef="#ctx0" brushRef="#br0" timeOffset="5434.22">22106 7223 0,'40'-40'46,"39"40"-30,437-92 0,119 12-1,13 41 17,-317 26-17,-146-54 1,-158 67-1,-1 0 1,-13-13 15,14 13 1,-133 0 233,-13 0-265</inkml:trace>
  <inkml:trace contextRef="#ctx0" brushRef="#br0" timeOffset="7016.72">16708 7051 0,'14'0'78,"105"13"-62,53-13-1,92-79 17,-184 66-17,-41-14 1,-25 14 0,12-27-1,-26 14-15,13 13 16,0-14 15,-13-39-15,0-13 15,-26 52 0,0-65-15,-14 12-1,-13 27 17,-40 14-17,1 25 1,79 14 0,-146 0 15,53 0-16,-79 0 1,39 27 0,27 66-1,93-67 1,26 40 0,-27-53-1,27 67 1,-26-27-16,13-14 15,-14 54 17,27-27-32,0 27 15,0 65 1,66-91 15,411-15 0,118 1-15,40-53 0,-437 0-1,-171 0 1,-27-13 93,-14 0-109</inkml:trace>
  <inkml:trace contextRef="#ctx0" brushRef="#br0" timeOffset="8830.77">18561 4802 0,'132'13'63,"40"-13"-32,79 0-15,-105 0-1,-107 0 1</inkml:trace>
  <inkml:trace contextRef="#ctx0" brushRef="#br0" timeOffset="14609.53">22675 8136 0,'132'0'78,"93"0"-63,-13 0 1,-173 0 0,-12 0-1,12-13 17</inkml:trace>
  <inkml:trace contextRef="#ctx0" brushRef="#br0" timeOffset="16891.22">17754 11496 0,'13'13'93,"198"-13"-77,-118 0 0,185 0-1,-212 0 1,-26 0 0,52 0-16,-52 0 31</inkml:trace>
  <inkml:trace contextRef="#ctx0" brushRef="#br0" timeOffset="18037.25">17410 12488 0,'238'14'63,"92"-67"-48,663 0 1,-782 26 0,332-52-1,-437 79 1,26-53-1,-40 40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14:51.6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7713 2143 0,'66'0'78,"198"0"-62,173 0 15,-278 0-15,-67 0-16,1 0 15,79-26 1,79 26 0,-171-40-1,-14 40 1,66-40-1,-79 40 1,-13 0 0,-14 0-1,-13 0 1,27 0 15,0 0-15,13 0-1,52 0 17,-52 0-17,-39 0 1,-1 14 31,0-14-32,0 0 32</inkml:trace>
  <inkml:trace contextRef="#ctx0" brushRef="#br0" timeOffset="2110.98">3400 5146 0,'40'-13'63,"12"13"-48,15 0 1,52 0-1,-40 0 17,252 0-1,-172 0-31,277 0 16,-211-13-1,-53 13-15,-66-27 16,-106 14-1,26 13 17,27 0-17,-26 0-15,78-40 16,-52 27 0,-39 0-1,-1 13 391</inkml:trace>
  <inkml:trace contextRef="#ctx0" brushRef="#br0" timeOffset="2673.67">6204 4908 0,'120'0'31,"-240"0"-31,372 0 16,-199 0-1,-27 0 1,40 0 0,53 0-1,-39 0-15,79 0 32,-1 0-17,-118 0-15,-14 0 16</inkml:trace>
  <inkml:trace contextRef="#ctx0" brushRef="#br0" timeOffset="4041.92">5001 5821 0,'0'0'0,"39"0"16,305 0-1,-39 0 1,237 26 15,-225-26-15,239 40-1,-212-40 17,225 0-17,-318 0 1,-26 0 0,-106-13-1,-53-27 1,-39 40 15,39 0 0,-40 0-15,27-26 0,0 26 62,13-27-63,-39 27-15,13-13 16</inkml:trace>
  <inkml:trace contextRef="#ctx0" brushRef="#br0" timeOffset="5964.3">2857 6575 0,'40'0'78,"26"0"-62,0 0-16,106 0 15,40 0 1,-106 0-16,145 0 31,212 0 1,-264 0-17,-67 0 1,14-13-1,211-67 17,-185 80-17,-106 0 1,26 0-16,-25 0 16,65-13-1,-119 13 16</inkml:trace>
  <inkml:trace contextRef="#ctx0" brushRef="#br0" timeOffset="11126.44">4022 5689 0,'0'13'31,"251"-13"-15,-26 0 15,13 0-15,-172 0 0,-53 0-1,14-13 16,65-27-15,-78 40 0,105-66 15,-80 39-15,1 1-1,13-14 16,-26 27 1,-1 0-17,-13-1-15,-13-12 32,27-1-1,-14 27-16,-13-13 32,0-26 0,-66 12-16,26 14-31,-53-53 16,1 53 0,-27-14 15,13-13 0,13 27-15,80 13-16,-66 0 31,-14-26-15,27 26-1,0 0 17,-14 0-17,-12 0 1,-14 0 15,80 0-15,-41 0-1,41 0-15,-67 0 16,54 0 0,-41 0-1,27 0-15,-13 26 31,-13-13-15,-27-13 0,66 40-1,-13-13-15,27-27 16,-40 0 0,-40 13 15,40-13-16,-14 0 1,-12 0 0,-40 0-1,39 0 17,-92 0-1,66 0-16,-27 0 1,40 0 0,-26 0-1,13 13 1,53-13 0,39 13-16,-65-13 15,26 13 16,52-13-15,-12 27 0,13-14-1,-14 0 1,1 27 0,26-27 15,0 27-16,0 13 17,0-27-1,0-12-31,13-1 16,0 13-1,0-13-15,1 1 16,12 12-1,-13 1-15,1-27 32,52 13-17,-40 13-15,-13-26 16,40 0 0,-13 27 15,92-14 0,1 0-15,-41-13-1,41 0-15,-1 0 16,0 27 0,-79-27-1,0 0 1,-27 0-16,54 0 15,-54 0 1,80 0 0,-53 0-16,-13 0 15,13 0 1,66 0 0,-93-27-1,14 27 1,39-26-1,-66 26 1,54-13 0,-41 13-16,40 0 15,0-27 1,27 14 0,-53-14 15,-27 27-16,79 0 1,160-13 0,-107 13 15,-118-26-15,-14 26 77</inkml:trace>
  <inkml:trace contextRef="#ctx0" brushRef="#br0" timeOffset="12232.55">595 4710 0,'0'-40'31,"27"40"0,-1-13-15,1-1-1,-1 1 1,14 13-16,0-26 16,-14 26-1,27 26 16,145 106 1,-132-105-1,-66-1-15,0 1-16,0-14 15,0 0-15,0 40 31,-52 0-15,25-26 0,-13 12-1,27-25 32,13-1-31,0 13-1,0 1-15,0 39 16,40 40 0,-40-80-16,26 14 31,-26-27-15,14 0 30</inkml:trace>
  <inkml:trace contextRef="#ctx0" brushRef="#br0" timeOffset="12825.51">1072 5596 0,'13'0'94,"-26"0"156</inkml:trace>
  <inkml:trace contextRef="#ctx0" brushRef="#br0" timeOffset="87637.25">13917 9485 0,'0'27'47,"27"-27"-31,131 0-1,80 0 17,-39 0-17,-93 0 1,26 0 0,-92 0-1</inkml:trace>
  <inkml:trace contextRef="#ctx0" brushRef="#br0" timeOffset="88230.64">14354 9671 0,'-14'26'32,"14"53"-17,0-26-15,0 27 32,27-14-17,13-53 1,52 13 15,27-26-15,-79-39-1,-27 26-15,14-27 16,-27-13 0,0-26-1,26 52 1,-26-13-1,0-26 17,0 40-17,-53 26 1,-13 0 0,-159 0 15,172 0 0,53 13-31</inkml:trace>
  <inkml:trace contextRef="#ctx0" brushRef="#br0" timeOffset="89489.46">6019 11192 0,'93'-27'63,"145"-39"-48,-92 13 1,118 14 15,-185 12-15,-52 27-1,92-53 1,-53 14 0,-53 25-16</inkml:trace>
  <inkml:trace contextRef="#ctx0" brushRef="#br0" timeOffset="90448.13">12078 11827 0,'0'-13'78,"40"13"-63,0 0-15,65 0 16,28 0 15,12 0 0,-118 0-15</inkml:trace>
  <inkml:trace contextRef="#ctx0" brushRef="#br0" timeOffset="91071.75">12065 10623 0,'-13'26'78,"13"67"-62,13-80-1,40 93 1,-13-79-1,-14-14 1,40 13 0,0-26 15,-26 0-15,39-119-1,-65 66 1,12-13-1,-26 53-15,0-93 16,-145 93 15,92 0-15,-13 13 0,26 0-16,-26 66 31,26 0-31</inkml:trace>
  <inkml:trace contextRef="#ctx0" brushRef="#br0" timeOffset="93940.56">6760 10213 0,'0'13'16,"0"27"0,0-27-1,0 66 1,-26-26 0,26-26-1,0-1 1,0 14-1,53-27 17,105-13-17,213-26 17,-226-14-17,-92 0 1,-40 14-16,1 13 15,-14-40 1,-14-66 15,-131 26-15,-146-13 0,198 106-1,40 0 1,40 0 62,-27 13-31,40 27-47</inkml:trace>
  <inkml:trace contextRef="#ctx0" brushRef="#br0" timeOffset="94688.67">16113 6985 0,'0'0'0,"-53"132"16,-13 120 0,0-94-1,39-91 1,1 38 0,-14-25 15</inkml:trace>
  <inkml:trace contextRef="#ctx0" brushRef="#br0" timeOffset="95139.71">16656 6615 0,'-40'172'31,"-92"39"-15,-14 120-1,80-199-15,-238 318 16,224-265 0,1-39-16,-40 39 15,79-145 1,14 39-1,39-79 48</inkml:trace>
  <inkml:trace contextRef="#ctx0" brushRef="#br0" timeOffset="95792.61">16947 7554 0,'-14'92'94,"14"-65"-78,0 13-1,119 26 1,-39-53-16,92-13 16,-106 0-1,106-79 1,-146-1-1,-26 54 1,0-133 0,-66 66 15,-212-26 0,239 119-31,-54 0 16,27 66-1,39-66 1,1 67 0,26-54-1,0 0-15,0 27 16,0 13 0,66 13-16</inkml:trace>
  <inkml:trace contextRef="#ctx0" brushRef="#br0" timeOffset="99203.62">16748 4524 0,'199'0'125,"-41"0"-109,14 0-16,450 0 15,-159-66 1,-264 66-16,158 13 31,-185-13-15,-133 0 0,-12 0 30</inkml:trace>
  <inkml:trace contextRef="#ctx0" brushRef="#br0" timeOffset="99736.35">20690 4379 0,'119'0'31,"-26"0"-15,145 0-1,93 0 1,198 0 0,0 13-1,-344-26 17,-158 0-17,-14 13 48</inkml:trace>
  <inkml:trace contextRef="#ctx0" brushRef="#br0" timeOffset="101328.2">16113 3717 0,'106'-13'47,"13"13"-31,159 0-1,172 27 1,-331-27 0,-27-27-1,-39 1 1,-53-40 0,0 39-1,0-145 16,-26 93-15,-252-133 0,119 159-1,-158-92 1,105 65-16,146 67 16,-27 0-1,14 0 1,-80 26-1,40 66 1,93-52 0,-107 105-1,27-13 1,80 0 0,26 159 15,66-199-16,27-39 1,-67-40 0,239 79-1,-173-65 1,94 25 0,-133-26-16,-27-13 15,-13 0 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16:43.4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3466 9882 0,'66'0'15,"225"0"17,-92 0-17,78-40 1,-144 1-1,224 39 17,185 0-17,318-66 1,-582 52 0,-66 14-1,79 0 1,-265 0-1,1 0-15,-14 0 32,13 0-17,27 0 17,172 0-17,-66 0 1,0 0 15,-106 0-15,13 0-1,0 0 1,93 0 0,-80 0-1,-39 0 1,-27 0-16,40 0 15,0 0 17,-14 0-32,173 0 15,-53 14 1,-106-14-16,-14 0 16,-39 13 46</inkml:trace>
  <inkml:trace contextRef="#ctx0" brushRef="#br0" timeOffset="1882.38">4392 10821 0,'0'0'0,"159"0"15,-93 0 1,212 0 15,-119 0-15,-93 0-16,106-39 16,-27 12 15,-13-12-16,-118 25 1,25-12-16,80-53 16,-26 12-1,-40 1-15,-13 27 16,26-41 0,-66 54-16,0-133 15,0 106 1,0-13-1,0 0 1,-53 0 0,0 13-16,-132-13 15,66 13 1,-199-40 0,159 93-16,-145 0 31,132 40-16,66-40-15,-26 0 16,53 13 0,39 27-16,-13-14 15,27 1 1,-40 39 0,-1 13-1,28-52 1,25 12-16,14 67 15,0 0 17,0 92-17,0-65 1,40-1 15,0-66-15,26-13 15,-40-27-31,160-12 16,-54 12-1,476 67 1,-145-27 0,-264-66-1,-14 0 1,-158 0 31,12 0-32</inkml:trace>
  <inkml:trace contextRef="#ctx0" brushRef="#br0" timeOffset="3359.56">21008 12263 0,'0'0'0,"93"0"16,343 0 15,-145 0-16,-119 0 1,0 0-16,159 0 16,-80 0 15,-238 0 0,1 0-15,-1 0-1</inkml:trace>
  <inkml:trace contextRef="#ctx0" brushRef="#br0" timeOffset="4023.07">19301 13322 0,'0'0'15,"331"-40"1,-40 40 15,371-66-15,-490 66 0,317 0 15,-330 0-16,132 0 1,-146 0 0,-92 0 15</inkml:trace>
  <inkml:trace contextRef="#ctx0" brushRef="#br0" timeOffset="8471.34">17132 12078 0,'0'0'0,"106"13"31,13 14-16,-14-27-15,15 13 16,144 40 0,-171-13-16,185-27 15,-173-13 1,120 26 0,13-12-1,-145-14 16,53 0-15,-107 0-16,67-14 31,-40-12-15,27 26-16,-53-13 16,39 0 15,-53-1-31,40-12 15,-52 13 1,25-40 0,-12 13-1,-27 14 1,0-14-16,0-13 16,-27-53-1,-118-79 1,66 145-1,-146-132 1,-305 13 0,319 107 15,158 25-31,0 14 16,-53 13-1,66 0-15,-52 26 16,-27 54 15,53-1-15,-67 146-1,80-146 1,27 1 0,-1-27-1,-25 52 1,52-12-1,26-14 1,120 54 31,-1-80-31,-79-27-16,0 27 15,-39-40 1,-1 14-16</inkml:trace>
  <inkml:trace contextRef="#ctx0" brushRef="#br0" timeOffset="9409.03">16192 12912 0,'14'0'16,"-28"0"-16,67 26 16,66-13-16,159 27 15,53 13 1,53 13 0,65-39-1,-277-41 1,-145 14-1,26 0-15,0 0 16,-40 0 0,53 0-1,-13 0 1,26-92 0,-65 78-1,-14-38 1,0-15-1,0-25 1,-40 52 15,-39 0-15,-93-39 0,79 13 15,-53-13-16,-118 65 1,-279 14 0,160 53 15,92 40-15,211 66-1,54-120 1,26 41-1,-13-1 17,13-53-17,39 107 1,213-41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16:56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5186 6469 0,'0'0'0,"251"0"15,173 13 1,-28 80 15,226-40-15,-132-53 0,-265 0-1,370 0 1,-503-27-1,160 27 1,-186 14 0,-26-14-1,79 0 1,0 0 15,26-27-15</inkml:trace>
  <inkml:trace contextRef="#ctx0" brushRef="#br0" timeOffset="572.63">5927 8017 0,'92'0'31,"146"0"-15,93 0 0,185 0-1,66-66 1,-410 66-1,-13 0 1,-27-27-16,186 1 16,-199-1-1,-80 27 1</inkml:trace>
  <inkml:trace contextRef="#ctx0" brushRef="#br0" timeOffset="1286.5">6548 9088 0,'0'0'0,"252"27"31,158-27-15,-79 0-1,357 53 1,-543-80-1,-66 27 1,40 0 0</inkml:trace>
  <inkml:trace contextRef="#ctx0" brushRef="#br0" timeOffset="2091.15">7078 10094 0,'53'0'47,"396"66"-16,-144-66-15,382 79-1,-462-79-15,80 0 16,-133 0 0,754 0-1,-344 0 1,-397 0-1,265 0 17,-384 0-17,-40 0 63</inkml:trace>
  <inkml:trace contextRef="#ctx0" brushRef="#br0" timeOffset="2789.27">7395 11867 0,'13'0'16,"146"0"0,0-40-16,396-26 15,-277 79 1,767-13 0,-410 0-1,-397 0-15,54 0 31,-226 0-15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17:05.2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4643 5371 0,'40'0'31,"13"0"-15,13 0-16,225 0 31,-158 0-15,250 0 0,-343 0-1,0 0 1</inkml:trace>
  <inkml:trace contextRef="#ctx0" brushRef="#br0" timeOffset="714.88">8321 5318 0,'13'0'31,"80"0"32,211 0-32,-39 0-15,158 0-1,-26 0 1,-265 0 0,1 0-1,-94 0 1,-12 0 0</inkml:trace>
  <inkml:trace contextRef="#ctx0" brushRef="#br0" timeOffset="3746.77">17039 10491 0,'0'0'0,"212"106"15,-53-80 1,158 53 0,371-12-1,-278-15 17,80-91-17,-186-27 1,-26 26-1,-106 0 17,92-79-17,40 27 1,-52 39 15,-54-27-15,-118 27-1,-80 27 1,26-186 0,-92 159-1,0-79 17,0 66-17,-225-133 1,119 107 15,-14-1-15,54 14-1,-132-27 1,-173-39 15,93 52 0,172 80-15,13-14 0,1 27-16,52 0 15,-185 0 1,158 0-16,-91 0 16,25 0 15,-118 0-16,250 0 1,-105 66 0,106-13-1,-53 53 17,-26 26-17,-1 93 1,120-198-1,26 145 17,0-133-1,0 54-15,0-53-1,0 158 1,0-13-1,172-52 1,-146-80 0,252 79-1,-119-79-15,198 39 32,265-12-17,-305-27 1,-79-14 15,-224-39-15,-1-13 15,-13-27-15,0 1-16</inkml:trace>
  <inkml:trace contextRef="#ctx0" brushRef="#br0" timeOffset="5064.26">17436 7792 0,'106'0'79,"264"-79"-64,-79-14 16,53-53-15,-251 120 0,-67-14-1,-12 40-15,-14-26 16,0 185 62,0-27-62,-14-26-16,14-53 15,-79 79 1,-80 212 15,120-291-15,12 13-16,1-53 15,12 0 1,1 1 0,-13-67 15,-14-132-15,-13-1-1,53 67 1,-132-357-1,119 383 1,-67-12 0,80 91-1,225 200 95,93-41-95,158 120 1,-370-173 0,-40-26 15,-53-26-16,-13-13 1,13-14 0,-52 13 15,-14-26-15,-53 0-16,-132-13 15,92-27 1,-185-13-1,173 40-15,-345-106 32,212 40-17,251 79-15,27 0 32</inkml:trace>
  <inkml:trace contextRef="#ctx0" brushRef="#br0" timeOffset="6644.02">9895 12105 0,'0'0'0,"93"-40"31,105 40-15,-26 0-16,159 0 31,542 0-15,-542 0-16,198 66 15,-370-53 1,26 40-16,0-13 16,-79-53-1,0 13 1,-27 0 0,107 0-1,25 0 1,-145-27-1,-39 1-15,-27 13 32,13-40-17,-13 39-15,0-105 16,-145-357 15,-160 198 0,120 199-31,-106-27 16,146 27 0,39 26-1,-119-27 1,93 80 0,-265-66-1,26 66 1,239-39-1,-27 39-15,-132 0 16,-40 39 0,173-25-16,65 38 15,0 1 1,-52 27 0,-40 52-1,-106 40 16,13 93 1,238-212-32,-39 105 31,52-65-15,27-1-1,0-12 1,0-14-16,106 93 15,132-1 1,-79-118-16,159 26 31,-41-66-15,-158 0-16,133 66 16,118-79-1,-92 0-15,-53-40 0</inkml:trace>
  <inkml:trace contextRef="#ctx0" brushRef="#br0" timeOffset="8003.11">14552 11007 0,'40'-27'109,"105"-12"-93,173 12 0,-133 1-1,-119 26 1,27-14 0,-80 14 30,0 0-30,-66 358 15,-79-173-15,39-26-16,-26-1 16,27 67-1,78-185 16,-38-67 32,12-12-47,13-54-16,-25-171 31,38-385 0,14 517-15,0 106-1,0-14-15,27-13 16,-14 26 0,0 14-1,27 13 1,66 40-1,13 158 17,-40 40-17,-26-105 1,13 277 0,-66-318-1,40 173 1,-40-199-1,66 159 1,-39-185 15,-14-40 1,-13-53-17,0-93 1,-40 67-1,-172-172 1,54 105-16,-292-158 16,185 92 15,186 133-31,-80-120 16,159 146-1,-132-158 16,39 105 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17:15.0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4762 5133 0,'14'0'31,"211"40"-15,79-14-1,238 53 1,-290-79-1,-133 0 1,-40 0 0</inkml:trace>
  <inkml:trace contextRef="#ctx0" brushRef="#br0" timeOffset="2128.15">14830 12330 0,'132'0'94,"252"0"-78,-80 0-1,67 0 1,383 0-1,-424-14 1,755 14 0,-569 0 15,53-119-15,-424 146-1,54-27 1,65-13-1,-184 13 1,-27 0 0,39 0-1,-39-40 1,-13 40-16,92 0 16,1 0 15,-41 0-31,67 0 15,-80 0 1,146 0 0,-119 0-1,-66 0 1,13 0 0,158 53-1,-26-53 16,40 0-15,-106 26 0,-26 40-1,132-39 1,-185-27 0,39 0-1,-66-13 32,14-1-31,12 14-16,14 0 15,-40 0 17</inkml:trace>
  <inkml:trace contextRef="#ctx0" brushRef="#br0" timeOffset="8216.81">8678 13838 0,'40'0'31,"106"-27"-15,-80 14 0,304 13-1,93 0 16,-40-13-15,-330 13 0,330-27 15,-237 27-15,144 0-1,-211 0 1,490 0 15,-424 0-15,-13 0-1,-26 0 17,-54 0-17,-39 0 1,40 0-1,-40 0-15,53-13 32,79-13-1,-119 26-15,-53-14-1,40-12 1,66 26 15,66 0-15,-105 0-1,-27 0 17,13 0-17,-27 0 1,41 0-1,-14 0 1,-26 0 0,13 0 15,-27 0-15,14 0 15,52 0-16,-39 0 1,0 0 0,-40 0 15,27-27-15,-27 14 15,40 0-16,-13-27 1,13 1 15,-40 39-15,27 0 0,-14 0-1,1-40 1,-1 0-1,-13 27 1,14 0 0,-14-14 15,13 1 0,-26 13 0,0-27-15,0 14 0,0-1-1,0 1 1,0 12 46,0-12-46,0 13 0,0-27-1,0 27 17,-52-40-17,38 26-15,-25-12 31,-1 12 1,27 14-17,-14 0 1,1 0 0,-54 13 30,-92-80-30,40 80 0,53-26-1,39 26 32,14 0-31,-160-13 15,1 13-15,119-27-1,-53 27 1,40-13 0,-27 13-1,66 0 16,-13 0-15,0-27 0,0 27-1,40 0 1,-66-13 0,-1-13 15,-52-14-16,79 40 1,-53-13 0,40 13-16,-40 0 15,-66-40 1,133 40-16,-67 0 16,66 0-1,-66-26 1,14 12-1,39-12 1,13 26 0,14 0 15,12 26 16,-91 14-16,-1-40 0,-27 0 1,81 0-17,-28 0 1,40 0-1,-145 0 1,79 0 0,-13 0 15,40 0-15,53 0-1,-1 0 16,-39 0-15,13 0 0,-26 0-1,39 0 32,14 0-31,-1 0-1,-26 0 1,13 0 0,-12 0 15,-28 27-15,1-27-1,52 0-15,-52 39 31,13-39-15,39 0-16,-26 0 16,-26 13 15,53-13-31,-41 0 16,15 0-1,25 0-15,-26 0 16,13 0-1,1 0 1,-107 67 0,80-67-1,0 13 17,-106 13-17,-53-26 16,-145 0-15,304 0 0,-1 0-1,54 0 1,0 14 31,13-1-32,0 13 1,-40-13 0,-26 27-1,13 0 17,27-14-17,12 1 1,14 26 15,0 13-15,0 0 15,0-26-31,0 26 16,27-13-1,-27-40-15,26 27 31,1 13-15,13 13-16,12 0 16,-25-27-1,13-25-15,39 52 16,-53-53 0,41 40-1,-28-27-15,14 1 16,40 13-1,-27-14-15,53 1 16,-119-14 0,40-13-1,-1 0 32,-12-13-31,-1-1-16,40-25 15,1 39 17,52-27-17,-53 14 1,-53 13 0,14 0-1,-1 0 1,40-27 390,-26 27-390,-27 0-16,27-26 15,-1 13 17,-12 13-32,-1-27 15,-12 27 16,38 0 485,-38 0-500</inkml:trace>
  <inkml:trace contextRef="#ctx0" brushRef="#br0" timeOffset="9783.9">14658 13494 0,'-13'13'94,"132"-13"15,-80 0-93,14 0-16,53 0 16,-40 0 15,-52 0-31,-1 0 16,0 26 46,-13 27-31,0-26-31,-40-1 16,27 1 0,-119 26-1,92-14 1,27-25-1,13-1 17,0 26 93,13-25-110,-13 12 188,0-13-203</inkml:trace>
  <inkml:trace contextRef="#ctx0" brushRef="#br0" timeOffset="10894.31">14843 14049 0,'0'0'0,"13"0"625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18:06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3664 6284 0,'106'0'62,"119"0"-46,172 0 15,-66 0 0,-265 0-31,13 0 16,-65 0 0,-1 0 31,0 0-32,27 0-15</inkml:trace>
  <inkml:trace contextRef="#ctx0" brushRef="#br0" timeOffset="775.97">5834 7131 0,'27'52'47,"39"-52"-31,172 0-1,93 14 1,211 25 0,119 14-1,-515-53 1,211 0-1,-278 0 1,-39 0 15,0 0-15,0 0 0,-27 0-16,26 0 15</inkml:trace>
  <inkml:trace contextRef="#ctx0" brushRef="#br0" timeOffset="1824.24">4882 8255 0,'66'0'62,"185"0"-46,67 0-1,158 0 1,265 53 15,-53 0 0,-490-53-31,186 0 16,-40 0 0,-199 26-16,133 1 15,-146-27 17,-79 13-32,66-13 15,-79 0 1,-14 0-16,27 0 15,27 0 1,39 0 0,-80 0-1,-25 0 1</inkml:trace>
  <inkml:trace contextRef="#ctx0" brushRef="#br0" timeOffset="2872.66">3863 10253 0,'40'-27'32,"185"-39"-17,105 53 1,358-93 0,-437 53 15,1 13-16,-173 40 1,1-39 15,-67 39 1</inkml:trace>
  <inkml:trace contextRef="#ctx0" brushRef="#br0" timeOffset="3950.07">4233 12171 0,'14'-13'31,"343"-1"-15,-27 14-1,319 0 1,-239 0 0,-212 0-1,1 0-15,131 0 16,-144-53 0,131 27-1,-118 0 1,25 26 15,15-40-15,-200 40-16,-12-27 31,-14 27 78,27 0-109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18:14.5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6892 7369 0,'93'13'63,"92"40"-48,-92-53-15,39 0 16,133 0 0,132 0-1,-106 0 1,-146 0 0,1 0-16,211-40 15,-251 40 1,185 0-1,-146 0 17,-26 0-17,-13 27 1,-66-27 0,-27 13 62</inkml:trace>
  <inkml:trace contextRef="#ctx0" brushRef="#br0" timeOffset="1235.49">7805 8096 0,'132'66'31,"40"-39"-15,-13-27-16,145 0 31,411-40 0,-265-66 0,-292 40-15,-65-26 0,-27-14-1,0-13 1,-13-40 0,-13 93-1,-27-67 1,14 67-16,-27 0 15,0-53 1,-53-93 0,0 93 15,-304-132 0,145 145-15,0 27-1,159 52 17,-158 27-17,-160 0 1,-317 80 0,530-67-1,-372-13 1,464 0-1,0 0 1,-93 40 0,14 39-1,79 0-15,-27-39 16,-13 106 15,53-67-31,-52 80 16,38-80-1,14 67 1,40 92 0,13-172-1,0 13 1,13 14 0,265 13-1,251-14 1,371 27 15,-530-105-15,-184 78-1,-173-92 63,13 13-78</inkml:trace>
  <inkml:trace contextRef="#ctx0" brushRef="#br0" timeOffset="2689.61">12449 10001 0,'-27'0'16,"-198"27"-1,119 12-15,-224 107 16,92 26 15,185-159-31,-40 66 16,-13 27-1,53 53 1,53-53 15,0 26-15,0-66-1,80 14 1,-27-41 0,145 67-1,-39-53-15,158 66 16,212 27 0,-383-133-1,92 40 1,-172-53-1,53 26 1,-26-26 0,-40-13-16,39-93 15,-52 80 17,-13-40-32,39-93 15,0 40 1,-40 66-16,-12 13 15,25-39 1,-39-14 0,0 67-1,0-93 1,-13 13 15,-516-185-15,-265 13-1,186 159-15,-120-93 16,397 159 15,252 53-15,79-13 31</inkml:trace>
  <inkml:trace contextRef="#ctx0" brushRef="#br0" timeOffset="4084.58">17264 5662 0,'0'0'0,"-436"40"16,-530 277 15,410-132-15,-52 93-1,475-145 1,-39 39 0,66-67-16,27 54 31,39 145-16,40-171 1,133 65 0,65-52 15,437-1-15,-132-92-1,-40 0 1,13 26-16,199-79 15,-120 0 1,133 67 15,-423-67-15,-186 0 0,-39-40-1,-40-40 1,13 41-1,-13-1 1,0-39-16,0-1 31,-92-211-15,65 199-16,-251-213 31,-436-158-15,-238 133-1,-715-14 17,846 225-17,491 66 1,171 40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18:20.6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17158 3691 0,'66'0'31,"53"0"-15,-26 0-16,198 0 16,-159 26-1,450 1 1,-489-1 0,53-26-1,-54-26 16,-12 26-15,65 0 0,-105 0-1,-1-13 1</inkml:trace>
  <inkml:trace contextRef="#ctx0" brushRef="#br0" timeOffset="3274.69">22079 6059 0,'40'0'31,"26"0"-15,-26 0-16,53 0 16,-54 0-1,27 0 1,-26 13 0,-13-13-1,12 0 1,67 0-1,26 0 1,-79 0 15,27 0-15,-41 0 0,41 0-1,-54 0 1,1-26-1,39 12 48,-40 14-47,67 0 15,-53 0-16,-14 0 1,40 0 15,-26 0-15,52 0 0,-78 0 62,-1 0-63,0-39 110,-13 12-109,0-65 0,13 12 15,14 27 0,-27-52-15,-40 12 15,27 53-15,0 14-1,-40-54 16,40 41-31,-1-1 16,-12 14 0,13-1-1,-40-26 1,26 27 0,1-14-1,-40-13 1,26 14 15,0 12-15,-105-26-1,26 13 1,66 14 0,13 26-16,-13-13 15,13-14 16,27 27-15,-66 0 0,39 0 15,-92 40-15,92-14-1,1-12 1,12 12-16,14 1 15,0-27 1,-14 39 0,1 14-1,26-40-15,-14 40 32,-12 14-17,0 12 16,12-26-15,14-40 0,0 13-1,0 80 1,0-66 15,53 79-15,66 0-1,14-26 1,-1-1 15,-26 1-15,-67-80 0,14 0 15,-26 1-16,52-1 1,1-13 172,171 92-173,-185-65 1,27-1 15</inkml:trace>
  <inkml:trace contextRef="#ctx0" brushRef="#br0" timeOffset="8042.26">21114 7197 0,'211'-14'46,"-65"14"-30,595 0 0,-318 14-1,-291-14-15,93 0 16,-145 0 15,-54 0-31,27 0 47,-13 0-31,-1 0-1,67 0 1,-79 0 15</inkml:trace>
  <inkml:trace contextRef="#ctx0" brushRef="#br0" timeOffset="8265.44">23760 7422 0</inkml:trace>
  <inkml:trace contextRef="#ctx0" brushRef="#br0" timeOffset="11315.3">5159 7210 0,'14'0'78,"65"0"-62,-26 0 0,13 0-1,13 13 17,40 14-17,-52-27 1,12 0 15,53 0-15,-105 0-1,39-27 1,-13 14 15,-40 0-15,13-27 15,-26 27-15,27-27-1,-27 14 1,0-27 0,0 26-1,0 14-15,0-66 16,0 52 15,0 14-31,-27-14 16,14 14-1,0 13-15,-27 0 32,-13-13-17,40 13 16,-40 0-15,-13 0 0,-40 0-1,67 0-15,-28 26 16,1-12 0,53-1-16,-27-13 15,-39 79 1,39-65-16,-13-1 31,27 13-15,-14-13-1,1 1 17,25-1-32,-12 0 31,26 0-16,0 1 1,0 52 0,0-13-1,0-14 1,40 1-16,26 26 31,79 27-15,1-67-1,13 1 1,-120-27 15,-12 0-15,-14 0 0</inkml:trace>
  <inkml:trace contextRef="#ctx0" brushRef="#br0" timeOffset="12200.26">5464 5953 0,'0'0'15,"13"-92"16,13 52-15,-12 13-16,12-26 16,-13 53-1,27-52 1,79 38 15,-53 14-15,80 27 15,-107 26-31,27 39 16,-52-52-1,25 53 1,-25-80 0,-14 0-1,0 13 1,0-12-1,0 12 1,-27-13 31,1 40-16,26-13-31,-27 0 31,14-1 1,13-12-32</inkml:trace>
  <inkml:trace contextRef="#ctx0" brushRef="#br0" timeOffset="12944.84">6046 6469 0,'13'13'47</inkml:trace>
  <inkml:trace contextRef="#ctx0" brushRef="#br0" timeOffset="16823.96">22053 9922 0,'40'-13'47,"211"-1"-32,14-25 16,224 39-15,-251 0 0,-13-14-1,-172 14 1,-40-13 0</inkml:trace>
  <inkml:trace contextRef="#ctx0" brushRef="#br0" timeOffset="17478.84">18031 10821 0,'0'0'16,"596"-119"0,-398 119-16,173-79 15,-54 105 16,-158-26-31,79 0 16,-53 0 0,-119 0-16,53 0 15,-92 0 17,-14 0-1</inkml:trace>
  <inkml:trace contextRef="#ctx0" brushRef="#br0" timeOffset="18155.95">21299 11576 0,'0'13'31,"145"53"-15,-78-26 0,277 26-1,92-13 1,-211-53 0,13 39-16,212-25 15,-291 25 1,119-39-1,-252 0 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18:41.9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15557 3823 0,'40'0'16,"145"0"0,-13 0-16,609 0 15,-133 27 16,-291-27-31,516-14 16,-383 14 0,-252 0-16,-40 0 15,-78 40 1,52-40 0,-93 0-1</inkml:trace>
  <inkml:trace contextRef="#ctx0" brushRef="#br0" timeOffset="1147.49">19103 5345 0,'93'-14'78,"303"14"-63,-237 0 1,582 0 0,-410-13-1,-106 13 1,-146 0 0,-53 0 93,1-26-93,26 26-1,-27 0 1,27 0-1,185-14 1,40-38 0,-185 12-1,79 40-15,-53 0 16,-66 0 0</inkml:trace>
  <inkml:trace contextRef="#ctx0" brushRef="#br0" timeOffset="3845.17">18746 6271 0,'0'0'0,"66"0"15,198 0 1,28 0 15,501 0 0,-422 0-15,-80 0 0,-225-27-1,-26 14 1,-1-14 15,1-12-15,26-1-1,13-13 1,-39-39 15,0-14-15,-40 66 15,0 0 0,0 14-15,0-1 0,-132-39-1,-54-53 1,107 106-1,-186-80 1,107 54 0,25-14-1,54 40 1,52-1 15,-12 14-15,12 0-1,-12 0-15,-67 0 16,66 0 0,-13 0-16,-26 0 15,-40 0 1,106 0-16,-80 0 16,40 0-1,-40 14 1,80-14-1,0 0 1,-93 0 0,-13 13-1,-66 26 17,79 14-17,27-26 1,26-1-1,-27-26 17,67 40-17,-13-27 1,26 27 0,0 26-1,0 13 16,0 80-15,13-132 0,53 78-1,-26-78 1,-1 13 0,147 65-1,-94-65 1,-39-27-16,-26 14 31,-1-14-15,14-13-1,-14 0 1,40 13 0,-52-13-1,-1 0 1,13 0-1,54 0 17,92 27-17,-119-14 1</inkml:trace>
  <inkml:trace contextRef="#ctx0" brushRef="#br0" timeOffset="11442.69">22476 6244 0,'133'13'94,"-1"14"-79,40 13 1,-93-27 0,-39-13-16,-14 0 15,54 0 1,-14 0 0,-40 0-16,27 0 15,40 0 1,39 0-1,-92 0 1,-14 0 0,107 0-1,-94 0 1,67 0 0,-40 0-1,14 0 1,-54 0-1,40 0 1,-26 0 0,-27 0-1,0 0 17,14 0-17,13 0 1,-14 0-1,14 0 1,-14 0 31,1 0-31,-1 0 15</inkml:trace>
  <inkml:trace contextRef="#ctx0" brushRef="#br0" timeOffset="13407.48">20241 8070 0,'26'0'47,"27"0"-31,291 39 15,-66 1-15,-146-27-16,106 14 15,-53-27 1,-118 0-16,-1 0 31,-13 0-15,-27-13-1,93-27 17,106-53-17,-66 27 1,-120 40 0,28 12 15,-28-12-16,14 13 17,-40-14-17,80-39 1,-53 40 0,-40-14-1,0 27 16,0-14-15,0 14 0,-66-53 15,-67-13-15,54 26-16,-40 26 15,-13 1 1,-159-120-1,211 146 1,1 0 0,52 0-16,1 0 15,-14 0 1,27 0 0,0 0-16,-1 0 15,-12 0 1,0 0-16,-27 0 15,-53 27 17,66-14-32,-13 0 15,53 14 1,-39-1-16,-14 1 16,13-27-1,-119 39 1,27-26-1,-53 27 17,145-40-17,-79 40 17,106-40-1,-1 13-16,1 14 1,0-14 15,-13 40-15,26-14 15,0-12-15,0-14-1,0 40 1,0-13 15,13-27-15,198 79 15,107-52-15,-186-13-16,53-1 31,-79-13-15,-93-13-16,27 0 93,-13 27-77,26-27-16</inkml:trace>
  <inkml:trace contextRef="#ctx0" brushRef="#br0" timeOffset="21674.28">6376 11483 0,'27'0'47,"-1"0"-16,-12 0-16,65 0 1,40 0 15,-40 0 1,-52 0-17,-14 0 1,40 0-1,-27 0-15,27 0 32,-26 0-17,-1 0-15,1 0 47,12-13-31,14-14-1,0-12 32,-39 25-31,-1-25 0,13-14-1,-26 39 1,40-65-1,-40 39 17,26-39-17,-12 53 1,-14-41 15,0 28 16,0 12-31,-14 14-1,1-13 17,-13 26-17,-14-14 1,27 1-1,13 0 1,-13 13 0,-27-40 15,27 40 0,-1 0-15,1 0-1,0-13 1,0 0-16,-1 13 31,-12 0-15,0-40 0,-1 27-1,1 0 1,12 13-1,-12-14 1,-1 1 0,1 13-1,13 0 1,-14 0 0,1-26-1,13 26 1,-14 0-1,14 0 1,0 0 0,-14 0-16,-39 0 31,13 0-15,0 13-1,-26 40 1,52-27 15,-12 1-15,-1 12-1,27 1 1,-14-13-16,-12 39 31,39-53-15,-14 27-16,1-1 15,-53 27 1,66-52-16,0 12 16,0 14 15,0 0-15,0-14-1,0 0 16,0 1-15,0-14-16,27 27 16,-27 0-1,0-27 1,0 0 0,13 0 46,0-13-46,0 0-1,0 13 1,-13 1 0,0 12-1,0-13 16,14 1-15,12 39 0,14 13-1,-40-53 17,0 66-17,0-52 1,0-14 15</inkml:trace>
  <inkml:trace contextRef="#ctx0" brushRef="#br0" timeOffset="26530.45">21114 9062 0,'39'0'109,"226"0"-93,26 0 0,-13 0-1,39 0 17,-171 0-17,-120 0 1,-12 0 31,52-13-16,40-14-15,-80 27-1</inkml:trace>
  <inkml:trace contextRef="#ctx0" brushRef="#br0" timeOffset="28958.77">17555 9088 0,'132'0'125,"54"0"-109,-41 0-1,-26 0 1,-39 0 15,65 0-15,-105 0 0,66 0-1,-80 0 1,67 0 15,-1 0 0,-39-26-31,13 26 16,0 0 0,-39-13-16,39-14 15,0 14 1,-39 13-1,39-13 1,-53 13 0,14 0-1,12-13 17,41-14-17,-67 27 1,13 0-1,27 0 1,-40-13 0,1 13-16,39 0 15,-40 0 1,40-13 0,-40-27 15,13 14-16,1-41 17,-27 41-17,0-1 1,0 14-16,-13-53 16,-40 26-1,53 27-15,-27-40 31,-65 40-15,52 0-16,-13-14 16,-53 14-1,67 13 1,-67 0 0,66 0-16,-53 0 31,14 0-16,39 0-15,27 0 16,-13 0 0,-14-13-1,27 0 1,-14 13 15,1 0 0,-1 0 1,-105 0-17,26 0 1,80 0-16,-80-53 16,79 53-1,-25 0 1,-81-27-1,94 27 1,-80 0 0,92 0-1,-52 0 1,39 0-16,-26 0 16,39 0 15,1 0-16,26 14 1,-40 12 0,27 0-1,0-12-15,-14 12 16,14 27 15,-13 13-15,26-26-1,0-27 1,0 14 15,0-14-15,66 40 0,0-27-1,27 1 1,-1 12 15,-26 1 32</inkml:trace>
  <inkml:trace contextRef="#ctx0" brushRef="#br0" timeOffset="30253.68">19659 11007 0,'172'0'62,"185"0"-46,0 0-1,-145 0 1,-14 0-16,199 0 16,-185 0-1,145 0 1,66-40 0,40 27 15,106 13 0,-410 0-31,66 0 16,-120 0-1,-78 0-15,-14 0 47,0 0-31,40 0-1,-40-27 17</inkml:trace>
  <inkml:trace contextRef="#ctx0" brushRef="#br0" timeOffset="31060.96">19368 11880 0,'66'0'79,"264"0"-64,345 26 1,291-26-1,-688 0 1,118 0 0,-184 0-16,66-26 15,-159 26 17,-106-13-17</inkml:trace>
  <inkml:trace contextRef="#ctx0" brushRef="#br0" timeOffset="31342.42">23945 11681 0</inkml:trace>
  <inkml:trace contextRef="#ctx0" brushRef="#br0" timeOffset="36078.54">12581 11205 0,'93'-26'31,"65"12"-15,-92 14-16,-13-13 31,-13-27-15,-14 27-1,-26-26 1,40-14 0,-40-13 15,0-67-15,0 94 15,0-28 0,0 28-31,0-1 31,0-13 1,0 0-17,-13 13 1,-14 1 15,-12 39-15,-1-13-1,-26-14 1,0 14 15,26 13-15,-26 0-1,26 13 1,1-13-16,-54 40 31,40 39-15,53-66 0,0 80-1,-13-40 1,-14 66-1,27-66 1,0 40 0,0-41-16,14 67 31,12 27-15,14-93-16,13 40 15,0-14 1,-27 0-1,1-79 64</inkml:trace>
  <inkml:trace contextRef="#ctx0" brushRef="#br0" timeOffset="36873.07">12528 10266 0,'13'26'31,"159"-26"0,-53 0-15,-39 0-1,12-66 1,-26-26 15,-52 52-31,-14 13 0</inkml:trace>
  <inkml:trace contextRef="#ctx0" brushRef="#br0" timeOffset="38061.11">13269 9512 0,'0'0'0,"0"-27"62,0-65-46,0 12 0,0 41-1,0 25 1,-13-12-1,-1 26-15,1 0 16,-27 0 0,14 0 93,-14 0-93,1 0-16,-120 40 15,53-14 17,80 1-32,-27-1 15,39-26 1,-52 53-1,13 53 17,0-40-17,27-26 1,0-14-16,26 1 31,-40 39-15,27-40-1,13-13 1,0 1-16,0 78 31,0 40-15,0-79 0,0-26-1,0 39 1,0-26 15,13 26-15,93-66 15,-27 26 0,-39-12-31,66-14 16,-80 0-1,27 0-15,53 0 16,-27-14 0,-13 14-1,40-119 17,-66 66-17,26-26 1,-40-53 15,-12 26-15,-14 53-1,0-26 1,0-27 0,-14 66-1,-38-39 1,12 52-1,13-26 17,14 40-17</inkml:trace>
  <inkml:trace contextRef="#ctx0" brushRef="#br0" timeOffset="39981.4">19738 12925 0,'119'0'62,"119"0"-46,-39 13-16,224 40 31,252 40-15,-358-27-1,-185-27 1,-79-39-16,27 0 15,-14 0 1,-40 0-16,40 0 31,-52 0 1</inkml:trace>
  <inkml:trace contextRef="#ctx0" brushRef="#br0" timeOffset="51751.89">11840 9842 0,'27'0'16,"-14"0"30,53 14 48,0-14-78,-39 0-16,39 0 31,-27 26-15,-12-26 15,26 0 0,-27 0-15,14 0-1,0 0 1,26 0 0,-40 0-1,1 0 17,-1 0 46,14 0-47</inkml:trace>
  <inkml:trace contextRef="#ctx0" brushRef="#br0" timeOffset="52900.36">12065 9432 0,'53'-53'141,"-27"40"-110,-12 13 110,-1 0-126,-13 13-15,13 14 16,-13-14-1,0 93 1,13-93 0,1 40-1,-14-40 1,0 27 0,0-13-1,0-14 1,0 0-1</inkml:trace>
  <inkml:trace contextRef="#ctx0" brushRef="#br0" timeOffset="53893.75">12382 9432 0,'27'0'15,"13"0"-15,-107 0 0,213 0 16,-106 0 0,13 0-1,-40 0 1,13 0 62,-12 0-62,-14 14-1,0 25 1,-106 1-1,92-27 1,-12 0 0,0 27-1,-27-27 17,79 1 233,80-1-249,-53 13 15,-13-26-15,-14 0-1</inkml:trace>
  <inkml:trace contextRef="#ctx0" brushRef="#br0" timeOffset="54717.33">12898 9512 0,'133'-66'63,"-94"52"-47,14-12-1,-39 39 110,-14 14-109,0-1-16,0 1 15,0-14 1,0 0 0,0 0-1,0 0 32,0 1-31,0 12-1,0 54 1,0-54 15,0 0-15</inkml:trace>
  <inkml:trace contextRef="#ctx0" brushRef="#br0" timeOffset="55179.66">13137 9935 0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19:28.3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5569 5993 0,'67'0'47,"184"53"-32,80-53 1,886 26 15,-794-26-15,-277 0-1,-27 0-15,-40 0 16,-66 0 0</inkml:trace>
  <inkml:trace contextRef="#ctx0" brushRef="#br0" timeOffset="15865.02">4815 5808 0,'67'26'32,"157"-13"-17,1-13 16,212 0-15,171 27 0,-250-14-1,-67-13 1,-225 0 0,-13 0-16,0 0 15,-40 0 1,27 13 46</inkml:trace>
  <inkml:trace contextRef="#ctx0" brushRef="#br0" timeOffset="18863.3">2924 6787 0,'53'26'47,"462"40"-31,68-26 15,329 26-16,-673-66 1,409 0 0,-476 0-1,-119 0 1</inkml:trace>
  <inkml:trace contextRef="#ctx0" brushRef="#br0" timeOffset="20142.7">2209 7818 0,'27'0'79,"303"0"-64,-158 0-15,-53 0 16,371 40-1,-186-13 17,80-27-17,-318 0 1,-39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19:55.4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17357 5702 0,'0'0'0,"172"0"15,119 0 1,-119 0-16,780-53 31,40 53-15,-436 40-16,-53-40 15,264 0 1,-436 26 0,304 14-1,-291-40 17,-344-14-17</inkml:trace>
  <inkml:trace contextRef="#ctx0" brushRef="#br0" timeOffset="2204.37">16087 6866 0,'13'-13'31,"93"13"-15,-53 0-16,145-53 31,67 53-15,-93 0-16,291-40 15,-80 27 16,-224-27-31,132 0 16,-119 40 15,-132 0 1,-1-13-17,-12-13 1,-1 26 62,54 0-62,39 0-1,13 0 1,53 0-1,67-13 17,-146-27-17,-40 40 1,-40-13 0,-13 13 46</inkml:trace>
  <inkml:trace contextRef="#ctx0" brushRef="#br0" timeOffset="11875.13">21312 9671 0,'0'0'0,"185"0"31,318 0-15,-357 0-1,396 0 1,-251 0 15,-26 0-15,-173 52-1,160-25 1,-133-27 0,-53 0-1,-53 0-15,0 0 16,0 0 0</inkml:trace>
  <inkml:trace contextRef="#ctx0" brushRef="#br0" timeOffset="12118.05">23918 10147 0,'0'0'0</inkml:trace>
  <inkml:trace contextRef="#ctx0" brushRef="#br0" timeOffset="13787.33">8136 11298 0,'0'0'0,"79"0"16,40 0-1,-52 0 1,316 0 15,-303 0-31,39 0 16,-93 0-1,-13 0 17</inkml:trace>
  <inkml:trace contextRef="#ctx0" brushRef="#br0" timeOffset="14846.15">8215 11999 0,'119'0'16,"0"0"15,199 0-15,-159 0-1,-120 0 1,-12 0-16,39 0 15,-40 0 1,27 0-16,14 0 16,-1 0-1,-27 0 1,41 0 0,-67 0-1,0 0 1,40 0 15,-40 0-31,14 0 16,-27 13-1,39-13 1,1 0 0,13 0-1,-26 0-15,65 0 16,-79 0-1,14 0 1,-14 0 0,13 0 15,1 0 125,-14 13-109,0-13-31</inkml:trace>
  <inkml:trace contextRef="#ctx0" brushRef="#br0" timeOffset="16734.68">4630 11205 0,'53'13'63,"251"-13"-48,-237 27 1,157-27 0,-171 0-1,66 0 1,-52 0-16,-1 0 16,26-27-1,-78 14-15,25 0 16,-26 0-1,1 13 1,12-80 0,-26 41 15,27-14-15,-14 13-1,-13 14 1,0-1 15,0-26-15,-93 13-1,14 1 17,39 26-17,-66 13 1,0-14-1,14 14 17,65-13-32,-39 13 15,-13 0 1,39 0 0,-26 0-1,-132-40 16,12 40-15,1-13 0,93 13-16,25 0 15,-65-13 1,93 0-16,-14 13 16,13 0 15,0 0-31,27 26 15,-27 1 1,14 12 0,13-25 15,13 12-31,0-13 16,0 27-1,-14 26 1,1-66-1,13 40 1,0 26 0,0-26-1,66 52 17,80-52-17,198 66 1,-27-53 15,67 0-15,-305-27-1,-65-26 79</inkml:trace>
  <inkml:trace contextRef="#ctx0" brushRef="#br0" timeOffset="17692.25">9036 10716 0,'-27'92'94,"-105"107"-63,79-107-15,26-65 0,27-14-16,0 0 47,-92 0-16</inkml:trace>
  <inkml:trace contextRef="#ctx0" brushRef="#br0" timeOffset="18109.55">8639 10848 0,'105'13'32,"41"53"-17,-80-26 1,0 0 15,-39-27-31,92 93 16,0-27-1,-66-66-15,0 14 16,-40-14 15</inkml:trace>
  <inkml:trace contextRef="#ctx0" brushRef="#br0" timeOffset="19970.5">9710 10385 0,'0'0'0,"0"92"31,13 54-16,-13-106-15,0 26 32,0-40-17,0-12 1,0-1 31</inkml:trace>
  <inkml:trace contextRef="#ctx0" brushRef="#br0" timeOffset="20333.22">10094 10292 0,'0'40'16,"0"66"-1,0 26 16,0-79-31,-13 79 16,13-92 15,0-27-15,-27 0 31</inkml:trace>
  <inkml:trace contextRef="#ctx0" brushRef="#br0" timeOffset="20776.04">9671 10702 0,'52'-39'31,"-104"78"-31,131-78 16,-13 12-1,27 27 1,-14-26 15,53 13-15,-105 13-1,-1-14 1</inkml:trace>
  <inkml:trace contextRef="#ctx0" brushRef="#br0" timeOffset="21148.05">10491 10530 0,'13'0'62,"-13"40"-46,0-27-1,-27 14 1</inkml:trace>
  <inkml:trace contextRef="#ctx0" brushRef="#br0" timeOffset="21399.3">10597 10081 0,'0'-27'16</inkml:trace>
  <inkml:trace contextRef="#ctx0" brushRef="#br0" timeOffset="22436.57">10874 10451 0,'0'0'0,"-39"-13"16,-14 13 0,13 0-1,27 13 16,13 27-15,0 13 0,0 0-1,0-27 1,40-13 0,-14-13-1,27 0 1,-13 0-16,-27-26 15,13-40 1,-12 13 15,-14 66 32,0 0-48,-53 119 17,-14-12-17,54-94-15,-13 40 16,13-39 0,-1-1-1,-25-26-15,-28 27 16,54-27-1,-53 0 1,53 0 0,-27 0-1,-13-120 17,14 41-17,12 39-15</inkml:trace>
  <inkml:trace contextRef="#ctx0" brushRef="#br0" timeOffset="23342.71">11284 10001 0,'14'27'16,"-14"52"-16,-40 93 31,0-106-15,-13 80 0,27-93-1,-40 132 16,53-172-15,13 0-16,0 1 16,52-81 77,-12 54-77,-13-13-16,26-40 16,-40 52-1,26 14 63,-12 66-46,-27-39-17,0 13 1,0 13 0,0-14-1,0-12 79,0-1-47</inkml:trace>
  <inkml:trace contextRef="#ctx0" brushRef="#br0" timeOffset="24409.6">5278 12991 0,'0'0'0,"265"0"32,0 0-17,-186 0 1,0 0 0,-52 0-16,-1 0 15,-13-13 1</inkml:trace>
  <inkml:trace contextRef="#ctx0" brushRef="#br0" timeOffset="25812.21">5292 12819 0,'39'0'16,"27"27"-1,-26-27 1,13 0 0,40 13-1,-27 0 1,40 13-1,-80-12 1,1-14 0,-1 0 15</inkml:trace>
  <inkml:trace contextRef="#ctx0" brushRef="#br0" timeOffset="26837.43">4339 12422 0,'0'0'0,"80"0"31,92 13-15,-40 14 15,0-27-15,-53 13 0,120 14 15,-40-14-16,158 26 1,-224-39 0,-14 0-1,-13 0-15,27 0 16,-14 0 0,-13 0-1,-13 0 1,-26 0-1,-1 0-15,40 0 32,-52-13 61</inkml:trace>
  <inkml:trace contextRef="#ctx0" brushRef="#br0" timeOffset="31845.97">8268 12528 0,'80'0'47,"-14"0"-32,13 0 1,133 0 15,-106 0-15,13 0-1,-53 0 1,79 0 15,-78 0-31,-28 0 16,1 0-1,13 0 1,-14 0-16,-12 0 16,-1 0 15,14 0-31,0 0 16,52 0-1,-25 0-15,25 0 16,14 0 15,-80 0-31,14 0 16,0 0-1,-14 0-15,54 0 16,-54 0 0,53 0-1,-26 0 1,0-13-1,13-40 17,-39 26-17,13 27 48,12-26-48,-38 26-15,65-53 16,67 13 0,-54-39-1,54-14 17,-93 80-17,-53 0 1,26-27-16,14 27 15,-27 0 1,0-14 62,-66 1-47,-13-14-15,-26 27 0,-14-14-1,26 27 1,-12-13-16,12 13 16,-39-26-1,53 26-15,-53 0 16,-93 0 15,80 0-15,40 0-1,65 0-15,-13 0 16,1 0 0,-27 0-1,-40 0 1,26 26-1,67-79 17,-79 40-17,-1 13 1,-13 0 0,40 0 15,-66 0-16,-14 13 1,67-13 15,26 14-15,13-14 0,-52 39-1,12-12 1,1-1-1,52 1 1,1 12 0,-1-25 15,27 12-15,0 0-1,0 14 16,0 26 1,0-39-17,0-1 1,0 27 0,67-26 15,-41-14 0,14 13-31,39 14 16,-26-27-1,0 14-15,53-14 16,-14 13 15,-39-26-31,40 14 16,-53 12-1,13-26 1,-27 13 0,40-13-1</inkml:trace>
  <inkml:trace contextRef="#ctx0" brushRef="#br0" timeOffset="34036.31">8401 11959 0,'105'-13'31,"-12"13"-15,66 0 0,105 0 15,-92 0-16,-53 0 1,-53 0 15,67 0-15,-107 0-16,27-27 16,-40 27 30,27-26-14,26-14-17,-39 40 1,39-26 0,-27-14 15,-12 27-16,-1-14 1,14-39 0,-40 40-1,27-40 1,-1 26 0,-13-26 15,27 13-16,-40 27 17,0 12 61,-53 14-77,-119-13 15,27-13-15,105 26 0,-53 0-1,67 0 1,-54 0-1,27 0 17,-39 0-17,39 0 1,-40 0 15,54 0-15,-1 0-1,-13 0 1,-13 0 47,39 0-48,-39 0 1,27 26 15,-1-13-15,27-13 15,-14 0 47,-92 27-62,79-1-1,-105 27 1,79-13 0,26-14-1,27-12-15,-27-1 16,27 0-1,-27-13 1,27 0 0,0 13 15,13 0 47,0 1-62,0 12-1,53 14 1,-27-27 0,-13 0-1,27 14 1,0-14-1,26 27 1,-13-1 0,66-39-1,-53 14 1,-39-14 0,25 26-1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21:07.6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4617 5106 0,'212'0'63,"237"14"-47,226 25-1,79 41 1,159-80-1,-715 0 17,-184 0-17</inkml:trace>
  <inkml:trace contextRef="#ctx0" brushRef="#br0" timeOffset="1396.91">6099 7885 0,'53'26'62,"13"-26"-46,26 13-16,199-13 16,40 0-1,-185 0-15,303 0 32,-184 0-1,-212 0-16,92-66 17,-52 53-17,-27 13 1,-26 0 0,-27-13-1,0 13 1,14 0-1,171 0 1,-26 0 0,-53 0-1,-106 0 1,40 0 31,-26 0-32,-14 0 17,14 13-1,-14 13-15</inkml:trace>
  <inkml:trace contextRef="#ctx0" brushRef="#br0" timeOffset="3602.76">3572 12118 0,'0'0'0,"185"-53"62,477 53-31,-371-53-15,26-26 0,-92 26-1,119-13 17,-238 26-17,-27 40 1,-39 0-1,-27 0 1,0 0-16,14 0 47,-1 0 47,-13 0-47</inkml:trace>
  <inkml:trace contextRef="#ctx0" brushRef="#br0" timeOffset="5646.74">18944 7025 0,'0'0'0,"40"106"31,52 65-15,-65-91 0,26-1-1,-27-79 16,107 0-15,-54-26 0,133-80 15,-173 53-31,14-66 31,-26 79-15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21:24.0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19685 12859 0,'53'-13'31,"185"13"-15,252 39 0,131 14-1,-422 0 1,158-53-1,-185 26-15,-53-26 16,0 0 0,79 0-1,-92 0 17,-79 0-32,52 0 15,14 0 1,-67 0-16,40 0 31,40 0-15,-66 0-16,0 0 15,198 0 1,-13 14 0,-159-14-1,40-27 1,-93 27-1,0-13 17,-13 0-1,0-27 0,-53-26-15,0 13 15,-26-13-15,52 26-1,14 27 1,0 13 0,-53-40-1,52 40-15,-65 0 16,13-39-1,0-1-15,-40-26 32,0 13-17,14 40-15,-107-54 16,80 28 15,93 39-15,12 0-1,-25 0 1,-120-13 15,-13-67-15,93 41 0,-1-14-16,14 39 15,26-12 1,14 26-1,-1 0 1,-12 0-16,-160 0 31,1 0-15,-40-13 0,198-27-1,-13 40 1,-53 0-1,-39 0 1,-54 0 0,67 0-1,-13 26-15,-226 1 16,239-27 0,-67 53-1,54-40 1,-27 27 15,0-1-15,66-39-1,-39 67 17,118-54-32,-39 40 15,40-27 1,-14 40-1,40-39-15,0 65 16,0-39 0,0-26-16,132 79 31,186 39-15,39-79-16,185 0 15,-145 27 16,-251-93-31,-1 0 16,-118 0 0</inkml:trace>
  <inkml:trace contextRef="#ctx0" brushRef="#br0" timeOffset="1423.29">23865 12779 0,'0'0'0,"27"-13"16,13-27-1,52-12 1,80-134 0,-13-12-1,145-53 17,-158 65-17,-27 67 1,-106 119-1,0 0 17,14 80-17,-14-27-15,27 198 16,-40-119 15,0 0-15,0-52-1,13 52 17,-13-79-17,0-40 1,0 1 0,-93-1-1,27-13 1,-265-80-1,54 1 1,-94-80 15,226 80-15,105 0 0,40 39 15,212 0-16,-80 40 1,119 0 0,-52 0-16,52 106 15,80-40 1,-239-39 15,-65-27 0,-173 39 63,-343 80-78,171-66-16,14 53 31,211-53-15,67-53-1,26 26 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21:32.7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16775 13454 0,'13'13'109,"238"-79"-93,-66 0-1,173 13 17,-213 53-17,1-26 1,-67 26 0,27 0-1,-53 0 1,53 0-1,13 0 17,238 26-1,-225-26-15,-53 0-1,-65-13 157,-14-80-156,0 80-1,0-93 1,0 53 15,0 14-15,-14-14 15,14 39-15,-52-38-1,-1-1 17,26 53-32,-52-53 15,66 39 1,-67-25-1,41 26-15,-81-14 16,54-13 0,27 27-16,-41 0 31,-12 0-15,39 13-16,-93-40 15,-26 27 16,93 13-31,-159-27 16,-186 27 0,133 0 15,119 0-15,27 66-1,118-52-15,-12 39 16,12 13 15,27 93-15,0-133-1,0 40 1,0-26-16,80 26 16,131 13-1,-105-65-15,212 91 31,211 94 1,-370-199-1,-146 0-15</inkml:trace>
  <inkml:trace contextRef="#ctx0" brushRef="#br0" timeOffset="3338.84">11364 13335 0,'172'0'47,"-53"0"-31,53 0-16,582-79 15,-489 105 1,65 27 0,530 0-1,-463-27 1,106-26-1,-437 0 1,159 0 0,-186 0-1,1 0 1,79 0 0,-66 27-1,-40-27-15,40 0 31,-13 0 1,13-27-17,-27 14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21:52.2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15015 5199 0,'40'0'15,"238"27"16,-186-1-31,160 0 16,-120-12 0,132-14-1,-105 39-15,40-39 16,105 0 0,106-92-1,-93 92 1,-52 0 15,-159 0-15,0 0-1,-67 0 1,28 0 0,-1 0-1,-13 0 1,-27 0-16,146 0 15,-93 0 1,120 0 0,52 0 15,-118 0-15,-28 0-1,1 0 1,-53 0 15,66 0-15,-53 0-1,40 0 17,-66 0-17,-27 0-15,14 0 16,-14 0-1,13 26 1,67-13 0,-80-13-1,80-66 1,-80 27 0,53-133-1,-26 92 16,-1-39-15,-39 79 0,0 14-1,0 13-15,0-27 16,0 14 15,0 12-15,0 1-16,0 0 31,-26-27 16,-80 1-31,80 39-1,-67-27 1,40 1-16,-79-1 15,26 1 1,-225-80 0,40 106 15,-106-13-15,146 13-1,145 0 1,-225 0-1,212 0 1,-211 0 0,-28 0-1,54 0 1,40 0 0,-54 0 15,120 0-16,-133 0 1,-66 0 15,146 0-15,105 0 15,1 106-15,92-54-1,-40 292 17,93-185-17,66-53 17,-39-93-32,92 27 15,132 13 1,-119-53-16,133 0 15,-53 26 1,158 1 0,27-27-1</inkml:trace>
  <inkml:trace contextRef="#ctx0" brushRef="#br0" timeOffset="1882.52">15518 7131 0,'0'0'0,"198"39"31,67 14-16,-146-53 1,-53 0 0,-53 0-1,93 0 1,-79 0 0,118 0-1,-118 0 1,92-13-1,-66 13-15,13-40 32,13 27-1,-66 13 16,27-13-32,0 0 1,-27-1 0,13 14-1,1 0 17,-14 0 46</inkml:trace>
  <inkml:trace contextRef="#ctx0" brushRef="#br0" timeOffset="3281.62">22040 7289 0,'119'0'141,"-27"0"-125,133 0-1,-119 0 1,93 0-1,145 0 17,-186 0-17,28 0 1,-160 0 0,-13 0 30,0 0 1,40 0-15,-26 0-17</inkml:trace>
  <inkml:trace contextRef="#ctx0" brushRef="#br0" timeOffset="5593.77">13930 10610 0,'53'26'47,"318"-52"-16,-107 26-15,-12 0 0,-107 0-1,-79 0 1,0 0-1,-26 0 1,66 0 0,53-13 15,-80 13-15,67-27-1,-67 27 16,66 0-15,-65-13 0,-27 13-1,-40 0 48,66-27-63</inkml:trace>
  <inkml:trace contextRef="#ctx0" brushRef="#br0" timeOffset="6459.1">20968 10464 0,'0'0'0,"66"-53"15,27 27 1,-40 13-16,53-27 31,317 14 0,239 26 1,39 0-17,-516 0-15,-79 0 16,52-40-16,-65 40 16,-53-13-1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22:01.8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5622 5741 0,'159'0'47,"-53"0"-32,185 0 1,0 0 0,-93 0-1,-105 0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22:38.8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7223 8916 0,'119'14'63,"66"12"-48,-79-13 1,-26-13 0,264 53-1,-53 0 16,66-13-15,-172 0 0,-66-40-16,-26 0 31,26 0-15,79 53-1,-13-14 1,53 1 15,-145-40-15,13 0-1,13 0 17,0-27-17,-53 14 1,40-40-1,-53 14 17,-27 25-1,-12-12-31,12-1 16,14-25-1,-27 25-15,0-26 16,-13-26 15,0 52-31,0-52 16,0 26-1,0 27 17,0-27-17,0 26 1,0-26-1,-13 40-15,0 13 16,0-26 0,-1-41-1,14 15 1,-13 12 15,-13 0-15,12 14-16,-39-1 15,27 1 17,-27-1-17,-13-12 1,-27 12 15,27 14-15,-132-27-1,158 40 1,-172-39 0,93 12-1,40 14 1,13 13 0,-133 0 15,1 0-16,172 0 1,-41 0-16,-12 0 16,53 0-1,-14 0-15,-26 0 32,-40 0-17,93 0 1,-40 0-1,13 0-15,-79 0 32,-13 0-17,39 0 1,67 0 0,-14 0-16,-13 0 15,40 0 1,-80 0-1,67 0 1,-27 13 0,-13 0-1,26 14 1,0-14 0,14 0-1,-1-13 1,14 27-16,-13-14 15,26 0 17,-27 14-32,27-1 15,0 1 1,0-14-16,0 53 16,0-40 15,0 1-31,0 39 15,0-40 1,0 54 0,0-54-1,0 93 1,0-39 0,0-14-1,0 13 1,27-13-1,-14-26 1,27 39 0,79 41 15,-66-94-15,52 14-1,14 13 16,106 39-15,-145-79 15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03:22:26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15518 3889 0,'198'0'78,"40"0"-62,133 0-16,65 0 16,186 27 15,-397 13-31,212-40 16,-107 0-1,-171 0-15,-119 0 16,-14 0-1,-13 0 32,1-14 16</inkml:trace>
  <inkml:trace contextRef="#ctx0" brushRef="#br0" timeOffset="17871.3">6046 5662 0,'13'-13'31,"106"13"-15,-66 0-16,66 0 31,-13 0-15,-14 0-16,14 0 15,53 0 1,172 0 0,476-53-1,-384 53 17,344 13-17,-529-13 1,477 0-1,-477 0 1,357 0 0,-105 0-1,-279 0 1,14 0-16,146 0 16,158 0-1,-225 0 16,186 0-15,-160-26 0,107 26-1,-133 0 17,93 0-17,-278 0 1,106 0-1,-146 0-15,80 0 32,-93 0-17,0 0 1,-26 0 0,13 0-1,-13 0 1,185 0-1,66 0 17,79 0-17,-145 0 1,-132 0 0,-27 0-16,-27 0 15,67 0 1,-26 0-16,197 0 31,54 0-15,-225 0-1,53 0 1,-40 0 0,-93 0-1</inkml:trace>
  <inkml:trace contextRef="#ctx0" brushRef="#br0" timeOffset="18402.3">19579 5794 0</inkml:trace>
  <inkml:trace contextRef="#ctx0" brushRef="#br0" timeOffset="25789.75">12382 7038 0,'0'0'0,"93"-27"47,119-12-31,-80 39-16,133-13 31,290 13-15,-422 0-1,144 0 1,-158 0-16,27 52 31,-106-52-15,-14 0-16,1 0 16,-14 0 15,0-13 0</inkml:trace>
  <inkml:trace contextRef="#ctx0" brushRef="#br0" timeOffset="26717.55">17846 6972 0,'40'-13'15,"132"39"17,304 80-1,397-14-15,-608-39-16,357 0 15,-80-53 16,265 13 1,-251-13-17,-464 0 1,67 0 0,0-13 15,-54 13-16</inkml:trace>
  <inkml:trace contextRef="#ctx0" brushRef="#br0" timeOffset="28459.39">20122 7435 0,'0'0'0,"66"-13"15,92-14 1,-25 14 0,-67 13-1,40 0-15,79 0 16,-79 0-1,-14-13 1,80-40 0,-79 13-1,13-13 17,-40 27-17,13-14 1,-65 0-1,52-79 1,-53 80 0,27-54 15,-14 0-15,-26 27-1,0 26 16,-119-92-15,106 119 0,-186-93-1,41 27 17,-160-1-17,173 67 1,-252-53-1,119 26 1,119 27 0,53 13-16,-132 0 15,146 0 1,-133 0 0,-133 0-1,-38 0 16,171 0-15,119 0-16,-93 0 16,-25 0-1,131-26-15,-198 26 32,-132 0-1,224 0-16,-277 39 1,145 14 15,27-13-15,224-27 0,80 0-1,-13-13-15,13 27 16,13 26-1,1-27 1,25 40 0,28-13-16,171 132 31,132-39-15,662 105-1,-199-79 1,-489-119-16,199-40 31,-160 40-15,-250-53-16,-1 0 15,-92 0 17,-27 0-17</inkml:trace>
  <inkml:trace contextRef="#ctx0" brushRef="#br0" timeOffset="32237.53">23482 6998 0,'0'-39'93,"0"-28"-77,0 1-16,0 13 31,0 0-15,0 40-16,0-13 15,0-40 17,0 52-32,0-52 15,13 0 17,40 53-17,53-27 1,-80 27-1,80 13 1,-27 0 15,14 0 1,-53 0-17,-14 0-15,1 0 31,12 26 1,80 107-1,27-28-15,-80-52-1,-66-26 16,0 52-15,0-39 0,-53 26-1,-53-79 17,-26 79-1,53-13-16,79-40 1,-53 40 0,39-26-1,-25 25 17,26 41-17,13-67-15,0 14 16,0 0-1,0-14 1,0-12-16,0 91 16,0-38 15,0 25-31,39 14 16,-12 0 15,-1-27 0,14-13-15,-40-39-1,13 26 17,-13-40 30,13 40-31</inkml:trace>
  <inkml:trace contextRef="#ctx0" brushRef="#br0" timeOffset="32630.26">24090 8520 0,'0'13'32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13:40:21.3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8096 4670 0,'93'-13'78,"224"13"-63,-211 0 1,79 0 0,-92 0-16,0 0 15,-40 0 16,-1 0-15,-25 0 0,13 0-1,-1 0-15,14 0 16</inkml:trace>
  <inkml:trace contextRef="#ctx0" brushRef="#br0" timeOffset="31777.94">22754 4220 0,'66'13'62,"-26"-13"-46,26 14-16,66 25 15,-79-39 1,66 40 0,80 0 15,-159-40-31,-1 0 15,-26 0 17,1 0-1,12 13 0,-13-13-15,27 13-16,-27-13 31,1 0-15,25 0-1,27 0 17,-39 0-17,39 0 1,27-66 15,-67 39-31,0 1 16,-12-14-1,-14 27 1,0-27 0,0-65 30,-27 52-30,1 26-16,-1-12 16,14 39-1,-53 0 1,13-40 0,-198-26 15,132 52-16,79-12-15,-66 13 16,0 13 15,-26-40-15,66 40 0,-172 0-1,105 0 1,-65 0-1,-40 0 17,198 0-17,0 13 17,14 27 14,0 53-30,-14-54 0,-13 54-1,53-53 1,0 92 0,0-92-16,0 26 31,0 0 0,0-13-15,40-53-1,158 66 1,53-66 15,146 0-15,-119 0-1,-106 0 17</inkml:trace>
  <inkml:trace contextRef="#ctx0" brushRef="#br0" timeOffset="32420.85">20995 4815 0,'92'40'46,"173"-27"-14,-67-13-17,80 0 1,-185 0 0,-54 0-1</inkml:trace>
  <inkml:trace contextRef="#ctx0" brushRef="#br0" timeOffset="32993.31">20346 5662 0,'0'13'16,"67"14"0,38-1-1,1 1-15,79 26 16,146-27-1,26 40-15,437-39 47,-582-27-31,-199 0 0</inkml:trace>
  <inkml:trace contextRef="#ctx0" brushRef="#br0" timeOffset="34940.88">19897 5781 0,'66'0'31,"119"0"-15,-66 0-16,119 0 16,-39 0 15,211 0-16,-132 0 1,-159-13-16,132-27 16,-158 27-1,39-13 1,93 12 0,-186 14-1,41-53 1,-54 40-1,14 0 1,53-14 15,-54 14-31,14 13 16,13-26 0,14-14 15,-41 40-31,-12-40 15,-1 27 1,1-53 0,-27 26-1,0 27-15,0-40 16,-40 0 15,-13 27-31,-53-27 16,53 26-1,-264-78 1,171 105 0,-131-67-1,-1 1 1,172 66 0,-53 0-1,119 0 1,-79 0-1,53 0 1,-40 0 15,54 0-15,-28 40 0,54-14-1,-27 14 16,26 0-15,27 0 0,-26-27-16,13 40 15,13-14 1,0-12-16,0 13 16,0-27-1,-14 40 1,14-27-1,0 1 1,0-1 15,14 14 16,144-1-31,-65-25-1,132 25 1,-133-25-16,14-1 16,-66 0 15</inkml:trace>
  <inkml:trace contextRef="#ctx0" brushRef="#br0" timeOffset="36736.65">18706 6244 0,'0'0'0,"159"27"15,502-27 1,-198 0-1,265 0 17,-278 26-17,-106 14 1,-93 13-16</inkml:trace>
  <inkml:trace contextRef="#ctx0" brushRef="#br0" timeOffset="37098.3">21960 6178 0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13:50:40.3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3612 7673 0,'13'13'93,"132"27"-77,27-40 0,159 92-1,-172-92 1,13 0-1,-106 0-15,53 0 32,-26 0-17,-54 0-15,54 0 16,-27 0 15,-40-26-31,-12 26 16,12 0-1,-13-13 95,14 13-48,13 0-46,12 0 0,15 0-1,25 0 1,14 0-1,-80 0 1,41 0 15,-41 0-15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13:50:47.4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1495 5609 0,'106'-13'78,"26"13"-63,27 0-15,-27 0 16,199 0 0,39 0-16,1 0 31,-67 0-16,-145 0-15,145-13 16,-225 13 0,120 0-1,26 0 1,-80 0 0,-39 0-1,-27 0 1,1 0-1,-27 0 1,-14 0 0,14 0-1,-53-14 1,13 14 0,27 0 15</inkml:trace>
  <inkml:trace contextRef="#ctx0" brushRef="#br0" timeOffset="583.99">6284 5199 0,'0'0'0,"26"0"15,27 0 1,132 0 0,80 0-1,-40 0 17,39 0-17,160 0 1,-107-66-16,-105 26 15,-40 27 1,93 0 0,-173 13-16,173 0 31,65 0-15,-210 0-16,184 53 15,-251-53 1,132 39-1</inkml:trace>
  <inkml:trace contextRef="#ctx0" brushRef="#br0" timeOffset="1702.98">11919 5450 0,'106'0'78,"0"0"-63,53 0-15,370 0 16,-211 40 0,462 39-1,-343-79 1,-279 0-16,1 0 15,-146 0 1,1 0 47</inkml:trace>
  <inkml:trace contextRef="#ctx0" brushRef="#br0" timeOffset="2135.1">16166 5331 0,'26'0'16,"27"0"-16,-132 0 0,198 0 15,-53 0-15,225 0 31,371 0 1,-358 0-17,225 0 1,0 0 0,-185 14-1,27-67 1,-265 13-1,-93 40-15,79 0 16</inkml:trace>
  <inkml:trace contextRef="#ctx0" brushRef="#br0" timeOffset="2551.09">21233 5292 0,'198'0'16,"-396"0"-16,595 0 16,-199 0-1,93 0 17,-26 0-17,26 0 1,-53 0-1,-119 0 1,-79 0-16,26 0 16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13:52:02.2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18891 3836 0,'265'67'63,"-106"-67"-48,79 0-15,820 66 31,344-66 1,-1031 0-17,-173 0 1,-145-13 15,-53-1-15,27 14 31</inkml:trace>
  <inkml:trace contextRef="#ctx0" brushRef="#br0" timeOffset="1427.36">3162 3823 0,'0'0'0,"211"13"31,-52-13-15,-79 0-16,25 27 16,-25-27-1,105 26 1,199-52 15,-305-1-31,0-25 16,54-28-1,-67 40-15,0-12 32,-66 38-1,0-25-31,0-28 16,-13-25-1,-14 65-15,-105-25 16,66 25-1,-119-52-15,-530-107 16,451 134 0,-173 25-1,106-13 1,278 40-16,14 0 31,-1 0-31,-39 67 16,39 118-1,40-79 17,-13 66-1,13-93-15,92 0-1,133-26 1,384 13-1,-173-26 1,14-53 15,-450 0-15</inkml:trace>
  <inkml:trace contextRef="#ctx0" brushRef="#br0" timeOffset="3989.48">5900 6152 0,'27'13'15,"330"0"17,-172-13-32,371 66 15,-107 14 1,94-67 0,-305-13-1,291-27 1,-264 27-16,-40 0 15,211 0 1,-264 0-16,146 0 16,-80 0-1,-172 0-15,119 0 32,-53 0-17,-65 0-15,91 0 16,28 0-1,105 0 17,-93 0-17,-92 0 1,39 0-16,54 0 16,-133 0-1,27 0-15,26 0 16,-14 0-1,-52 0-15,93 0 16,-53 0 0,-27 0-16,66 0 15,-53 0 17,-39 0-1,-14 0 0</inkml:trace>
  <inkml:trace contextRef="#ctx0" brushRef="#br0" timeOffset="6443.62">16722 6152 0,'0'0'31,"39"0"-15,41 26-16,118-13 16,186-13 15,-80 0-15,-132 0-1,-13 0-15,238 0 16,-40-53-1,-185 53-15,212-79 16,52 79 15,-198 0-31,159 0 16,-132 0 0,-173 0-16,54 0 31,65 0-16,-105 0-15,53 0 16,-133 0 0,-12 0 31,25 13-32,41 14 16,-1-27-15,14 39 15,-27-39 1,0 27-17,-40-27 1,1 0-16,26 13 15,-27-13 1,14 26 62,53 1-62,-54-14-1,1-13 1,-14 0-16,1 0 16,13 0-1,52 27 1,1-14 0,-27-13-16,132 26 31,-158-12-16,-13-14 1,12 0 0,-12 0-1,-14 0 1,13 0-16,-12 0 31,12-14-15,-13-12 15,1 13 0,12-27-15,-13 27-16,-13-27 31,27-13-15,145-13-1,66-40 1,106-79 15,-186 66-15,-52 0 0,-79 106 15,-67-107 16,-79 41-32,119 53 1,-132-107 0,-14-12-1,67 92 16,52 40-15,-26-1 0,-13-12-1,-106 26 1,53 0 0,-159 0-1,93 0-15,-344-13 16,384 13-1,-80 13-15,-199-106 16,107 80 15,158 13-31,-79 0 16,40 0 0,-186 0-1,119 0 16,-65 0-15,171 0 0,-40 0 15,54 27-15,-133-1-1,106 40 1,13 0 15,67 1-15,-27 25-1,92-52 1,1-14 0,-14 1-16,-79 65 15,-66 54 16,119-67-15,26 14 0,40-27 15,0-13 0,0 26-15,13-26-1,0-26 1,54 92 15,78 0-15,-79-66 0,53-14-1,106 41 1,-145-67-1,-14 0 1,-40-13 0,-13 13-1</inkml:trace>
  <inkml:trace contextRef="#ctx0" brushRef="#br0" timeOffset="11397.27">5212 10663 0,'0'0'0,"119"0"32,67-14-17,-1-38 1,-66 12 0,-66 40-16,-14-40 15,54-26 1,-67 53-16,1-14 15,-14-12 1,14 12 0,-1-52-1,-13 39 17,14-52-17,-27 39 1,0-53-1,0 93 1,0-14 0,-27-13-16,-52 1 15,-14-27 1,80 66-16,-66 0 31,-67-53-15,54 39-1,12 1 1,54 0-16,-27 13 16,-79 13-1,39 67 17,27-14-17,13 13 1,13-13-1,40 53 1,0-53 15,0 1-15,27-41 15,105 40-15,53 14-1,93-41 17,-93-26-17,40 27 1,-106-27 0,-66-13-1,-26 14 1</inkml:trace>
  <inkml:trace contextRef="#ctx0" brushRef="#br0" timeOffset="17616.12">17039 1826 0,'0'0'0,"0"344"31,-53 52 1,53-343-32,-13 106 15,13-106 1,-13-40-1</inkml:trace>
  <inkml:trace contextRef="#ctx0" brushRef="#br0" timeOffset="18118.23">16960 1680 0,'0'-13'31,"145"39"-16,133-12 1,-251-14 0,65 52-1,27 28 17,-53 12-17,-13 80 1,-53-53-1,0 239 1,-26-160 0,-80-39-1,27-80-15,-27-13 16,-53-26 0,119-13-16,-65 12 15,91-39 16</inkml:trace>
  <inkml:trace contextRef="#ctx0" brushRef="#br0" timeOffset="18801.18">17926 2937 0,'39'0'16,"14"0"-1,53 0 1,132 13 15,-185-13-15,-40 0 0,0 0-1,1 0 1,-14-26-16,0-1 15,0-65 1,-27 65-16,-52 14 16,39 0 15,0 13-31,-26 0 16,40 0-1,-93 158 1,92-131-1,1 52 1,13 14 0,13-40-1,0-14 17,39-12-17,133 13 1,-53-14-1,-52-26 1,38 0-16,107 53 16,-172-53-1</inkml:trace>
  <inkml:trace contextRef="#ctx0" brushRef="#br0" timeOffset="20259.09">19076 2910 0,'-52'-26'46,"12"26"-30,-26 0-16,0 0 16,13 0-1,-14 53 1,41-13 15,26 26-15,0 26-1,0-52-15,26-27 16,-26 40 15,93 13-15,-53-66 0,119 14-1,-1-14 1,-118 0-1,53-40 1,12-53 0,-105 27 15,0 53-15,0-14-1,0-12 407,0-27-406,-13 39-1,0 1 1,13-1 0,0 14-1,-13 13 1,0 53 109,-1 26-110,14-39-15,0 66 16,0 13 15,0-53-15,14-13 0,-1-40 46,0-13-46,0 0-16,0 13 0</inkml:trace>
  <inkml:trace contextRef="#ctx0" brushRef="#br0" timeOffset="21002.86">18997 2328 0,'-40'0'46,"-52"186"-30,26-54 15,-40 27-15,106-107-16,0 15 16,0-1-16,0 26 15,0-39 1,0-13-1,0 92 1,0-52 0,0-14 15,0-40 0,0 40-15,53-52 15,79-14-31</inkml:trace>
  <inkml:trace contextRef="#ctx0" brushRef="#br0" timeOffset="22149.62">20095 2963 0,'0'14'46,"-53"91"-30,53-91 0,0 65-1,0-26 1,0-27 0,0 1-1,13-14 63,27-13-62,0 0 0,92-13-1,-79-27-15,-27 27 16,1-14-16,26-39 31,0-13-15,-53 66-16,13-27 15,-13 27 1,13 13-16,-13 39 94,-53 54-63,0 66-15,14-40-1,-54 66 1,27-79 15,-53 66-15,53-40-1,-14 1 17,54-107-17,-14 14 1,1-40-1,12 0 1,-26-40 0,-26 40-1,26-13-15,0-14 16,40 1 0,-27-1-16,-13-52 15,13 26 1,-26-79-1,40 79 1,-14-79 15,40 118-31</inkml:trace>
  <inkml:trace contextRef="#ctx0" brushRef="#br0" timeOffset="24183.56">16576 3744 0,'159'53'78,"304"39"-62,225-78 15,304 91 0,-741-52-31,186 0 16,-27 27 0,-278-80-1,186 26 1,-226-26-1,-39-40 17,-26 14-32,-27 13 15,26-67 1,14-39 0,13-106-1,-53 120 1,53-200 15,-53 173-15,0-27-1,-40 53 17,-13 1-17,13 25 1,27 54-1,-53-27 1,-132-66 0,65 53 15,-25-40-15,-1 26-1,-132 14 1,-265-66-1,212 92 1,106 14-16,-384-80 16,358 53-1,-332-40 1,438 80 0,-27 13-1,132 0 1,39 0-1,1 93 126,13 145-125,0-145-16,0 39 15,0 40 1,0 278 0,0-106-1,40-159 1,-27-79 15,-13-80-15</inkml:trace>
  <inkml:trace contextRef="#ctx0" brushRef="#br0" timeOffset="24516.1">16735 3664 0</inkml:trace>
  <inkml:trace contextRef="#ctx0" brushRef="#br0" timeOffset="-41260">8930 8467 0,'0'0'16,"397"0"-1,383-40 17,-555 80-32,397-40 15,277 0 1,-502 0-16,331 0 31,132 0-15,-397 26-16,304-26 15,265 0 1,-490 0 15,-39 0-15,-384 0 0,-13 0-1,-40 0-15,13 0 16,-65 0-1,25 0 1,54 0 0,-67 0-1,-12 0 79,-1 0-94</inkml:trace>
  <inkml:trace contextRef="#ctx0" brushRef="#br0" timeOffset="-40081.46">18481 7660 0,'0'0'0,"0"-14"16,0-12 15,-13-27-15,13 40-1,145 211 95,-65 40-79,-80-119-16,0-13 1</inkml:trace>
  <inkml:trace contextRef="#ctx0" brushRef="#br0" timeOffset="-39890.03">18693 8401 0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13:58:19.9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17251 9909 0,'40'-27'16,"184"-65"-1,-91 65 1,158 14 0,-132 13-16,396 0 15,-277 0 1,278 0-1,211 0 1,-595 53 0,304 0-1,-410-27 1,-39-26 0</inkml:trace>
  <inkml:trace contextRef="#ctx0" brushRef="#br0" timeOffset="1125.57">15557 10782 0,'40'-27'47,"92"27"-31,-52-26-16,211-1 31,40 1-15,39 26-16,-66-40 15,-118 67 1,-28-27-16,80 0 16,-39 0 15,79-40-16,-133 40 1,67 0 0,66 0 15,52 13-15,-144-13-1,-67 0 1,13 0-1,119 0 1,-185 0 0,318 0-1,-185 0 17,144 40-1,-51-40-16,78 0 1,-39 13 0,158 27-1,-357 0 1,120-27 0,-199-13-16,13 0 15,-40 0 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13:58:36.9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4604 3876 0,'26'0'63,"252"-26"-32,-146 26-31,199 0 16,-185 0-1,1216 0 1,-634 13 0,-318-13-1,675 0 1,-728 0 0,503 0-1,-728 0 1,344 0-1,-357 0 1,344 0 15,-264 0-15,-14 0 0,-132 0-1,-40 0 1,27 0-16,-14 0 15,54 0 1,-41-13 0,67-27-1,13 0 17,-53 1-1,-52 39-31,-14-27 31,53-39-15,-53 53-1,13-27 1,0 27 0,-13 0-1,0-27 32,-26 0-31,-27 14-1,-119-27 1,39 13 15,-92-13-15,40 40-1,40 0 1,-14-14 0,80 14-1,26 0-15,-93 13 16,93 0 0,-211 0-1,52-40 1,-13 40-1,185 0 1,-65 0 0,-81 0-1,120-13 1,-79 13 0,65 0-16,-131 0 15,65 0 1,27 0-16,-159 0 15,159 0 1,-79 0 0,105 0-16,-118 0 15,-107 0 17,53 0-17,133 0 1,-132 0-16,-14 26 15,53 1 1,66-27 0,66 0-16,-145 13 31,93-13-15,39 0-1,0 0 1,40 0-1,26 0 1,-105 0 15,-1 66 1,40-13-17,-52-13 1,65 13 15,27-14-15,-66-25 15,39 25-15,-13-25-1,53 12 1,40-26-1,-66 40 1,65-40 0,1 26-1,13-13 17,0 27-17,0-13 16,0 12 1,0 1-17,40-14 1,-27 1 0,-13-14-16,27-13 15,26 40 1,26 0-1,14-1 17,-41-39-32,187 27 15,78-14 1,-185 27 0,-39-40-16,-80 0 15</inkml:trace>
  <inkml:trace contextRef="#ctx0" brushRef="#br0" timeOffset="1015.4">5106 6059 0,'-13'-13'31,"53"-40"-15,158 40 0,-65 13-1,25-40-15,319 40 16,39-27-1,-239 27 1,-12 0-16,291 0 16,-160 0-1,-118 0 1,-251 0 0,12 0-1,67-13 1</inkml:trace>
  <inkml:trace contextRef="#ctx0" brushRef="#br0" timeOffset="2201.69">6443 6760 0,'0'0'16,"251"53"0,27 0-1,701-53 17,-331 13-17,-145-26 1,-133 13-16,292 0 15,-147 13 1,-263-26 0,-199 13-1,0-40-15,92 14 16,-105-27 15,-14 40-31,14-40 16,-14 26-1,-12-65 1,-14 52 0,0-53-1,-40-79 1,14 159 0,-107-146-1,80 133 1,-277-80-1,105 80 1,132 26 0,-13 0-16,-185-14 15,172 14 1,-145 0 0,-107 0-1,146 0 16,-132 0-15,212 0-16,26 0 16,-318 0-1,186 27-15,-54-1 32,14 27-17,-172 53 1,424-93-1,-67 40 1,26-13 0,80-27 15,0 80 16,14-40-32,65 0-15,106-53 32,940 251-1,-530-145-15,-106-106-1,-422 0 1,-41 0-16</inkml:trace>
  <inkml:trace contextRef="#ctx0" brushRef="#br0" timeOffset="11924.34">16576 5675 0,'159'0'62,"225"0"-46,-80 0 15,199 0-15,-173 0-1,-158 0 1,318 0 0,52 0-1,-277 0-15,198 0 16,-238 0-1,39 0 1,160 0 0,-319-39-1,-91 39-15,-14-14 16</inkml:trace>
  <inkml:trace contextRef="#ctx0" brushRef="#br0" timeOffset="13262.79">14949 6178 0,'26'0'31,"80"0"-15,-79 0-16,105 0 15,0 0 1,27-40-16,238 40 16,145 0 15,-277 0-31,251-66 16,-106 66-1,79-40 1,-198 40 15,-145 0-31,-1 0 16,-39 0-1,106-13 1,-27 13 0,40 0 15,26 13-16,-92 27-15,40-27 16,-160-13 0,54 0-1,-14 40 1,-52-40 62,26 0-62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B75F8-F665-47F5-9F1B-1750F29F1993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9018E-597F-42E6-A78B-4790A7F9869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15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34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31840" y="4731990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246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49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70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90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45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67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07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51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73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913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15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020022"/>
            <a:ext cx="9144000" cy="12347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9036496" y="1275606"/>
            <a:ext cx="107504" cy="259228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502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Layout" Target="../diagrams/layout4.xml"/><Relationship Id="rId7" Type="http://schemas.openxmlformats.org/officeDocument/2006/relationships/customXml" Target="../ink/ink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Layout" Target="../diagrams/layout5.xml"/><Relationship Id="rId7" Type="http://schemas.openxmlformats.org/officeDocument/2006/relationships/customXml" Target="../ink/ink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10" Type="http://schemas.openxmlformats.org/officeDocument/2006/relationships/image" Target="../media/image17.png"/><Relationship Id="rId4" Type="http://schemas.openxmlformats.org/officeDocument/2006/relationships/diagramQuickStyle" Target="../diagrams/quickStyle5.xml"/><Relationship Id="rId9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8.emf"/><Relationship Id="rId7" Type="http://schemas.openxmlformats.org/officeDocument/2006/relationships/image" Target="../media/image20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Layout" Target="../diagrams/layout6.xml"/><Relationship Id="rId7" Type="http://schemas.openxmlformats.org/officeDocument/2006/relationships/customXml" Target="../ink/ink9.xml"/><Relationship Id="rId12" Type="http://schemas.openxmlformats.org/officeDocument/2006/relationships/image" Target="../media/image24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openxmlformats.org/officeDocument/2006/relationships/customXml" Target="../ink/ink11.xml"/><Relationship Id="rId5" Type="http://schemas.openxmlformats.org/officeDocument/2006/relationships/diagramColors" Target="../diagrams/colors6.xml"/><Relationship Id="rId10" Type="http://schemas.openxmlformats.org/officeDocument/2006/relationships/image" Target="../media/image23.png"/><Relationship Id="rId4" Type="http://schemas.openxmlformats.org/officeDocument/2006/relationships/diagramQuickStyle" Target="../diagrams/quickStyle6.xml"/><Relationship Id="rId9" Type="http://schemas.openxmlformats.org/officeDocument/2006/relationships/customXml" Target="../ink/ink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Layout" Target="../diagrams/layout7.xml"/><Relationship Id="rId7" Type="http://schemas.openxmlformats.org/officeDocument/2006/relationships/customXml" Target="../ink/ink12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10.emf"/><Relationship Id="rId7" Type="http://schemas.openxmlformats.org/officeDocument/2006/relationships/diagramColors" Target="../diagrams/colors8.xml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10" Type="http://schemas.openxmlformats.org/officeDocument/2006/relationships/image" Target="../media/image27.png"/><Relationship Id="rId4" Type="http://schemas.openxmlformats.org/officeDocument/2006/relationships/diagramData" Target="../diagrams/data8.xml"/><Relationship Id="rId9" Type="http://schemas.openxmlformats.org/officeDocument/2006/relationships/customXml" Target="../ink/ink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diagramLayout" Target="../diagrams/layout9.xml"/><Relationship Id="rId7" Type="http://schemas.openxmlformats.org/officeDocument/2006/relationships/customXml" Target="../ink/ink16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19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customXml" Target="../ink/ink22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customXml" Target="../ink/ink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7" Type="http://schemas.openxmlformats.org/officeDocument/2006/relationships/image" Target="../media/image47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5" Type="http://schemas.openxmlformats.org/officeDocument/2006/relationships/image" Target="../media/image46.png"/><Relationship Id="rId4" Type="http://schemas.openxmlformats.org/officeDocument/2006/relationships/customXml" Target="../ink/ink2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diagramLayout" Target="../diagrams/layout10.xml"/><Relationship Id="rId7" Type="http://schemas.openxmlformats.org/officeDocument/2006/relationships/customXml" Target="../ink/ink28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customXml" Target="../ink/ink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33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customXml" Target="../ink/ink3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customXml" Target="../ink/ink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customXml" Target="../ink/ink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customXml" Target="../ink/ink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customXml" Target="../ink/ink46.xml"/><Relationship Id="rId4" Type="http://schemas.openxmlformats.org/officeDocument/2006/relationships/image" Target="../media/image6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customXml" Target="../ink/ink4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8.xml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Relationship Id="rId9" Type="http://schemas.openxmlformats.org/officeDocument/2006/relationships/image" Target="../media/image7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customXml" Target="../ink/ink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customXml" Target="../ink/ink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customXml" Target="../ink/ink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customXml" Target="../ink/ink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customXml" Target="../ink/ink5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customXml" Target="../ink/ink5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image" Target="../media/image86.jpeg"/><Relationship Id="rId7" Type="http://schemas.openxmlformats.org/officeDocument/2006/relationships/diagramColors" Target="../diagrams/colors1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10" Type="http://schemas.openxmlformats.org/officeDocument/2006/relationships/image" Target="../media/image93.png"/><Relationship Id="rId4" Type="http://schemas.openxmlformats.org/officeDocument/2006/relationships/diagramData" Target="../diagrams/data14.xml"/><Relationship Id="rId9" Type="http://schemas.openxmlformats.org/officeDocument/2006/relationships/customXml" Target="../ink/ink5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customXml" Target="../ink/ink5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customXml" Target="../ink/ink5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customXml" Target="../ink/ink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customXml" Target="../ink/ink6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2.xml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Relationship Id="rId9" Type="http://schemas.openxmlformats.org/officeDocument/2006/relationships/image" Target="../media/image9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customXml" Target="../ink/ink65.xml"/><Relationship Id="rId4" Type="http://schemas.openxmlformats.org/officeDocument/2006/relationships/image" Target="../media/image87.e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202167" y="2211710"/>
            <a:ext cx="14253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第</a:t>
            </a:r>
            <a:r>
              <a:rPr lang="en-US" altLang="zh-CN" sz="3600" b="1" dirty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5</a:t>
            </a:r>
            <a:r>
              <a:rPr lang="zh-CN" altLang="en-US" sz="3600" b="1" dirty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章 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43808" y="1779662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43808" y="2210013"/>
            <a:ext cx="5148064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通用输入输出</a:t>
            </a: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GPIO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模块</a:t>
            </a:r>
            <a:endParaRPr lang="zh-CN" altLang="zh-CN" sz="36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75856" y="1784578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十字箭头标注 10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/>
              <a:t>STM32</a:t>
            </a:r>
            <a:endParaRPr lang="zh-CN" altLang="en-US" sz="1200" b="1" dirty="0"/>
          </a:p>
        </p:txBody>
      </p:sp>
      <p:sp>
        <p:nvSpPr>
          <p:cNvPr id="18" name="矩形 17"/>
          <p:cNvSpPr/>
          <p:nvPr/>
        </p:nvSpPr>
        <p:spPr>
          <a:xfrm>
            <a:off x="5508104" y="3050071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9271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582" y="381893"/>
            <a:ext cx="33362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本章知识与能力要求</a:t>
            </a:r>
          </a:p>
        </p:txBody>
      </p:sp>
      <p:sp>
        <p:nvSpPr>
          <p:cNvPr id="5" name="矩形 4"/>
          <p:cNvSpPr/>
          <p:nvPr/>
        </p:nvSpPr>
        <p:spPr>
          <a:xfrm>
            <a:off x="1510496" y="1131590"/>
            <a:ext cx="676875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了解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GPIO</a:t>
            </a: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的基本概念；</a:t>
            </a:r>
          </a:p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理解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STM32F103</a:t>
            </a: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微控制器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GPIO</a:t>
            </a: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的内部结构、工作模式和使用特性；</a:t>
            </a:r>
          </a:p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理解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GPIO</a:t>
            </a: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的输入输出模式；</a:t>
            </a:r>
          </a:p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熟悉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STM32F103</a:t>
            </a: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微控制器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GPIO</a:t>
            </a: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相关的标准外设库函数和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HAL</a:t>
            </a: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库函数；</a:t>
            </a:r>
          </a:p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掌握基于标准外设库实现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LED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灯闪烁的方法；</a:t>
            </a:r>
          </a:p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掌握基于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HAL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库实现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LED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灯闪烁的方法。</a:t>
            </a:r>
            <a:endParaRPr lang="zh-CN" altLang="zh-CN" sz="2000" b="1" dirty="0">
              <a:ea typeface="华文楷体" pitchFamily="2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E6DBD4C-6240-8B34-B2D6-BFB763E741F5}"/>
                  </a:ext>
                </a:extLst>
              </p14:cNvPr>
              <p14:cNvContentPartPr/>
              <p14:nvPr/>
            </p14:nvContentPartPr>
            <p14:xfrm>
              <a:off x="2133720" y="1343160"/>
              <a:ext cx="5924880" cy="29530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E6DBD4C-6240-8B34-B2D6-BFB763E741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24360" y="1333800"/>
                <a:ext cx="5943600" cy="297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6208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6129343"/>
              </p:ext>
            </p:extLst>
          </p:nvPr>
        </p:nvGraphicFramePr>
        <p:xfrm>
          <a:off x="1475656" y="1419622"/>
          <a:ext cx="6336704" cy="2843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/>
          <p:cNvSpPr/>
          <p:nvPr/>
        </p:nvSpPr>
        <p:spPr>
          <a:xfrm>
            <a:off x="1" y="339503"/>
            <a:ext cx="437033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43348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章 通用输入输出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模块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0092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339503"/>
            <a:ext cx="26277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51520" y="381893"/>
            <a:ext cx="21499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5.1 GPIO</a:t>
            </a:r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918856"/>
              </p:ext>
            </p:extLst>
          </p:nvPr>
        </p:nvGraphicFramePr>
        <p:xfrm>
          <a:off x="539552" y="1059582"/>
          <a:ext cx="2809875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932393" imgH="1217720" progId="Visio.Drawing.11">
                  <p:embed/>
                </p:oleObj>
              </mc:Choice>
              <mc:Fallback>
                <p:oleObj name="Visio" r:id="rId2" imgW="1932393" imgH="1217720" progId="Visio.Drawing.11">
                  <p:embed/>
                  <p:pic>
                    <p:nvPicPr>
                      <p:cNvPr id="0" name="Picture 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059582"/>
                        <a:ext cx="2809875" cy="177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3851920" y="98757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      GPIO</a:t>
            </a:r>
            <a:r>
              <a:rPr lang="zh-CN" altLang="zh-CN" b="1" dirty="0"/>
              <a:t>端口内部是由一个个寄存器组成，一个引脚对应一个寄存器或多个引脚对应一个多位的寄存器，</a:t>
            </a:r>
            <a:r>
              <a:rPr lang="zh-CN" altLang="en-US" b="1" dirty="0"/>
              <a:t>改变寄存器中的数据</a:t>
            </a:r>
            <a:r>
              <a:rPr lang="zh-CN" altLang="zh-CN" b="1" dirty="0"/>
              <a:t>就可以改变外设的工作方式。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891862"/>
              </p:ext>
            </p:extLst>
          </p:nvPr>
        </p:nvGraphicFramePr>
        <p:xfrm>
          <a:off x="6084168" y="2517164"/>
          <a:ext cx="2491730" cy="2290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768660" imgH="1630271" progId="Visio.Drawing.11">
                  <p:embed/>
                </p:oleObj>
              </mc:Choice>
              <mc:Fallback>
                <p:oleObj name="Visio" r:id="rId4" imgW="1768660" imgH="1630271" progId="Visio.Drawing.11">
                  <p:embed/>
                  <p:pic>
                    <p:nvPicPr>
                      <p:cNvPr id="0" name="Picture 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2517164"/>
                        <a:ext cx="2491730" cy="22907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827584" y="3363838"/>
            <a:ext cx="4932040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b="1" dirty="0"/>
              <a:t>    </a:t>
            </a:r>
            <a:r>
              <a:rPr lang="zh-CN" altLang="zh-CN" b="1" dirty="0"/>
              <a:t>与</a:t>
            </a:r>
            <a:r>
              <a:rPr lang="en-US" altLang="zh-CN" b="1" dirty="0"/>
              <a:t>51</a:t>
            </a:r>
            <a:r>
              <a:rPr lang="zh-CN" altLang="zh-CN" b="1" dirty="0"/>
              <a:t>单片机相比，</a:t>
            </a:r>
            <a:r>
              <a:rPr lang="en-US" altLang="zh-CN" b="1" dirty="0"/>
              <a:t>STM32</a:t>
            </a:r>
            <a:r>
              <a:rPr lang="zh-CN" altLang="zh-CN" b="1" dirty="0"/>
              <a:t>拥有更多的</a:t>
            </a:r>
            <a:r>
              <a:rPr lang="en-US" altLang="zh-CN" b="1" dirty="0"/>
              <a:t>I/O</a:t>
            </a:r>
            <a:r>
              <a:rPr lang="zh-CN" altLang="zh-CN" b="1" dirty="0"/>
              <a:t>引脚，其驱动能力更强，控制方式更多更灵活，功能也更强大。</a:t>
            </a:r>
          </a:p>
        </p:txBody>
      </p:sp>
    </p:spTree>
    <p:extLst>
      <p:ext uri="{BB962C8B-B14F-4D97-AF65-F5344CB8AC3E}">
        <p14:creationId xmlns:p14="http://schemas.microsoft.com/office/powerpoint/2010/main" val="45788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8157993"/>
              </p:ext>
            </p:extLst>
          </p:nvPr>
        </p:nvGraphicFramePr>
        <p:xfrm>
          <a:off x="1331640" y="1347614"/>
          <a:ext cx="6336704" cy="3059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/>
          <p:cNvSpPr/>
          <p:nvPr/>
        </p:nvSpPr>
        <p:spPr>
          <a:xfrm>
            <a:off x="1" y="339503"/>
            <a:ext cx="418118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81893"/>
            <a:ext cx="41456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5.2 STM32</a:t>
            </a:r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GPIO</a:t>
            </a:r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工作原理</a:t>
            </a:r>
          </a:p>
        </p:txBody>
      </p:sp>
    </p:spTree>
    <p:extLst>
      <p:ext uri="{BB962C8B-B14F-4D97-AF65-F5344CB8AC3E}">
        <p14:creationId xmlns:p14="http://schemas.microsoft.com/office/powerpoint/2010/main" val="1247951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56388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32946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5.2.1 STM32F103</a:t>
            </a:r>
            <a:r>
              <a:rPr lang="zh-CN" altLang="zh-CN" sz="2400" b="1" dirty="0">
                <a:solidFill>
                  <a:schemeClr val="bg1"/>
                </a:solidFill>
              </a:rPr>
              <a:t>引脚图</a:t>
            </a: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395536" y="1225097"/>
            <a:ext cx="3337475" cy="314589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014706" y="405993"/>
            <a:ext cx="482453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        STM32F103ZET6</a:t>
            </a:r>
            <a:r>
              <a:rPr lang="zh-CN" altLang="zh-CN" b="1" dirty="0"/>
              <a:t>一共有</a:t>
            </a:r>
            <a:r>
              <a:rPr lang="en-US" altLang="zh-CN" b="1" dirty="0"/>
              <a:t>144</a:t>
            </a:r>
            <a:r>
              <a:rPr lang="zh-CN" altLang="zh-CN" b="1" dirty="0"/>
              <a:t>个引脚，这些引脚共分为六大类：</a:t>
            </a:r>
          </a:p>
          <a:p>
            <a:pPr marL="285750" indent="-285750">
              <a:buClr>
                <a:srgbClr val="00B0F0"/>
              </a:buClr>
              <a:buFont typeface="华文楷体" pitchFamily="2" charset="-122"/>
              <a:buChar char="&amp;"/>
            </a:pPr>
            <a:r>
              <a:rPr lang="zh-CN" altLang="zh-CN" b="1" dirty="0">
                <a:solidFill>
                  <a:srgbClr val="CD7371"/>
                </a:solidFill>
              </a:rPr>
              <a:t>电源引脚</a:t>
            </a:r>
            <a:r>
              <a:rPr lang="zh-CN" altLang="en-US" b="1" dirty="0"/>
              <a:t>：</a:t>
            </a:r>
            <a:r>
              <a:rPr lang="en-US" altLang="zh-CN" b="1" dirty="0"/>
              <a:t>V</a:t>
            </a:r>
            <a:r>
              <a:rPr lang="en-US" altLang="zh-CN" sz="1000" b="1" dirty="0"/>
              <a:t>DD</a:t>
            </a:r>
            <a:r>
              <a:rPr lang="zh-CN" altLang="zh-CN" b="1" dirty="0"/>
              <a:t>、</a:t>
            </a:r>
            <a:r>
              <a:rPr lang="en-US" altLang="zh-CN" b="1" dirty="0"/>
              <a:t>V</a:t>
            </a:r>
            <a:r>
              <a:rPr lang="en-US" altLang="zh-CN" sz="1100" b="1" dirty="0"/>
              <a:t>SS</a:t>
            </a:r>
            <a:r>
              <a:rPr lang="zh-CN" altLang="zh-CN" b="1" dirty="0"/>
              <a:t>、</a:t>
            </a:r>
            <a:r>
              <a:rPr lang="en-US" altLang="zh-CN" b="1" dirty="0"/>
              <a:t>V</a:t>
            </a:r>
            <a:r>
              <a:rPr lang="en-US" altLang="zh-CN" sz="1050" b="1" dirty="0"/>
              <a:t>REF+</a:t>
            </a:r>
            <a:r>
              <a:rPr lang="zh-CN" altLang="en-US" b="1" dirty="0"/>
              <a:t>、</a:t>
            </a:r>
            <a:r>
              <a:rPr lang="en-US" altLang="zh-CN" b="1" dirty="0"/>
              <a:t>V</a:t>
            </a:r>
            <a:r>
              <a:rPr lang="en-US" altLang="zh-CN" sz="1050" b="1" dirty="0"/>
              <a:t>REF-</a:t>
            </a:r>
            <a:r>
              <a:rPr lang="zh-CN" altLang="zh-CN" b="1" dirty="0"/>
              <a:t>、</a:t>
            </a:r>
            <a:r>
              <a:rPr lang="en-US" altLang="zh-CN" b="1" dirty="0"/>
              <a:t>V</a:t>
            </a:r>
            <a:r>
              <a:rPr lang="en-US" altLang="zh-CN" sz="1050" b="1" dirty="0"/>
              <a:t>DDA</a:t>
            </a:r>
            <a:r>
              <a:rPr lang="zh-CN" altLang="en-US" b="1" dirty="0"/>
              <a:t>、</a:t>
            </a:r>
            <a:r>
              <a:rPr lang="en-US" altLang="zh-CN" b="1" dirty="0"/>
              <a:t>V</a:t>
            </a:r>
            <a:r>
              <a:rPr lang="en-US" altLang="zh-CN" sz="1050" b="1" dirty="0"/>
              <a:t>SSA</a:t>
            </a:r>
            <a:r>
              <a:rPr lang="zh-CN" altLang="en-US" b="1" dirty="0"/>
              <a:t>、、</a:t>
            </a:r>
            <a:r>
              <a:rPr lang="en-US" altLang="zh-CN" b="1" dirty="0"/>
              <a:t>V</a:t>
            </a:r>
            <a:r>
              <a:rPr lang="en-US" altLang="zh-CN" sz="1050" b="1" dirty="0"/>
              <a:t>BAT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285750" indent="-285750">
              <a:buClr>
                <a:srgbClr val="00B0F0"/>
              </a:buClr>
              <a:buFont typeface="华文楷体" pitchFamily="2" charset="-122"/>
              <a:buChar char="&amp;"/>
            </a:pPr>
            <a:r>
              <a:rPr lang="zh-CN" altLang="zh-CN" b="1" dirty="0">
                <a:solidFill>
                  <a:srgbClr val="CD7371"/>
                </a:solidFill>
              </a:rPr>
              <a:t>晶振引脚</a:t>
            </a:r>
            <a:r>
              <a:rPr lang="zh-CN" altLang="en-US" b="1" dirty="0"/>
              <a:t>：</a:t>
            </a:r>
            <a:r>
              <a:rPr lang="en-US" altLang="zh-CN" b="1" dirty="0"/>
              <a:t>PC14</a:t>
            </a:r>
            <a:r>
              <a:rPr lang="zh-CN" altLang="zh-CN" b="1" dirty="0"/>
              <a:t>、</a:t>
            </a:r>
            <a:r>
              <a:rPr lang="en-US" altLang="zh-CN" b="1" dirty="0"/>
              <a:t>PC15</a:t>
            </a:r>
            <a:r>
              <a:rPr lang="zh-CN" altLang="zh-CN" b="1" dirty="0"/>
              <a:t>和</a:t>
            </a:r>
            <a:r>
              <a:rPr lang="en-US" altLang="zh-CN" b="1" dirty="0"/>
              <a:t>OSC_IN</a:t>
            </a:r>
            <a:r>
              <a:rPr lang="zh-CN" altLang="zh-CN" b="1" dirty="0"/>
              <a:t>、</a:t>
            </a:r>
            <a:r>
              <a:rPr lang="en-US" altLang="zh-CN" b="1" dirty="0"/>
              <a:t>OSC_OUT</a:t>
            </a:r>
          </a:p>
          <a:p>
            <a:pPr marL="285750" indent="-285750">
              <a:buClr>
                <a:srgbClr val="00B0F0"/>
              </a:buClr>
              <a:buFont typeface="华文楷体" pitchFamily="2" charset="-122"/>
              <a:buChar char="&amp;"/>
            </a:pPr>
            <a:r>
              <a:rPr lang="zh-CN" altLang="zh-CN" b="1" dirty="0">
                <a:solidFill>
                  <a:srgbClr val="CD7371"/>
                </a:solidFill>
              </a:rPr>
              <a:t>复位引脚</a:t>
            </a:r>
            <a:r>
              <a:rPr lang="zh-CN" altLang="en-US" b="1" dirty="0"/>
              <a:t>：</a:t>
            </a:r>
            <a:r>
              <a:rPr lang="en-US" altLang="zh-CN" b="1" dirty="0"/>
              <a:t>NRST</a:t>
            </a:r>
            <a:r>
              <a:rPr lang="zh-CN" altLang="zh-CN" b="1" dirty="0"/>
              <a:t>。</a:t>
            </a:r>
          </a:p>
          <a:p>
            <a:pPr marL="285750" indent="-285750">
              <a:buClr>
                <a:srgbClr val="00B0F0"/>
              </a:buClr>
              <a:buFont typeface="华文楷体" pitchFamily="2" charset="-122"/>
              <a:buChar char="&amp;"/>
            </a:pPr>
            <a:r>
              <a:rPr lang="en-US" altLang="zh-CN" b="1" dirty="0">
                <a:solidFill>
                  <a:srgbClr val="CD7371"/>
                </a:solidFill>
              </a:rPr>
              <a:t>BOOT</a:t>
            </a:r>
            <a:r>
              <a:rPr lang="zh-CN" altLang="zh-CN" b="1" dirty="0">
                <a:solidFill>
                  <a:srgbClr val="CD7371"/>
                </a:solidFill>
              </a:rPr>
              <a:t>引脚</a:t>
            </a:r>
            <a:r>
              <a:rPr lang="zh-CN" altLang="en-US" b="1" dirty="0"/>
              <a:t>：</a:t>
            </a:r>
            <a:r>
              <a:rPr lang="en-US" altLang="zh-CN" b="1" dirty="0"/>
              <a:t>BOOT0</a:t>
            </a:r>
            <a:r>
              <a:rPr lang="zh-CN" altLang="en-US" b="1" dirty="0"/>
              <a:t>、</a:t>
            </a:r>
            <a:r>
              <a:rPr lang="en-US" altLang="zh-CN" b="1" dirty="0"/>
              <a:t>BOOT1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285750" indent="-285750">
              <a:buClr>
                <a:srgbClr val="00B0F0"/>
              </a:buClr>
              <a:buFont typeface="华文楷体" pitchFamily="2" charset="-122"/>
              <a:buChar char="&amp;"/>
            </a:pPr>
            <a:r>
              <a:rPr lang="zh-CN" altLang="zh-CN" b="1" dirty="0">
                <a:solidFill>
                  <a:srgbClr val="CD7371"/>
                </a:solidFill>
              </a:rPr>
              <a:t>程序下载引脚</a:t>
            </a:r>
            <a:r>
              <a:rPr lang="zh-CN" altLang="en-US" b="1" dirty="0"/>
              <a:t>：</a:t>
            </a:r>
            <a:r>
              <a:rPr lang="en-US" altLang="zh-CN" b="1" dirty="0"/>
              <a:t>PA13</a:t>
            </a:r>
            <a:r>
              <a:rPr lang="zh-CN" altLang="zh-CN" b="1" dirty="0"/>
              <a:t>、</a:t>
            </a:r>
            <a:r>
              <a:rPr lang="en-US" altLang="zh-CN" b="1" dirty="0"/>
              <a:t>PA14</a:t>
            </a:r>
            <a:r>
              <a:rPr lang="zh-CN" altLang="zh-CN" b="1" dirty="0"/>
              <a:t>、</a:t>
            </a:r>
            <a:r>
              <a:rPr lang="en-US" altLang="zh-CN" b="1" dirty="0"/>
              <a:t>PA15</a:t>
            </a:r>
            <a:r>
              <a:rPr lang="zh-CN" altLang="zh-CN" b="1" dirty="0"/>
              <a:t>、</a:t>
            </a:r>
            <a:r>
              <a:rPr lang="en-US" altLang="zh-CN" b="1" dirty="0"/>
              <a:t>PB3</a:t>
            </a:r>
            <a:r>
              <a:rPr lang="zh-CN" altLang="zh-CN" b="1" dirty="0"/>
              <a:t>和</a:t>
            </a:r>
            <a:r>
              <a:rPr lang="en-US" altLang="zh-CN" b="1" dirty="0"/>
              <a:t>PB4</a:t>
            </a:r>
          </a:p>
          <a:p>
            <a:pPr marL="285750" indent="-285750">
              <a:buClr>
                <a:srgbClr val="00B0F0"/>
              </a:buClr>
              <a:buFont typeface="华文楷体" pitchFamily="2" charset="-122"/>
              <a:buChar char="&amp;"/>
            </a:pPr>
            <a:r>
              <a:rPr lang="en-US" altLang="zh-CN" b="1" dirty="0">
                <a:solidFill>
                  <a:srgbClr val="CD7371"/>
                </a:solidFill>
              </a:rPr>
              <a:t>GPIO</a:t>
            </a:r>
            <a:r>
              <a:rPr lang="zh-CN" altLang="zh-CN" b="1" dirty="0">
                <a:solidFill>
                  <a:srgbClr val="CD7371"/>
                </a:solidFill>
              </a:rPr>
              <a:t>引脚</a:t>
            </a:r>
            <a:r>
              <a:rPr lang="zh-CN" altLang="en-US" b="1" dirty="0"/>
              <a:t>：</a:t>
            </a:r>
            <a:r>
              <a:rPr lang="zh-CN" altLang="zh-CN" b="1" dirty="0"/>
              <a:t>共有</a:t>
            </a:r>
            <a:r>
              <a:rPr lang="en-US" altLang="zh-CN" b="1" dirty="0"/>
              <a:t>7</a:t>
            </a:r>
            <a:r>
              <a:rPr lang="zh-CN" altLang="zh-CN" b="1" dirty="0"/>
              <a:t>组</a:t>
            </a:r>
            <a:r>
              <a:rPr lang="en-US" altLang="zh-CN" b="1" dirty="0"/>
              <a:t>GPIO</a:t>
            </a:r>
            <a:r>
              <a:rPr lang="zh-CN" altLang="zh-CN" b="1" dirty="0"/>
              <a:t>，分别为：</a:t>
            </a:r>
          </a:p>
          <a:p>
            <a:pPr marL="361950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PA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组</a:t>
            </a:r>
            <a:r>
              <a:rPr lang="zh-CN" altLang="zh-CN" b="1" dirty="0"/>
              <a:t>：</a:t>
            </a:r>
            <a:r>
              <a:rPr lang="en-US" altLang="zh-CN" b="1" dirty="0"/>
              <a:t>PA0~PA15</a:t>
            </a:r>
            <a:r>
              <a:rPr lang="zh-CN" altLang="zh-CN" b="1" dirty="0"/>
              <a:t>；</a:t>
            </a:r>
            <a:r>
              <a:rPr lang="en-US" altLang="zh-CN" b="1" dirty="0"/>
              <a:t>  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PB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组</a:t>
            </a:r>
            <a:r>
              <a:rPr lang="zh-CN" altLang="zh-CN" b="1" dirty="0"/>
              <a:t>：</a:t>
            </a:r>
            <a:r>
              <a:rPr lang="en-US" altLang="zh-CN" b="1" dirty="0"/>
              <a:t>PB0~ PB15</a:t>
            </a:r>
            <a:r>
              <a:rPr lang="zh-CN" altLang="zh-CN" b="1" dirty="0"/>
              <a:t>；</a:t>
            </a:r>
          </a:p>
          <a:p>
            <a:pPr marL="361950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PC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组</a:t>
            </a:r>
            <a:r>
              <a:rPr lang="zh-CN" altLang="zh-CN" b="1" dirty="0"/>
              <a:t>：</a:t>
            </a:r>
            <a:r>
              <a:rPr lang="en-US" altLang="zh-CN" b="1" dirty="0"/>
              <a:t>PC0~ PC15</a:t>
            </a:r>
            <a:r>
              <a:rPr lang="zh-CN" altLang="zh-CN" b="1" dirty="0"/>
              <a:t>；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PD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组</a:t>
            </a:r>
            <a:r>
              <a:rPr lang="zh-CN" altLang="zh-CN" b="1" dirty="0"/>
              <a:t>：</a:t>
            </a:r>
            <a:r>
              <a:rPr lang="en-US" altLang="zh-CN" b="1" dirty="0"/>
              <a:t>PD0~ PD15</a:t>
            </a:r>
            <a:r>
              <a:rPr lang="zh-CN" altLang="zh-CN" b="1" dirty="0"/>
              <a:t>；</a:t>
            </a:r>
          </a:p>
          <a:p>
            <a:pPr marL="361950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PE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组</a:t>
            </a:r>
            <a:r>
              <a:rPr lang="zh-CN" altLang="zh-CN" b="1" dirty="0"/>
              <a:t>：</a:t>
            </a:r>
            <a:r>
              <a:rPr lang="en-US" altLang="zh-CN" b="1" dirty="0"/>
              <a:t>PE0~PE15</a:t>
            </a:r>
            <a:r>
              <a:rPr lang="zh-CN" altLang="zh-CN" b="1" dirty="0"/>
              <a:t>；</a:t>
            </a:r>
            <a:r>
              <a:rPr lang="en-US" altLang="zh-CN" b="1" dirty="0"/>
              <a:t>   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PF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组</a:t>
            </a:r>
            <a:r>
              <a:rPr lang="zh-CN" altLang="zh-CN" b="1" dirty="0"/>
              <a:t>：</a:t>
            </a:r>
            <a:r>
              <a:rPr lang="en-US" altLang="zh-CN" b="1" dirty="0"/>
              <a:t>PF0~PF15</a:t>
            </a:r>
            <a:r>
              <a:rPr lang="zh-CN" altLang="zh-CN" b="1" dirty="0"/>
              <a:t>；</a:t>
            </a:r>
          </a:p>
          <a:p>
            <a:pPr marL="361950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PG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组</a:t>
            </a:r>
            <a:r>
              <a:rPr lang="zh-CN" altLang="zh-CN" b="1" dirty="0"/>
              <a:t>：</a:t>
            </a:r>
            <a:r>
              <a:rPr lang="en-US" altLang="zh-CN" b="1" dirty="0"/>
              <a:t>PG0~PG15</a:t>
            </a:r>
            <a:r>
              <a:rPr lang="zh-CN" altLang="zh-CN" b="1" dirty="0"/>
              <a:t>；</a:t>
            </a:r>
          </a:p>
        </p:txBody>
      </p:sp>
      <p:sp>
        <p:nvSpPr>
          <p:cNvPr id="8" name="矩形 7"/>
          <p:cNvSpPr/>
          <p:nvPr/>
        </p:nvSpPr>
        <p:spPr>
          <a:xfrm>
            <a:off x="1619672" y="4653310"/>
            <a:ext cx="5526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华文楷体" pitchFamily="2" charset="-122"/>
                <a:ea typeface="华文楷体" pitchFamily="2" charset="-122"/>
              </a:rPr>
              <a:t>大多数引脚还通过复用技术兼具其他专用功能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20723FA-ED95-F034-EC1E-E6255F132569}"/>
                  </a:ext>
                </a:extLst>
              </p14:cNvPr>
              <p14:cNvContentPartPr/>
              <p14:nvPr/>
            </p14:nvContentPartPr>
            <p14:xfrm>
              <a:off x="3395520" y="1181160"/>
              <a:ext cx="5201280" cy="3448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20723FA-ED95-F034-EC1E-E6255F1325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6160" y="1171800"/>
                <a:ext cx="5220000" cy="346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3692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27703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5.2.2 GPIO</a:t>
            </a:r>
            <a:r>
              <a:rPr lang="zh-CN" altLang="en-US" sz="2400" b="1" dirty="0">
                <a:solidFill>
                  <a:schemeClr val="bg1"/>
                </a:solidFill>
              </a:rPr>
              <a:t>内部结构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pic>
        <p:nvPicPr>
          <p:cNvPr id="6" name="图片 5" descr="C:\Users\Administrator\Desktop\截图0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51920" y="860904"/>
            <a:ext cx="5023098" cy="288861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759069676"/>
              </p:ext>
            </p:extLst>
          </p:nvPr>
        </p:nvGraphicFramePr>
        <p:xfrm>
          <a:off x="251520" y="2075984"/>
          <a:ext cx="3456384" cy="2007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矩形 7"/>
          <p:cNvSpPr/>
          <p:nvPr/>
        </p:nvSpPr>
        <p:spPr>
          <a:xfrm>
            <a:off x="3824093" y="4237576"/>
            <a:ext cx="5040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ea typeface="+mj-ea"/>
              </a:rPr>
              <a:t>STM32F103</a:t>
            </a:r>
            <a:r>
              <a:rPr lang="zh-CN" altLang="zh-CN" b="1" dirty="0">
                <a:ea typeface="+mj-ea"/>
              </a:rPr>
              <a:t>系列微控制器</a:t>
            </a:r>
            <a:r>
              <a:rPr lang="en-US" altLang="zh-CN" b="1" dirty="0">
                <a:ea typeface="+mj-ea"/>
              </a:rPr>
              <a:t>GPIO</a:t>
            </a:r>
            <a:r>
              <a:rPr lang="zh-CN" altLang="zh-CN" b="1" dirty="0">
                <a:ea typeface="+mj-ea"/>
              </a:rPr>
              <a:t>端口的基本结构</a:t>
            </a:r>
            <a:endParaRPr lang="en-US" altLang="zh-CN" b="1" dirty="0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08929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27703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5.2.2 GPIO</a:t>
            </a:r>
            <a:r>
              <a:rPr lang="zh-CN" altLang="en-US" sz="2400" b="1" dirty="0">
                <a:solidFill>
                  <a:schemeClr val="bg1"/>
                </a:solidFill>
              </a:rPr>
              <a:t>内部结构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97538" y="2352140"/>
            <a:ext cx="774462" cy="3966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GPIO</a:t>
            </a:r>
            <a:endParaRPr lang="zh-CN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5227091" y="606235"/>
            <a:ext cx="702396" cy="3966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PA</a:t>
            </a:r>
            <a:r>
              <a:rPr lang="zh-CN" altLang="en-US" b="1" dirty="0"/>
              <a:t>组</a:t>
            </a:r>
          </a:p>
        </p:txBody>
      </p:sp>
      <p:sp>
        <p:nvSpPr>
          <p:cNvPr id="11" name="矩形 10"/>
          <p:cNvSpPr/>
          <p:nvPr/>
        </p:nvSpPr>
        <p:spPr>
          <a:xfrm>
            <a:off x="5227091" y="1172676"/>
            <a:ext cx="702396" cy="3966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PB</a:t>
            </a:r>
            <a:r>
              <a:rPr lang="zh-CN" altLang="en-US" b="1" dirty="0"/>
              <a:t>组</a:t>
            </a:r>
          </a:p>
        </p:txBody>
      </p:sp>
      <p:sp>
        <p:nvSpPr>
          <p:cNvPr id="12" name="矩形 11"/>
          <p:cNvSpPr/>
          <p:nvPr/>
        </p:nvSpPr>
        <p:spPr>
          <a:xfrm>
            <a:off x="5235984" y="1742497"/>
            <a:ext cx="702396" cy="3966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PC</a:t>
            </a:r>
            <a:r>
              <a:rPr lang="zh-CN" altLang="en-US" b="1" dirty="0"/>
              <a:t>组</a:t>
            </a:r>
          </a:p>
        </p:txBody>
      </p:sp>
      <p:sp>
        <p:nvSpPr>
          <p:cNvPr id="13" name="矩形 12"/>
          <p:cNvSpPr/>
          <p:nvPr/>
        </p:nvSpPr>
        <p:spPr>
          <a:xfrm>
            <a:off x="5235984" y="2308938"/>
            <a:ext cx="702396" cy="39662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PD</a:t>
            </a:r>
            <a:r>
              <a:rPr lang="zh-CN" altLang="en-US" b="1" dirty="0"/>
              <a:t>组</a:t>
            </a:r>
          </a:p>
        </p:txBody>
      </p:sp>
      <p:sp>
        <p:nvSpPr>
          <p:cNvPr id="14" name="矩形 13"/>
          <p:cNvSpPr/>
          <p:nvPr/>
        </p:nvSpPr>
        <p:spPr>
          <a:xfrm>
            <a:off x="5227091" y="2909048"/>
            <a:ext cx="702396" cy="3966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PE</a:t>
            </a:r>
            <a:r>
              <a:rPr lang="zh-CN" altLang="en-US" b="1" dirty="0"/>
              <a:t>组</a:t>
            </a:r>
          </a:p>
        </p:txBody>
      </p:sp>
      <p:sp>
        <p:nvSpPr>
          <p:cNvPr id="15" name="矩形 14"/>
          <p:cNvSpPr/>
          <p:nvPr/>
        </p:nvSpPr>
        <p:spPr>
          <a:xfrm>
            <a:off x="5227091" y="3496753"/>
            <a:ext cx="702396" cy="3966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PF</a:t>
            </a:r>
            <a:r>
              <a:rPr lang="zh-CN" altLang="en-US" b="1" dirty="0"/>
              <a:t>组</a:t>
            </a:r>
          </a:p>
        </p:txBody>
      </p:sp>
      <p:sp>
        <p:nvSpPr>
          <p:cNvPr id="16" name="矩形 15"/>
          <p:cNvSpPr/>
          <p:nvPr/>
        </p:nvSpPr>
        <p:spPr>
          <a:xfrm>
            <a:off x="5235984" y="4066574"/>
            <a:ext cx="702396" cy="3966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PG</a:t>
            </a:r>
            <a:r>
              <a:rPr lang="zh-CN" altLang="en-US" b="1" dirty="0"/>
              <a:t>组</a:t>
            </a:r>
          </a:p>
        </p:txBody>
      </p:sp>
      <p:sp>
        <p:nvSpPr>
          <p:cNvPr id="17" name="左大括号 16"/>
          <p:cNvSpPr/>
          <p:nvPr/>
        </p:nvSpPr>
        <p:spPr>
          <a:xfrm>
            <a:off x="4716016" y="750251"/>
            <a:ext cx="296925" cy="3600400"/>
          </a:xfrm>
          <a:prstGeom prst="leftBrace">
            <a:avLst>
              <a:gd name="adj1" fmla="val 48917"/>
              <a:gd name="adj2" fmla="val 50000"/>
            </a:avLst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150989" y="606838"/>
            <a:ext cx="1354853" cy="3966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PA0</a:t>
            </a:r>
            <a:r>
              <a:rPr lang="zh-CN" altLang="en-US" b="1" dirty="0"/>
              <a:t>～</a:t>
            </a:r>
            <a:r>
              <a:rPr lang="en-US" altLang="zh-CN" b="1" dirty="0"/>
              <a:t>PA15</a:t>
            </a:r>
            <a:endParaRPr lang="zh-CN" altLang="en-US" b="1" dirty="0"/>
          </a:p>
        </p:txBody>
      </p:sp>
      <p:sp>
        <p:nvSpPr>
          <p:cNvPr id="19" name="矩形 18"/>
          <p:cNvSpPr/>
          <p:nvPr/>
        </p:nvSpPr>
        <p:spPr>
          <a:xfrm>
            <a:off x="7150989" y="1166190"/>
            <a:ext cx="1354853" cy="3966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PB0</a:t>
            </a:r>
            <a:r>
              <a:rPr lang="zh-CN" altLang="en-US" b="1" dirty="0"/>
              <a:t>～</a:t>
            </a:r>
            <a:r>
              <a:rPr lang="en-US" altLang="zh-CN" b="1" dirty="0"/>
              <a:t>PB15</a:t>
            </a:r>
            <a:endParaRPr lang="zh-CN" altLang="en-US" b="1" dirty="0"/>
          </a:p>
        </p:txBody>
      </p:sp>
      <p:sp>
        <p:nvSpPr>
          <p:cNvPr id="20" name="矩形 19"/>
          <p:cNvSpPr/>
          <p:nvPr/>
        </p:nvSpPr>
        <p:spPr>
          <a:xfrm>
            <a:off x="7164288" y="1743081"/>
            <a:ext cx="1354853" cy="3966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PC0</a:t>
            </a:r>
            <a:r>
              <a:rPr lang="zh-CN" altLang="en-US" b="1" dirty="0"/>
              <a:t>～</a:t>
            </a:r>
            <a:r>
              <a:rPr lang="en-US" altLang="zh-CN" b="1" dirty="0"/>
              <a:t>PC15</a:t>
            </a:r>
            <a:endParaRPr lang="zh-CN" altLang="en-US" b="1" dirty="0"/>
          </a:p>
        </p:txBody>
      </p:sp>
      <p:sp>
        <p:nvSpPr>
          <p:cNvPr id="21" name="矩形 20"/>
          <p:cNvSpPr/>
          <p:nvPr/>
        </p:nvSpPr>
        <p:spPr>
          <a:xfrm>
            <a:off x="7164288" y="2307538"/>
            <a:ext cx="1354853" cy="39662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PD0</a:t>
            </a:r>
            <a:r>
              <a:rPr lang="zh-CN" altLang="en-US" b="1" dirty="0"/>
              <a:t>～</a:t>
            </a:r>
            <a:r>
              <a:rPr lang="en-US" altLang="zh-CN" b="1" dirty="0"/>
              <a:t>PD15</a:t>
            </a:r>
            <a:endParaRPr lang="zh-CN" altLang="en-US" b="1" dirty="0"/>
          </a:p>
        </p:txBody>
      </p:sp>
      <p:sp>
        <p:nvSpPr>
          <p:cNvPr id="22" name="矩形 21"/>
          <p:cNvSpPr/>
          <p:nvPr/>
        </p:nvSpPr>
        <p:spPr>
          <a:xfrm>
            <a:off x="7164288" y="2907102"/>
            <a:ext cx="1354853" cy="3966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PE0</a:t>
            </a:r>
            <a:r>
              <a:rPr lang="zh-CN" altLang="en-US" b="1" dirty="0"/>
              <a:t>～</a:t>
            </a:r>
            <a:r>
              <a:rPr lang="en-US" altLang="zh-CN" b="1" dirty="0"/>
              <a:t>PE15</a:t>
            </a:r>
            <a:endParaRPr lang="zh-CN" altLang="en-US" b="1" dirty="0"/>
          </a:p>
        </p:txBody>
      </p:sp>
      <p:sp>
        <p:nvSpPr>
          <p:cNvPr id="23" name="矩形 22"/>
          <p:cNvSpPr/>
          <p:nvPr/>
        </p:nvSpPr>
        <p:spPr>
          <a:xfrm>
            <a:off x="7164288" y="3501894"/>
            <a:ext cx="1354853" cy="3966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PF0</a:t>
            </a:r>
            <a:r>
              <a:rPr lang="zh-CN" altLang="en-US" b="1" dirty="0"/>
              <a:t>～</a:t>
            </a:r>
            <a:r>
              <a:rPr lang="en-US" altLang="zh-CN" b="1" dirty="0"/>
              <a:t>PF15</a:t>
            </a:r>
            <a:endParaRPr lang="zh-CN" altLang="en-US" b="1" dirty="0"/>
          </a:p>
        </p:txBody>
      </p:sp>
      <p:sp>
        <p:nvSpPr>
          <p:cNvPr id="24" name="矩形 23"/>
          <p:cNvSpPr/>
          <p:nvPr/>
        </p:nvSpPr>
        <p:spPr>
          <a:xfrm>
            <a:off x="7177587" y="4075702"/>
            <a:ext cx="1354853" cy="3966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PG0</a:t>
            </a:r>
            <a:r>
              <a:rPr lang="zh-CN" altLang="en-US" b="1" dirty="0"/>
              <a:t>～</a:t>
            </a:r>
            <a:r>
              <a:rPr lang="en-US" altLang="zh-CN" b="1" dirty="0"/>
              <a:t>PG15</a:t>
            </a:r>
            <a:endParaRPr lang="zh-CN" altLang="en-US" b="1" dirty="0"/>
          </a:p>
        </p:txBody>
      </p:sp>
      <p:cxnSp>
        <p:nvCxnSpPr>
          <p:cNvPr id="26" name="直接连接符 25"/>
          <p:cNvCxnSpPr>
            <a:stCxn id="10" idx="3"/>
            <a:endCxn id="18" idx="1"/>
          </p:cNvCxnSpPr>
          <p:nvPr/>
        </p:nvCxnSpPr>
        <p:spPr>
          <a:xfrm>
            <a:off x="5929487" y="804546"/>
            <a:ext cx="1221502" cy="603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88208" y="514482"/>
            <a:ext cx="942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16</a:t>
            </a:r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个引脚</a:t>
            </a:r>
          </a:p>
        </p:txBody>
      </p:sp>
      <p:cxnSp>
        <p:nvCxnSpPr>
          <p:cNvPr id="28" name="直接连接符 27"/>
          <p:cNvCxnSpPr>
            <a:stCxn id="11" idx="3"/>
            <a:endCxn id="19" idx="1"/>
          </p:cNvCxnSpPr>
          <p:nvPr/>
        </p:nvCxnSpPr>
        <p:spPr>
          <a:xfrm flipV="1">
            <a:off x="5929487" y="1364501"/>
            <a:ext cx="1221502" cy="648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88208" y="1090546"/>
            <a:ext cx="942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16</a:t>
            </a:r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个引脚</a:t>
            </a:r>
          </a:p>
        </p:txBody>
      </p:sp>
      <p:cxnSp>
        <p:nvCxnSpPr>
          <p:cNvPr id="30" name="直接连接符 29"/>
          <p:cNvCxnSpPr>
            <a:stCxn id="12" idx="3"/>
            <a:endCxn id="20" idx="1"/>
          </p:cNvCxnSpPr>
          <p:nvPr/>
        </p:nvCxnSpPr>
        <p:spPr>
          <a:xfrm>
            <a:off x="5938380" y="1940808"/>
            <a:ext cx="1225908" cy="584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97467" y="1671086"/>
            <a:ext cx="942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16</a:t>
            </a:r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个引脚</a:t>
            </a:r>
          </a:p>
        </p:txBody>
      </p:sp>
      <p:cxnSp>
        <p:nvCxnSpPr>
          <p:cNvPr id="32" name="直接连接符 31"/>
          <p:cNvCxnSpPr>
            <a:stCxn id="13" idx="3"/>
            <a:endCxn id="21" idx="1"/>
          </p:cNvCxnSpPr>
          <p:nvPr/>
        </p:nvCxnSpPr>
        <p:spPr>
          <a:xfrm flipV="1">
            <a:off x="5938380" y="2505849"/>
            <a:ext cx="1225908" cy="14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84168" y="2211675"/>
            <a:ext cx="942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16</a:t>
            </a:r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个引脚</a:t>
            </a:r>
          </a:p>
        </p:txBody>
      </p:sp>
      <p:cxnSp>
        <p:nvCxnSpPr>
          <p:cNvPr id="34" name="直接连接符 33"/>
          <p:cNvCxnSpPr>
            <a:stCxn id="14" idx="3"/>
            <a:endCxn id="22" idx="1"/>
          </p:cNvCxnSpPr>
          <p:nvPr/>
        </p:nvCxnSpPr>
        <p:spPr>
          <a:xfrm flipV="1">
            <a:off x="5929487" y="3105413"/>
            <a:ext cx="1234801" cy="194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97467" y="2787774"/>
            <a:ext cx="942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16</a:t>
            </a:r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个引脚</a:t>
            </a:r>
          </a:p>
        </p:txBody>
      </p:sp>
      <p:cxnSp>
        <p:nvCxnSpPr>
          <p:cNvPr id="36" name="直接连接符 35"/>
          <p:cNvCxnSpPr>
            <a:stCxn id="15" idx="3"/>
            <a:endCxn id="23" idx="1"/>
          </p:cNvCxnSpPr>
          <p:nvPr/>
        </p:nvCxnSpPr>
        <p:spPr>
          <a:xfrm>
            <a:off x="5929487" y="3695064"/>
            <a:ext cx="1234801" cy="514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097467" y="3348005"/>
            <a:ext cx="942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16</a:t>
            </a:r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个引脚</a:t>
            </a:r>
          </a:p>
        </p:txBody>
      </p:sp>
      <p:cxnSp>
        <p:nvCxnSpPr>
          <p:cNvPr id="38" name="直接连接符 37"/>
          <p:cNvCxnSpPr>
            <a:stCxn id="16" idx="3"/>
            <a:endCxn id="24" idx="1"/>
          </p:cNvCxnSpPr>
          <p:nvPr/>
        </p:nvCxnSpPr>
        <p:spPr>
          <a:xfrm>
            <a:off x="5938380" y="4264885"/>
            <a:ext cx="1239207" cy="9128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84168" y="3939902"/>
            <a:ext cx="942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16</a:t>
            </a:r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个引脚</a:t>
            </a:r>
          </a:p>
        </p:txBody>
      </p:sp>
      <p:sp>
        <p:nvSpPr>
          <p:cNvPr id="40" name="矩形 39"/>
          <p:cNvSpPr/>
          <p:nvPr/>
        </p:nvSpPr>
        <p:spPr>
          <a:xfrm>
            <a:off x="539552" y="1308525"/>
            <a:ext cx="32403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STM32F103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系列微控制器共有</a:t>
            </a:r>
            <a:r>
              <a:rPr lang="en-US" altLang="zh-CN" sz="2400" b="1" dirty="0">
                <a:solidFill>
                  <a:srgbClr val="CD737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zh-CN" altLang="zh-CN" sz="2400" b="1" dirty="0">
                <a:solidFill>
                  <a:srgbClr val="CD7371"/>
                </a:solidFill>
                <a:latin typeface="Times New Roman" pitchFamily="18" charset="0"/>
                <a:cs typeface="Times New Roman" pitchFamily="18" charset="0"/>
              </a:rPr>
              <a:t>组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GPIO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端口，每一组端口包括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个引脚，如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PA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组端口，包括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PA0~PA15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共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个引脚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D271597-4C66-AE25-4ABE-C97827327852}"/>
                  </a:ext>
                </a:extLst>
              </p14:cNvPr>
              <p14:cNvContentPartPr/>
              <p14:nvPr/>
            </p14:nvContentPartPr>
            <p14:xfrm>
              <a:off x="752400" y="819000"/>
              <a:ext cx="3796200" cy="32295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D271597-4C66-AE25-4ABE-C978273278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3040" y="809640"/>
                <a:ext cx="3814920" cy="324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6652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27703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5.2.2 GPIO</a:t>
            </a:r>
            <a:r>
              <a:rPr lang="zh-CN" altLang="en-US" sz="2400" b="1" dirty="0">
                <a:solidFill>
                  <a:schemeClr val="bg1"/>
                </a:solidFill>
              </a:rPr>
              <a:t>内部结构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3350373464"/>
              </p:ext>
            </p:extLst>
          </p:nvPr>
        </p:nvGraphicFramePr>
        <p:xfrm>
          <a:off x="467544" y="1059582"/>
          <a:ext cx="8070876" cy="2592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矩形 7"/>
          <p:cNvSpPr/>
          <p:nvPr/>
        </p:nvSpPr>
        <p:spPr>
          <a:xfrm>
            <a:off x="611560" y="3851360"/>
            <a:ext cx="81369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      </a:t>
            </a:r>
            <a:r>
              <a:rPr lang="zh-CN" altLang="zh-CN" sz="2000" b="1" dirty="0"/>
              <a:t>每组</a:t>
            </a:r>
            <a:r>
              <a:rPr lang="en-US" altLang="zh-CN" sz="2000" b="1" dirty="0"/>
              <a:t>GPIO</a:t>
            </a:r>
            <a:r>
              <a:rPr lang="zh-CN" altLang="zh-CN" sz="2000" b="1" dirty="0"/>
              <a:t>端口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Px</a:t>
            </a:r>
            <a:r>
              <a:rPr lang="en-US" altLang="zh-CN" sz="2000" b="1" dirty="0"/>
              <a:t>)</a:t>
            </a:r>
            <a:r>
              <a:rPr lang="zh-CN" altLang="zh-CN" sz="2000" b="1" dirty="0"/>
              <a:t>都由</a:t>
            </a:r>
            <a:r>
              <a:rPr lang="en-US" altLang="zh-CN" sz="2000" b="1" dirty="0"/>
              <a:t>7</a:t>
            </a:r>
            <a:r>
              <a:rPr lang="zh-CN" altLang="zh-CN" sz="2000" b="1" dirty="0"/>
              <a:t>个寄存器组成，负责控制该端口的</a:t>
            </a:r>
            <a:r>
              <a:rPr lang="en-US" altLang="zh-CN" sz="2000" b="1" dirty="0"/>
              <a:t>16</a:t>
            </a:r>
            <a:r>
              <a:rPr lang="zh-CN" altLang="zh-CN" sz="2000" b="1" dirty="0"/>
              <a:t>个引脚</a:t>
            </a:r>
            <a:r>
              <a:rPr lang="en-US" altLang="zh-CN" sz="2000" b="1" dirty="0"/>
              <a:t>Px0 ~ Px15</a:t>
            </a:r>
            <a:r>
              <a:rPr lang="zh-CN" altLang="en-US" sz="2000" b="1" dirty="0"/>
              <a:t>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1CFFC44-2C6E-5E9E-CB4D-CC3F5C0DC82E}"/>
                  </a:ext>
                </a:extLst>
              </p14:cNvPr>
              <p14:cNvContentPartPr/>
              <p14:nvPr/>
            </p14:nvContentPartPr>
            <p14:xfrm>
              <a:off x="1504800" y="1200240"/>
              <a:ext cx="6696720" cy="5004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1CFFC44-2C6E-5E9E-CB4D-CC3F5C0DC82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95440" y="1190880"/>
                <a:ext cx="6715440" cy="51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2534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27703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5.2.3 GPIO</a:t>
            </a:r>
            <a:r>
              <a:rPr lang="zh-CN" altLang="en-US" sz="2400" b="1" dirty="0">
                <a:solidFill>
                  <a:schemeClr val="bg1"/>
                </a:solidFill>
              </a:rPr>
              <a:t>工作模式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505716400"/>
              </p:ext>
            </p:extLst>
          </p:nvPr>
        </p:nvGraphicFramePr>
        <p:xfrm>
          <a:off x="251520" y="771550"/>
          <a:ext cx="7488832" cy="3919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645C2D0-B6B0-1FB4-94F7-0B9AAFE798D0}"/>
                  </a:ext>
                </a:extLst>
              </p14:cNvPr>
              <p14:cNvContentPartPr/>
              <p14:nvPr/>
            </p14:nvContentPartPr>
            <p14:xfrm>
              <a:off x="2557440" y="2590920"/>
              <a:ext cx="6582240" cy="1670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645C2D0-B6B0-1FB4-94F7-0B9AAFE798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48080" y="2581560"/>
                <a:ext cx="66009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AD949CFC-E7B8-97C7-46C7-43F4F6793161}"/>
                  </a:ext>
                </a:extLst>
              </p14:cNvPr>
              <p14:cNvContentPartPr/>
              <p14:nvPr/>
            </p14:nvContentPartPr>
            <p14:xfrm>
              <a:off x="3414600" y="871560"/>
              <a:ext cx="5682240" cy="37342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AD949CFC-E7B8-97C7-46C7-43F4F679316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05240" y="862200"/>
                <a:ext cx="5700960" cy="375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3748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20072" y="483518"/>
            <a:ext cx="3528391" cy="148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/>
              <a:t>      </a:t>
            </a:r>
            <a:r>
              <a:rPr lang="zh-CN" altLang="zh-CN" b="1" dirty="0"/>
              <a:t>推挽结构一般指两个</a:t>
            </a:r>
            <a:r>
              <a:rPr lang="en-US" altLang="zh-CN" b="1" dirty="0"/>
              <a:t>MOS</a:t>
            </a:r>
            <a:r>
              <a:rPr lang="zh-CN" altLang="zh-CN" b="1" dirty="0"/>
              <a:t>管受互补信号的控制，按互补对称的方式连接，任意时刻总是一个三极管导通，另一个截止</a:t>
            </a:r>
            <a:r>
              <a:rPr lang="zh-CN" altLang="en-US" b="1" dirty="0"/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1" y="339503"/>
            <a:ext cx="461231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44871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推挽输出模式（</a:t>
            </a:r>
            <a:r>
              <a:rPr lang="en-US" altLang="zh-CN" sz="2400" b="1" dirty="0">
                <a:solidFill>
                  <a:schemeClr val="bg1"/>
                </a:solidFill>
              </a:rPr>
              <a:t>Push-Pull</a:t>
            </a:r>
            <a:r>
              <a:rPr lang="zh-CN" altLang="en-US" sz="2400" b="1" dirty="0">
                <a:solidFill>
                  <a:schemeClr val="bg1"/>
                </a:solidFill>
              </a:rPr>
              <a:t>，</a:t>
            </a:r>
            <a:r>
              <a:rPr lang="en-US" altLang="zh-CN" sz="2400" b="1" dirty="0">
                <a:solidFill>
                  <a:schemeClr val="bg1"/>
                </a:solidFill>
              </a:rPr>
              <a:t>PP</a:t>
            </a:r>
            <a:r>
              <a:rPr lang="zh-CN" altLang="en-US" sz="2400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8" name="矩形 7"/>
          <p:cNvSpPr/>
          <p:nvPr/>
        </p:nvSpPr>
        <p:spPr>
          <a:xfrm>
            <a:off x="660346" y="4083918"/>
            <a:ext cx="78233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D7371"/>
                </a:solidFill>
              </a:rPr>
              <a:t>    </a:t>
            </a:r>
            <a:r>
              <a:rPr lang="zh-CN" altLang="zh-CN" b="1" dirty="0">
                <a:solidFill>
                  <a:srgbClr val="CD7371"/>
                </a:solidFill>
              </a:rPr>
              <a:t>使用推挽输出模式的目的：增大输出电流，即增加输出引脚的驱动能力，提高电路的负载能力和提高开关的速度。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160086"/>
              </p:ext>
            </p:extLst>
          </p:nvPr>
        </p:nvGraphicFramePr>
        <p:xfrm>
          <a:off x="700660" y="1014583"/>
          <a:ext cx="4091782" cy="1461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471316" imgH="1240704" progId="Visio.Drawing.11">
                  <p:embed/>
                </p:oleObj>
              </mc:Choice>
              <mc:Fallback>
                <p:oleObj name="Visio" r:id="rId2" imgW="3471316" imgH="1240704" progId="Visio.Drawing.11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660" y="1014583"/>
                        <a:ext cx="4091782" cy="14613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191647"/>
              </p:ext>
            </p:extLst>
          </p:nvPr>
        </p:nvGraphicFramePr>
        <p:xfrm>
          <a:off x="755760" y="2499742"/>
          <a:ext cx="4032264" cy="1440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463753" imgH="1240704" progId="Visio.Drawing.11">
                  <p:embed/>
                </p:oleObj>
              </mc:Choice>
              <mc:Fallback>
                <p:oleObj name="Visio" r:id="rId4" imgW="3463753" imgH="1240704" progId="Visio.Drawing.11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760" y="2499742"/>
                        <a:ext cx="4032264" cy="14400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标注 12"/>
          <p:cNvSpPr/>
          <p:nvPr/>
        </p:nvSpPr>
        <p:spPr>
          <a:xfrm>
            <a:off x="5514796" y="2139702"/>
            <a:ext cx="3096344" cy="650534"/>
          </a:xfrm>
          <a:prstGeom prst="wedgeRectCallout">
            <a:avLst>
              <a:gd name="adj1" fmla="val -92693"/>
              <a:gd name="adj2" fmla="val -78953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推挽模式下，</a:t>
            </a:r>
            <a:r>
              <a:rPr lang="en-US" altLang="zh-CN" dirty="0"/>
              <a:t>I/O</a:t>
            </a:r>
            <a:r>
              <a:rPr lang="zh-CN" altLang="en-US" dirty="0"/>
              <a:t>引脚输出高电平时，</a:t>
            </a:r>
            <a:r>
              <a:rPr lang="en-US" altLang="zh-CN" dirty="0"/>
              <a:t>P-MOS</a:t>
            </a:r>
            <a:r>
              <a:rPr lang="zh-CN" altLang="en-US" dirty="0"/>
              <a:t>导通</a:t>
            </a:r>
          </a:p>
        </p:txBody>
      </p:sp>
      <p:sp>
        <p:nvSpPr>
          <p:cNvPr id="14" name="矩形标注 13"/>
          <p:cNvSpPr/>
          <p:nvPr/>
        </p:nvSpPr>
        <p:spPr>
          <a:xfrm>
            <a:off x="5525846" y="3079448"/>
            <a:ext cx="3096344" cy="650534"/>
          </a:xfrm>
          <a:prstGeom prst="wedgeRectCallout">
            <a:avLst>
              <a:gd name="adj1" fmla="val -92693"/>
              <a:gd name="adj2" fmla="val 32189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推挽模式下，</a:t>
            </a:r>
            <a:r>
              <a:rPr lang="en-US" altLang="zh-CN" dirty="0"/>
              <a:t>I/O</a:t>
            </a:r>
            <a:r>
              <a:rPr lang="zh-CN" altLang="en-US" dirty="0"/>
              <a:t>引脚输出低电平时，</a:t>
            </a:r>
            <a:r>
              <a:rPr lang="en-US" altLang="zh-CN" dirty="0"/>
              <a:t>N-MOS</a:t>
            </a:r>
            <a:r>
              <a:rPr lang="zh-CN" altLang="en-US" dirty="0"/>
              <a:t>导通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BEF0595E-B114-CA6D-62D1-AF15C7B94DDB}"/>
                  </a:ext>
                </a:extLst>
              </p14:cNvPr>
              <p14:cNvContentPartPr/>
              <p14:nvPr/>
            </p14:nvContentPartPr>
            <p14:xfrm>
              <a:off x="1924200" y="795240"/>
              <a:ext cx="6586920" cy="394848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BEF0595E-B114-CA6D-62D1-AF15C7B94D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14840" y="785880"/>
                <a:ext cx="6605640" cy="39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DF9B852B-206C-275A-A16C-1F7FC1B96A56}"/>
                  </a:ext>
                </a:extLst>
              </p14:cNvPr>
              <p14:cNvContentPartPr/>
              <p14:nvPr/>
            </p14:nvContentPartPr>
            <p14:xfrm>
              <a:off x="2414520" y="2714760"/>
              <a:ext cx="5410800" cy="10335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DF9B852B-206C-275A-A16C-1F7FC1B96A5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05160" y="2705400"/>
                <a:ext cx="5429520" cy="10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694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30630" y="1275305"/>
            <a:ext cx="2926764" cy="3136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/>
              <a:t>       漏极开路（</a:t>
            </a:r>
            <a:r>
              <a:rPr lang="en-US" altLang="zh-CN" sz="2000" b="1" dirty="0"/>
              <a:t>OD</a:t>
            </a:r>
            <a:r>
              <a:rPr lang="zh-CN" altLang="en-US" sz="2000" b="1" dirty="0"/>
              <a:t>）输出与集电极开路输出十分相似，即只有下拉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管没有上拉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管，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管的漏极直接与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引脚相连，不与电源连接，处于悬空状态，称之为漏极开路。</a:t>
            </a:r>
          </a:p>
        </p:txBody>
      </p:sp>
      <p:sp>
        <p:nvSpPr>
          <p:cNvPr id="5" name="矩形 4"/>
          <p:cNvSpPr/>
          <p:nvPr/>
        </p:nvSpPr>
        <p:spPr>
          <a:xfrm>
            <a:off x="1" y="339503"/>
            <a:ext cx="47880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48490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开漏输出模式（</a:t>
            </a:r>
            <a:r>
              <a:rPr lang="en-GB" altLang="zh-CN" sz="2400" b="1" dirty="0">
                <a:solidFill>
                  <a:schemeClr val="bg1"/>
                </a:solidFill>
              </a:rPr>
              <a:t>Open-Drain</a:t>
            </a:r>
            <a:r>
              <a:rPr lang="zh-CN" altLang="en-GB" sz="2400" b="1" dirty="0">
                <a:solidFill>
                  <a:schemeClr val="bg1"/>
                </a:solidFill>
              </a:rPr>
              <a:t>，</a:t>
            </a:r>
            <a:r>
              <a:rPr lang="en-GB" altLang="zh-CN" sz="2400" b="1" dirty="0">
                <a:solidFill>
                  <a:schemeClr val="bg1"/>
                </a:solidFill>
              </a:rPr>
              <a:t>OD</a:t>
            </a:r>
            <a:r>
              <a:rPr lang="zh-CN" altLang="en-GB" sz="2400" b="1" dirty="0">
                <a:solidFill>
                  <a:schemeClr val="bg1"/>
                </a:solidFill>
              </a:rPr>
              <a:t>）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3214665398"/>
              </p:ext>
            </p:extLst>
          </p:nvPr>
        </p:nvGraphicFramePr>
        <p:xfrm>
          <a:off x="4103440" y="631193"/>
          <a:ext cx="5040560" cy="3988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44008" y="4515966"/>
            <a:ext cx="374441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zh-CN" sz="2400" b="1" dirty="0">
                <a:solidFill>
                  <a:srgbClr val="CD7371"/>
                </a:solidFill>
              </a:rPr>
              <a:t>开漏输出模式的应用场合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75B4952-4AE0-317B-D40F-3E1F0BE7EBF0}"/>
                  </a:ext>
                </a:extLst>
              </p14:cNvPr>
              <p14:cNvContentPartPr/>
              <p14:nvPr/>
            </p14:nvContentPartPr>
            <p14:xfrm>
              <a:off x="1647720" y="1257120"/>
              <a:ext cx="1429200" cy="4957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75B4952-4AE0-317B-D40F-3E1F0BE7EBF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38360" y="1247760"/>
                <a:ext cx="1447920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74FAA9E8-3933-60C7-C1A4-5F065772A5E6}"/>
                  </a:ext>
                </a:extLst>
              </p14:cNvPr>
              <p14:cNvContentPartPr/>
              <p14:nvPr/>
            </p14:nvContentPartPr>
            <p14:xfrm>
              <a:off x="885960" y="2076480"/>
              <a:ext cx="7072560" cy="23385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74FAA9E8-3933-60C7-C1A4-5F065772A5E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6600" y="2067120"/>
                <a:ext cx="7091280" cy="235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ECC4A4C4-F100-47FF-21EC-379FA5E8834E}"/>
                  </a:ext>
                </a:extLst>
              </p14:cNvPr>
              <p14:cNvContentPartPr/>
              <p14:nvPr/>
            </p14:nvContentPartPr>
            <p14:xfrm>
              <a:off x="1457280" y="1662120"/>
              <a:ext cx="7634520" cy="28198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ECC4A4C4-F100-47FF-21EC-379FA5E8834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47920" y="1652760"/>
                <a:ext cx="7653240" cy="283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7731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62281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62992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复用功能输出模式（</a:t>
            </a:r>
            <a:r>
              <a:rPr lang="en-GB" altLang="zh-CN" sz="2400" b="1" dirty="0">
                <a:solidFill>
                  <a:schemeClr val="bg1"/>
                </a:solidFill>
              </a:rPr>
              <a:t>Alternate Function</a:t>
            </a:r>
            <a:r>
              <a:rPr lang="zh-CN" altLang="en-GB" sz="2400" b="1" dirty="0">
                <a:solidFill>
                  <a:schemeClr val="bg1"/>
                </a:solidFill>
              </a:rPr>
              <a:t>，</a:t>
            </a:r>
            <a:r>
              <a:rPr lang="en-GB" altLang="zh-CN" sz="2400" b="1" dirty="0">
                <a:solidFill>
                  <a:schemeClr val="bg1"/>
                </a:solidFill>
              </a:rPr>
              <a:t>AF</a:t>
            </a:r>
            <a:r>
              <a:rPr lang="zh-CN" altLang="en-GB" sz="2400" b="1" dirty="0">
                <a:solidFill>
                  <a:schemeClr val="bg1"/>
                </a:solidFill>
              </a:rPr>
              <a:t>）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1472" y="1142990"/>
            <a:ext cx="4257143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        STM32F103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系列微控制器有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144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个引脚，其中的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GPIO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引脚除了作为通用输入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输出引脚使用外，还可以作为片上外设（如串口、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ADC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IIC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等）的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I/O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引脚，即一个引脚可以作为多个外设引脚使用，称为复用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I/O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端口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AFIO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Alternate Function I/O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），但一个引脚某一时刻</a:t>
            </a:r>
            <a:r>
              <a:rPr lang="zh-CN" altLang="zh-CN" sz="2000" b="1" dirty="0">
                <a:solidFill>
                  <a:srgbClr val="CD7371"/>
                </a:solidFill>
                <a:latin typeface="Times New Roman" pitchFamily="18" charset="0"/>
                <a:cs typeface="Times New Roman" pitchFamily="18" charset="0"/>
              </a:rPr>
              <a:t>只能使用复用功能中的一个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  <p:graphicFrame>
        <p:nvGraphicFramePr>
          <p:cNvPr id="8" name="图示 7"/>
          <p:cNvGraphicFramePr/>
          <p:nvPr>
            <p:extLst>
              <p:ext uri="{D42A27DB-BD31-4B8C-83A1-F6EECF244321}">
                <p14:modId xmlns:p14="http://schemas.microsoft.com/office/powerpoint/2010/main" val="1862888604"/>
              </p:ext>
            </p:extLst>
          </p:nvPr>
        </p:nvGraphicFramePr>
        <p:xfrm>
          <a:off x="4572000" y="915566"/>
          <a:ext cx="4320480" cy="3888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472C1763-AA6C-6246-B8AD-7388EE9FEE43}"/>
                  </a:ext>
                </a:extLst>
              </p14:cNvPr>
              <p14:cNvContentPartPr/>
              <p14:nvPr/>
            </p14:nvContentPartPr>
            <p14:xfrm>
              <a:off x="781200" y="1805040"/>
              <a:ext cx="7015320" cy="29530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472C1763-AA6C-6246-B8AD-7388EE9FEE4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1840" y="1795680"/>
                <a:ext cx="7034040" cy="297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3447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169167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496" y="339502"/>
            <a:ext cx="1491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输入模式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637621"/>
              </p:ext>
            </p:extLst>
          </p:nvPr>
        </p:nvGraphicFramePr>
        <p:xfrm>
          <a:off x="2051720" y="3075806"/>
          <a:ext cx="5485466" cy="194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765869" imgH="1333368" progId="Visio.Drawing.11">
                  <p:embed/>
                </p:oleObj>
              </mc:Choice>
              <mc:Fallback>
                <p:oleObj name="Visio" r:id="rId2" imgW="3765869" imgH="1333368" progId="Visio.Drawing.11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075806"/>
                        <a:ext cx="5485466" cy="19442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1021696111"/>
              </p:ext>
            </p:extLst>
          </p:nvPr>
        </p:nvGraphicFramePr>
        <p:xfrm>
          <a:off x="971600" y="860026"/>
          <a:ext cx="7537829" cy="22373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EB04A91-FF6C-4DE9-BCEF-2C7E39BD1A8C}"/>
                  </a:ext>
                </a:extLst>
              </p14:cNvPr>
              <p14:cNvContentPartPr/>
              <p14:nvPr/>
            </p14:nvContentPartPr>
            <p14:xfrm>
              <a:off x="942840" y="905040"/>
              <a:ext cx="4353480" cy="20196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EB04A91-FF6C-4DE9-BCEF-2C7E39BD1A8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3480" y="895680"/>
                <a:ext cx="4372200" cy="203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5512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41175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496" y="339502"/>
            <a:ext cx="21098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模拟输入模式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11560" y="3075806"/>
            <a:ext cx="619268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      模拟输入模式下，施密特触发器关闭，既不接上拉电阻也不连接下拉电阻，引脚信号连接到芯片内部的片上外设，其典型应用是</a:t>
            </a:r>
            <a:r>
              <a:rPr lang="en-US" altLang="zh-CN" sz="2000" b="1" dirty="0"/>
              <a:t>A/D</a:t>
            </a:r>
            <a:r>
              <a:rPr lang="zh-CN" altLang="en-US" sz="2000" b="1" dirty="0"/>
              <a:t>模拟输入，对外部信号进行采集。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860042"/>
              </p:ext>
            </p:extLst>
          </p:nvPr>
        </p:nvGraphicFramePr>
        <p:xfrm>
          <a:off x="2699792" y="987574"/>
          <a:ext cx="5810565" cy="2448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389844" imgH="1423656" progId="Visio.Drawing.11">
                  <p:embed/>
                </p:oleObj>
              </mc:Choice>
              <mc:Fallback>
                <p:oleObj name="Visio" r:id="rId2" imgW="3389844" imgH="1423656" progId="Visio.Drawing.11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987574"/>
                        <a:ext cx="5810565" cy="24482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446A2E36-3A70-4C2F-8046-BAA456392792}"/>
                  </a:ext>
                </a:extLst>
              </p14:cNvPr>
              <p14:cNvContentPartPr/>
              <p14:nvPr/>
            </p14:nvContentPartPr>
            <p14:xfrm>
              <a:off x="714240" y="1052640"/>
              <a:ext cx="5325120" cy="306720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446A2E36-3A70-4C2F-8046-BAA4563927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4880" y="1043280"/>
                <a:ext cx="5343840" cy="308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3581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313183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2"/>
            <a:ext cx="28392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GB" altLang="zh-CN" sz="2400" b="1" dirty="0">
                <a:solidFill>
                  <a:schemeClr val="bg1"/>
                </a:solidFill>
              </a:rPr>
              <a:t>5.2.4 GPIO</a:t>
            </a:r>
            <a:r>
              <a:rPr lang="zh-CN" altLang="en-US" sz="2400" b="1" dirty="0">
                <a:solidFill>
                  <a:schemeClr val="bg1"/>
                </a:solidFill>
              </a:rPr>
              <a:t>输出速度</a:t>
            </a:r>
          </a:p>
        </p:txBody>
      </p:sp>
      <p:sp>
        <p:nvSpPr>
          <p:cNvPr id="2" name="椭圆 1"/>
          <p:cNvSpPr/>
          <p:nvPr/>
        </p:nvSpPr>
        <p:spPr>
          <a:xfrm>
            <a:off x="1043608" y="1131590"/>
            <a:ext cx="3888432" cy="135704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输出速度并不是输出信号的速度，而是指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I/O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口驱动电路的响应速度。</a:t>
            </a:r>
            <a:endParaRPr lang="zh-CN" alt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椭圆 2"/>
          <p:cNvSpPr/>
          <p:nvPr/>
        </p:nvSpPr>
        <p:spPr>
          <a:xfrm rot="21411556">
            <a:off x="4574523" y="601481"/>
            <a:ext cx="3960440" cy="183620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STM32F103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系列微控制器的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I/O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引脚的输出速度有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种选择：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2MHz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10MHz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50MHz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  <p:sp>
        <p:nvSpPr>
          <p:cNvPr id="4" name="椭圆 3"/>
          <p:cNvSpPr/>
          <p:nvPr/>
        </p:nvSpPr>
        <p:spPr>
          <a:xfrm>
            <a:off x="2787263" y="2211710"/>
            <a:ext cx="4289553" cy="1944216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实际开发中，需要结合系统实际情况选择合适的响应速度，以确保信号的稳定性和降低功耗等。</a:t>
            </a:r>
            <a:endParaRPr lang="zh-CN" alt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2109" y="4155926"/>
            <a:ext cx="8424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一般常用的外设如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LED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、蜂鸣器等建议采用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2MHz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的输出速度，而用作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IIC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SPI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等复用功能的输出引脚时，则尽量选择高响应速度如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10MHz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或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50MHz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AFB66DF9-93E8-8A8B-9742-32D46BE4D627}"/>
                  </a:ext>
                </a:extLst>
              </p14:cNvPr>
              <p14:cNvContentPartPr/>
              <p14:nvPr/>
            </p14:nvContentPartPr>
            <p14:xfrm>
              <a:off x="304920" y="1538280"/>
              <a:ext cx="8139240" cy="34200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AFB66DF9-93E8-8A8B-9742-32D46BE4D6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5560" y="1528920"/>
                <a:ext cx="8157960" cy="343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607219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496" y="339502"/>
            <a:ext cx="60692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5.3 GPIO</a:t>
            </a:r>
            <a:r>
              <a:rPr lang="zh-CN" altLang="en-US" sz="24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模块的标准外设库接口函数及应用</a:t>
            </a:r>
          </a:p>
        </p:txBody>
      </p:sp>
      <p:graphicFrame>
        <p:nvGraphicFramePr>
          <p:cNvPr id="6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637232"/>
              </p:ext>
            </p:extLst>
          </p:nvPr>
        </p:nvGraphicFramePr>
        <p:xfrm>
          <a:off x="1357290" y="1571618"/>
          <a:ext cx="7247158" cy="2438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8823DBB-85C5-44CE-2BC3-F9B527141F0A}"/>
                  </a:ext>
                </a:extLst>
              </p14:cNvPr>
              <p14:cNvContentPartPr/>
              <p14:nvPr/>
            </p14:nvContentPartPr>
            <p14:xfrm>
              <a:off x="3381480" y="2076480"/>
              <a:ext cx="1424160" cy="8956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8823DBB-85C5-44CE-2BC3-F9B527141F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72120" y="2067120"/>
                <a:ext cx="1442880" cy="91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2"/>
            <a:ext cx="4386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5.3.1 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57224" y="1000114"/>
          <a:ext cx="7643866" cy="387551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143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4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1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/>
                        <a:t>类型</a:t>
                      </a:r>
                      <a:endParaRPr lang="zh-CN" sz="18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/>
                        <a:t>函数原型</a:t>
                      </a:r>
                      <a:endParaRPr lang="zh-CN" sz="18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/>
                        <a:t>功能描述</a:t>
                      </a:r>
                      <a:endParaRPr lang="zh-CN" sz="18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936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初始化及</a:t>
                      </a:r>
                      <a:endParaRPr lang="zh-CN" sz="1600" b="1" kern="100" dirty="0"/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复位函数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GPIO_Init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根据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初始化结构参数初始化</a:t>
                      </a:r>
                      <a:r>
                        <a:rPr lang="en-US" sz="1400" b="1" kern="100" dirty="0" err="1"/>
                        <a:t>GPIOx</a:t>
                      </a:r>
                      <a:r>
                        <a:rPr lang="zh-CN" sz="1400" b="1" kern="100" dirty="0"/>
                        <a:t>外设寄存器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GPIO_DeInit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将</a:t>
                      </a:r>
                      <a:r>
                        <a:rPr lang="en-US" sz="1400" b="1" kern="100" dirty="0" err="1"/>
                        <a:t>GPIOx</a:t>
                      </a:r>
                      <a:r>
                        <a:rPr lang="zh-CN" sz="1400" b="1" kern="100" dirty="0"/>
                        <a:t>外设寄存器恢复为默认复位值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GPIO_StructInit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结构体初始化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GPIO_AFIODeInit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取消所有的复用功能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568">
                <a:tc rowSpan="8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引脚功能</a:t>
                      </a:r>
                      <a:endParaRPr lang="zh-CN" sz="1600" b="1" kern="100" dirty="0"/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操作函数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GPIO_Write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置位或复位选定的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数据端口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GPIO_WriteBit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置位或复位选定的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端口引脚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GPIO_SetBits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置位选定的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端口引脚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GPIO_ResetBits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复位选定的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端口引脚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GPIO_ReadInputData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读取选定的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输入端口数据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GPIO_ReadInputDataBit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读取选定的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输入端口引脚数据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/>
                        <a:t>GPIO_ReadOutputDataBit()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读取选定的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输出端口数据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/>
                        <a:t>GPIO_ReadOutputData()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读取选定的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输出端口引脚数据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5568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外部中断</a:t>
                      </a:r>
                      <a:endParaRPr lang="zh-CN" sz="1600" b="1" kern="100" dirty="0"/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处理函数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GPIO_EXTILineConfig</a:t>
                      </a:r>
                      <a:r>
                        <a:rPr lang="en-US" sz="1400" b="1" kern="100" dirty="0"/>
                        <a:t>();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外设端口作为中断线号输入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GPIO_EventOutputConfig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事件输出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6F5DB98-0BBD-6CFA-43A5-7F9EB421EBAF}"/>
                  </a:ext>
                </a:extLst>
              </p14:cNvPr>
              <p14:cNvContentPartPr/>
              <p14:nvPr/>
            </p14:nvContentPartPr>
            <p14:xfrm>
              <a:off x="790560" y="1247760"/>
              <a:ext cx="7648920" cy="36057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6F5DB98-0BBD-6CFA-43A5-7F9EB421EB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200" y="1238400"/>
                <a:ext cx="7667640" cy="362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00034" y="1500180"/>
            <a:ext cx="2643206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000" b="1" dirty="0"/>
              <a:t>     GPIO</a:t>
            </a:r>
            <a:r>
              <a:rPr lang="zh-CN" altLang="en-US" sz="2000" b="1" dirty="0"/>
              <a:t>的标准外设库接口函数的源码在源文件</a:t>
            </a:r>
            <a:r>
              <a:rPr lang="en-US" sz="2000" b="1" dirty="0">
                <a:solidFill>
                  <a:srgbClr val="CD7371"/>
                </a:solidFill>
              </a:rPr>
              <a:t>stm32f10x_gpio.c</a:t>
            </a:r>
            <a:r>
              <a:rPr lang="zh-CN" altLang="en-US" sz="2000" b="1" dirty="0"/>
              <a:t>中，其对应的头文件</a:t>
            </a:r>
            <a:r>
              <a:rPr lang="en-US" sz="2000" b="1" dirty="0">
                <a:solidFill>
                  <a:srgbClr val="CD7371"/>
                </a:solidFill>
              </a:rPr>
              <a:t>stm32f10x_gpio.h</a:t>
            </a:r>
            <a:r>
              <a:rPr lang="zh-CN" altLang="en-US" sz="2000" b="1" dirty="0"/>
              <a:t>声明了</a:t>
            </a:r>
            <a:r>
              <a:rPr lang="en-US" sz="2000" b="1" dirty="0"/>
              <a:t>GPIO</a:t>
            </a:r>
            <a:r>
              <a:rPr lang="zh-CN" altLang="en-US" sz="2000" b="1" dirty="0"/>
              <a:t>所有的库函数，共</a:t>
            </a:r>
            <a:r>
              <a:rPr lang="en-US" sz="2000" b="1" dirty="0">
                <a:solidFill>
                  <a:srgbClr val="CD7371"/>
                </a:solidFill>
              </a:rPr>
              <a:t>18</a:t>
            </a:r>
            <a:r>
              <a:rPr lang="zh-CN" altLang="en-US" sz="2000" b="1" dirty="0"/>
              <a:t>种。</a:t>
            </a:r>
          </a:p>
        </p:txBody>
      </p:sp>
      <p:pic>
        <p:nvPicPr>
          <p:cNvPr id="6" name="图片 5" descr="C:\Users\DELL\Desktop\Snipaste_2019-01-30_23-42-3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0" y="1142990"/>
            <a:ext cx="5500726" cy="342902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5496" y="339502"/>
            <a:ext cx="4386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5.3.1 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48D5787-AD13-5F3B-6ACC-518335D5E9DE}"/>
                  </a:ext>
                </a:extLst>
              </p14:cNvPr>
              <p14:cNvContentPartPr/>
              <p14:nvPr/>
            </p14:nvContentPartPr>
            <p14:xfrm>
              <a:off x="662040" y="3395520"/>
              <a:ext cx="1743480" cy="8053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48D5787-AD13-5F3B-6ACC-518335D5E9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2680" y="3386160"/>
                <a:ext cx="1762200" cy="82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A7663C4-FC2E-5B0E-E2CA-88FAB09BED95}"/>
                  </a:ext>
                </a:extLst>
              </p14:cNvPr>
              <p14:cNvContentPartPr/>
              <p14:nvPr/>
            </p14:nvContentPartPr>
            <p14:xfrm>
              <a:off x="3219480" y="3610080"/>
              <a:ext cx="776520" cy="8528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A7663C4-FC2E-5B0E-E2CA-88FAB09BED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10120" y="3600720"/>
                <a:ext cx="795240" cy="87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072198" y="1214428"/>
            <a:ext cx="2643206" cy="3136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/>
              <a:t>如果想要查看具体的函数定义实现，可在</a:t>
            </a:r>
            <a:r>
              <a:rPr lang="en-US" sz="2000" b="1" dirty="0" err="1"/>
              <a:t>keil</a:t>
            </a:r>
            <a:r>
              <a:rPr lang="en-US" sz="2000" b="1" dirty="0"/>
              <a:t> 5</a:t>
            </a:r>
            <a:r>
              <a:rPr lang="zh-CN" altLang="en-US" sz="2000" b="1" dirty="0"/>
              <a:t>工程中将光标放在想要查看的函数上，然后</a:t>
            </a:r>
            <a:r>
              <a:rPr lang="zh-CN" altLang="en-US" sz="2000" b="1" dirty="0">
                <a:solidFill>
                  <a:srgbClr val="CD7371"/>
                </a:solidFill>
              </a:rPr>
              <a:t>右键选择“</a:t>
            </a:r>
            <a:r>
              <a:rPr lang="en-US" sz="2000" b="1" dirty="0">
                <a:solidFill>
                  <a:srgbClr val="CD7371"/>
                </a:solidFill>
              </a:rPr>
              <a:t>Go To Definition of…”，</a:t>
            </a:r>
            <a:r>
              <a:rPr lang="zh-CN" altLang="en-US" sz="2000" b="1" dirty="0"/>
              <a:t>即可跳转到相应函数的函数体中</a:t>
            </a:r>
          </a:p>
        </p:txBody>
      </p:sp>
      <p:pic>
        <p:nvPicPr>
          <p:cNvPr id="7" name="图片 6" descr="C:\Users\DELL\Desktop\Snipaste_2019-01-30_23-50-2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58" y="1285866"/>
            <a:ext cx="5500726" cy="300039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2"/>
            <a:ext cx="4386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5.3.1 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6DC97D0-75F0-883B-63DE-03C79D187CCE}"/>
                  </a:ext>
                </a:extLst>
              </p14:cNvPr>
              <p14:cNvContentPartPr/>
              <p14:nvPr/>
            </p14:nvContentPartPr>
            <p14:xfrm>
              <a:off x="6219720" y="3076560"/>
              <a:ext cx="2224440" cy="5050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6DC97D0-75F0-883B-63DE-03C79D187C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10360" y="3067200"/>
                <a:ext cx="2243160" cy="52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552184" y="776180"/>
            <a:ext cx="2928958" cy="3901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/>
              <a:t>       </a:t>
            </a:r>
            <a:r>
              <a:rPr lang="en-US" b="1" dirty="0" err="1"/>
              <a:t>GPIO_Init</a:t>
            </a:r>
            <a:r>
              <a:rPr lang="en-US" b="1" dirty="0"/>
              <a:t>()</a:t>
            </a:r>
            <a:r>
              <a:rPr lang="zh-CN" altLang="en-US" b="1" dirty="0"/>
              <a:t>函数用于初始化</a:t>
            </a:r>
            <a:r>
              <a:rPr lang="en-US" b="1" dirty="0"/>
              <a:t>GPIO</a:t>
            </a:r>
            <a:r>
              <a:rPr lang="zh-CN" altLang="en-US" b="1" dirty="0"/>
              <a:t>，有两个输入参数：</a:t>
            </a:r>
            <a:endParaRPr lang="en-US" altLang="zh-CN" b="1" dirty="0"/>
          </a:p>
          <a:p>
            <a:pPr>
              <a:lnSpc>
                <a:spcPct val="125000"/>
              </a:lnSpc>
              <a:buClr>
                <a:srgbClr val="CD7371"/>
              </a:buClr>
              <a:buFont typeface="Wingdings" pitchFamily="2" charset="2"/>
              <a:buChar char="Ø"/>
            </a:pPr>
            <a:r>
              <a:rPr lang="zh-CN" altLang="en-US" b="1" dirty="0"/>
              <a:t>第一个参数用于指定</a:t>
            </a:r>
            <a:r>
              <a:rPr lang="en-US" b="1" dirty="0"/>
              <a:t>GPIO</a:t>
            </a:r>
            <a:r>
              <a:rPr lang="zh-CN" altLang="en-US" b="1" dirty="0"/>
              <a:t>的具体端口</a:t>
            </a:r>
            <a:r>
              <a:rPr lang="en-US" b="1" dirty="0"/>
              <a:t>x</a:t>
            </a:r>
            <a:r>
              <a:rPr lang="zh-CN" altLang="en-US" b="1" dirty="0"/>
              <a:t>（</a:t>
            </a:r>
            <a:r>
              <a:rPr lang="en-US" b="1" dirty="0"/>
              <a:t>x=A,B,C,D,E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>
              <a:lnSpc>
                <a:spcPct val="125000"/>
              </a:lnSpc>
              <a:buClr>
                <a:srgbClr val="CD7371"/>
              </a:buClr>
              <a:buFont typeface="Wingdings" pitchFamily="2" charset="2"/>
              <a:buChar char="Ø"/>
            </a:pPr>
            <a:r>
              <a:rPr lang="zh-CN" altLang="en-US" b="1" dirty="0"/>
              <a:t>第二个参数根据</a:t>
            </a:r>
            <a:r>
              <a:rPr lang="en-US" b="1" dirty="0" err="1"/>
              <a:t>GPIO_InitStruct</a:t>
            </a:r>
            <a:r>
              <a:rPr lang="zh-CN" altLang="en-US" b="1" dirty="0"/>
              <a:t>结构体变量中指定的参数初始化</a:t>
            </a:r>
            <a:r>
              <a:rPr lang="en-US" b="1" dirty="0"/>
              <a:t>GPIO</a:t>
            </a:r>
            <a:r>
              <a:rPr lang="zh-CN" altLang="en-US" b="1" dirty="0"/>
              <a:t>，</a:t>
            </a:r>
            <a:r>
              <a:rPr lang="en-US" b="1" dirty="0" err="1"/>
              <a:t>GPIO_InitStruct</a:t>
            </a:r>
            <a:r>
              <a:rPr lang="zh-CN" altLang="en-US" b="1" dirty="0"/>
              <a:t>是指向</a:t>
            </a:r>
            <a:r>
              <a:rPr lang="en-US" b="1" dirty="0" err="1"/>
              <a:t>GPIO_InitTypeDef</a:t>
            </a:r>
            <a:r>
              <a:rPr lang="zh-CN" altLang="en-US" b="1" dirty="0"/>
              <a:t>结构体的指针。</a:t>
            </a:r>
          </a:p>
        </p:txBody>
      </p:sp>
      <p:pic>
        <p:nvPicPr>
          <p:cNvPr id="6" name="图片 5" descr="C:\Users\DELL\Desktop\Snipaste_2019-01-30_23-54-17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58" y="1214428"/>
            <a:ext cx="4643470" cy="314327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1857356" y="4500576"/>
            <a:ext cx="24048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/>
              <a:t>GPIO_Init</a:t>
            </a:r>
            <a:r>
              <a:rPr lang="en-US" sz="2000" b="1" dirty="0"/>
              <a:t>()</a:t>
            </a:r>
            <a:r>
              <a:rPr lang="zh-CN" altLang="en-US" sz="2000" b="1" dirty="0"/>
              <a:t>函数源码</a:t>
            </a:r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2"/>
            <a:ext cx="4386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5.3.1 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E5153BF-B370-11AD-4FFC-44DF828FC474}"/>
                  </a:ext>
                </a:extLst>
              </p14:cNvPr>
              <p14:cNvContentPartPr/>
              <p14:nvPr/>
            </p14:nvContentPartPr>
            <p14:xfrm>
              <a:off x="6667560" y="2228760"/>
              <a:ext cx="1872000" cy="343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E5153BF-B370-11AD-4FFC-44DF828FC4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58200" y="2219400"/>
                <a:ext cx="189072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42CA473-631A-C86E-007D-E3D2BCF06EF0}"/>
                  </a:ext>
                </a:extLst>
              </p14:cNvPr>
              <p14:cNvContentPartPr/>
              <p14:nvPr/>
            </p14:nvContentPartPr>
            <p14:xfrm>
              <a:off x="861840" y="1128600"/>
              <a:ext cx="7015680" cy="31676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42CA473-631A-C86E-007D-E3D2BCF06EF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2480" y="1119240"/>
                <a:ext cx="7034400" cy="31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9740D10-190D-28D5-F1EE-0C5612976C41}"/>
                  </a:ext>
                </a:extLst>
              </p14:cNvPr>
              <p14:cNvContentPartPr/>
              <p14:nvPr/>
            </p14:nvContentPartPr>
            <p14:xfrm>
              <a:off x="1876320" y="1500120"/>
              <a:ext cx="6120360" cy="28008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9740D10-190D-28D5-F1EE-0C5612976C4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66960" y="1490760"/>
                <a:ext cx="6139080" cy="281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\Users\DELL\Desktop\Snipaste_2019-01-31_00-03-5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20" y="1000114"/>
            <a:ext cx="5429288" cy="17145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4643438" y="2714626"/>
          <a:ext cx="4178939" cy="2247906"/>
        </p:xfrm>
        <a:graphic>
          <a:graphicData uri="http://schemas.openxmlformats.org/drawingml/2006/table">
            <a:tbl>
              <a:tblPr/>
              <a:tblGrid>
                <a:gridCol w="2089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9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b="1" kern="100" dirty="0" err="1">
                          <a:latin typeface="Times New Roman"/>
                          <a:ea typeface="宋体"/>
                          <a:cs typeface="Times New Roman"/>
                        </a:rPr>
                        <a:t>GPIO_InitTypeDef</a:t>
                      </a:r>
                      <a:r>
                        <a:rPr lang="zh-CN" sz="1100" b="1" kern="100" dirty="0">
                          <a:latin typeface="Times New Roman"/>
                          <a:ea typeface="宋体"/>
                          <a:cs typeface="Times New Roman"/>
                        </a:rPr>
                        <a:t>结构体成员</a:t>
                      </a:r>
                      <a:endParaRPr lang="zh-CN" sz="14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b="1" kern="100" dirty="0">
                          <a:latin typeface="Times New Roman"/>
                          <a:ea typeface="宋体"/>
                          <a:cs typeface="Times New Roman"/>
                        </a:rPr>
                        <a:t>取值范围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 dirty="0" err="1">
                          <a:latin typeface="Times New Roman"/>
                          <a:ea typeface="宋体"/>
                          <a:cs typeface="Times New Roman"/>
                        </a:rPr>
                        <a:t>GPIO_Pin</a:t>
                      </a:r>
                      <a:endParaRPr lang="zh-CN" sz="14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Times New Roman"/>
                          <a:ea typeface="宋体"/>
                          <a:cs typeface="Times New Roman"/>
                        </a:rPr>
                        <a:t>GPIO_Pin_0 ~ GPIO_Pin_15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GPIO_Pin_All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 dirty="0" err="1">
                          <a:latin typeface="Times New Roman"/>
                          <a:ea typeface="宋体"/>
                          <a:cs typeface="Times New Roman"/>
                        </a:rPr>
                        <a:t>GPIO_Speed</a:t>
                      </a:r>
                      <a:endParaRPr lang="zh-CN" sz="14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Times New Roman"/>
                          <a:ea typeface="宋体"/>
                          <a:cs typeface="Times New Roman"/>
                        </a:rPr>
                        <a:t>GPIO_Speed_10MHz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Times New Roman"/>
                          <a:ea typeface="宋体"/>
                          <a:cs typeface="Times New Roman"/>
                        </a:rPr>
                        <a:t>GPIO_Speed_2MHz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Times New Roman"/>
                          <a:ea typeface="宋体"/>
                          <a:cs typeface="Times New Roman"/>
                        </a:rPr>
                        <a:t>GPIO_Speed_50MHz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</a:t>
                      </a:r>
                      <a:endParaRPr lang="zh-CN" sz="14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GPIO_Mode_AIN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GPIO_Mode_IN_FLOATING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GPIO_Mode_IPD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GPIO_Mode_IPU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GPIO_Mode_Out_OD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GPIO_Mode_Out_PP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GPIO_Mode_AF_OD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GPIO_Mode_AF_PP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928662" y="3286130"/>
            <a:ext cx="33575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    GPIO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的配置参数，如具体的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GPIO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引脚、输出速度、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GPIO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引脚的工作模式等。</a:t>
            </a:r>
          </a:p>
        </p:txBody>
      </p:sp>
      <p:sp>
        <p:nvSpPr>
          <p:cNvPr id="14" name="矩形 13"/>
          <p:cNvSpPr/>
          <p:nvPr/>
        </p:nvSpPr>
        <p:spPr>
          <a:xfrm>
            <a:off x="5786446" y="1428742"/>
            <a:ext cx="30718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      </a:t>
            </a:r>
            <a:r>
              <a:rPr lang="en-US" b="1" dirty="0" err="1"/>
              <a:t>GPIO_InitTypeDef</a:t>
            </a:r>
            <a:r>
              <a:rPr lang="zh-CN" altLang="en-US" b="1" dirty="0"/>
              <a:t>结构体定义在</a:t>
            </a:r>
            <a:r>
              <a:rPr lang="en-US" b="1" dirty="0">
                <a:solidFill>
                  <a:srgbClr val="CD7371"/>
                </a:solidFill>
              </a:rPr>
              <a:t>stm32f10x_gpio.h</a:t>
            </a:r>
            <a:endParaRPr lang="zh-CN" altLang="en-US" b="1" dirty="0">
              <a:solidFill>
                <a:srgbClr val="CD737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2"/>
            <a:ext cx="4386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5.3.1 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1A7D283-4865-DA3C-CF18-247287E393D2}"/>
                  </a:ext>
                </a:extLst>
              </p14:cNvPr>
              <p14:cNvContentPartPr/>
              <p14:nvPr/>
            </p14:nvContentPartPr>
            <p14:xfrm>
              <a:off x="619200" y="1276200"/>
              <a:ext cx="8305920" cy="36770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1A7D283-4865-DA3C-CF18-247287E393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840" y="1266840"/>
                <a:ext cx="8324640" cy="369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45005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5.3.2 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</a:p>
        </p:txBody>
      </p:sp>
      <p:sp>
        <p:nvSpPr>
          <p:cNvPr id="10" name="矩形 9"/>
          <p:cNvSpPr/>
          <p:nvPr/>
        </p:nvSpPr>
        <p:spPr>
          <a:xfrm>
            <a:off x="1071538" y="1643056"/>
            <a:ext cx="2786082" cy="27853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/>
              <a:t>        采用基于标准外设库设计方式，利用单个</a:t>
            </a:r>
            <a:r>
              <a:rPr lang="en-US" sz="2000" b="1" dirty="0"/>
              <a:t>GPIO</a:t>
            </a:r>
            <a:r>
              <a:rPr lang="zh-CN" altLang="en-US" sz="2000" b="1" dirty="0"/>
              <a:t>引脚输出高低电平控制发光二极管，并按一定时间间隔改变</a:t>
            </a:r>
            <a:r>
              <a:rPr lang="en-US" sz="2000" b="1" dirty="0"/>
              <a:t>I/O</a:t>
            </a:r>
            <a:r>
              <a:rPr lang="zh-CN" altLang="en-US" sz="2000" b="1" dirty="0"/>
              <a:t>口电平，实现灯光闪烁效果。</a:t>
            </a:r>
          </a:p>
        </p:txBody>
      </p:sp>
      <p:sp>
        <p:nvSpPr>
          <p:cNvPr id="11" name="矩形 10"/>
          <p:cNvSpPr/>
          <p:nvPr/>
        </p:nvSpPr>
        <p:spPr>
          <a:xfrm>
            <a:off x="571472" y="1357304"/>
            <a:ext cx="928694" cy="571504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功能</a:t>
            </a:r>
          </a:p>
        </p:txBody>
      </p:sp>
      <p:sp>
        <p:nvSpPr>
          <p:cNvPr id="16" name="矩形 15"/>
          <p:cNvSpPr/>
          <p:nvPr/>
        </p:nvSpPr>
        <p:spPr>
          <a:xfrm>
            <a:off x="4788024" y="1829073"/>
            <a:ext cx="3744416" cy="2071702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500562" y="1428742"/>
            <a:ext cx="1143008" cy="7143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硬件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0562" y="4071948"/>
            <a:ext cx="421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     改变限流电阻</a:t>
            </a:r>
            <a:r>
              <a:rPr lang="en-US" b="1" dirty="0"/>
              <a:t>R1</a:t>
            </a:r>
            <a:r>
              <a:rPr lang="zh-CN" altLang="en-US" b="1" dirty="0"/>
              <a:t>的值可改变发光二极管的亮度，一般选用</a:t>
            </a:r>
            <a:r>
              <a:rPr lang="en-US" b="1" dirty="0"/>
              <a:t>400 </a:t>
            </a:r>
            <a:r>
              <a:rPr lang="zh-CN" altLang="en-US" b="1" dirty="0"/>
              <a:t>～</a:t>
            </a:r>
            <a:r>
              <a:rPr lang="en-US" b="1" dirty="0"/>
              <a:t>1K </a:t>
            </a:r>
            <a:r>
              <a:rPr lang="zh-CN" altLang="en-US" b="1" dirty="0"/>
              <a:t>电阻。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2841266"/>
              </p:ext>
            </p:extLst>
          </p:nvPr>
        </p:nvGraphicFramePr>
        <p:xfrm>
          <a:off x="4860032" y="2143122"/>
          <a:ext cx="3541212" cy="1525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910112" imgH="828820" progId="Visio.Drawing.11">
                  <p:embed/>
                </p:oleObj>
              </mc:Choice>
              <mc:Fallback>
                <p:oleObj name="Visio" r:id="rId2" imgW="1910112" imgH="82882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2143122"/>
                        <a:ext cx="3541212" cy="15259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C70E69F-FB81-71AA-8BDB-51F436B62121}"/>
                  </a:ext>
                </a:extLst>
              </p14:cNvPr>
              <p14:cNvContentPartPr/>
              <p14:nvPr/>
            </p14:nvContentPartPr>
            <p14:xfrm>
              <a:off x="1538280" y="2395440"/>
              <a:ext cx="5901120" cy="22910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C70E69F-FB81-71AA-8BDB-51F436B621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28920" y="2386080"/>
                <a:ext cx="5919840" cy="230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5715008" y="1643056"/>
            <a:ext cx="242889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    主流程图由两部分构成：</a:t>
            </a:r>
            <a:endParaRPr lang="en-US" altLang="zh-CN" sz="2000" b="1" dirty="0"/>
          </a:p>
          <a:p>
            <a:pPr>
              <a:lnSpc>
                <a:spcPct val="150000"/>
              </a:lnSpc>
              <a:buClr>
                <a:srgbClr val="CD7371"/>
              </a:buClr>
              <a:buFont typeface="Wingdings" pitchFamily="2" charset="2"/>
              <a:buChar char="Ø"/>
            </a:pPr>
            <a:r>
              <a:rPr lang="zh-CN" altLang="en-US" sz="2000" b="1" dirty="0"/>
              <a:t>  初始化函数部分；</a:t>
            </a:r>
            <a:endParaRPr lang="en-US" altLang="zh-CN" sz="2000" b="1" dirty="0"/>
          </a:p>
          <a:p>
            <a:pPr>
              <a:lnSpc>
                <a:spcPct val="150000"/>
              </a:lnSpc>
              <a:buClr>
                <a:srgbClr val="CD7371"/>
              </a:buClr>
              <a:buFont typeface="Wingdings" pitchFamily="2" charset="2"/>
              <a:buChar char="Ø"/>
            </a:pPr>
            <a:r>
              <a:rPr lang="zh-CN" altLang="en-US" sz="2000" b="1" dirty="0"/>
              <a:t>  一个无限循环功能部分。</a:t>
            </a: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857224" y="1500180"/>
          <a:ext cx="4326444" cy="2786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176431" imgH="2048229" progId="Visio.Drawing.11">
                  <p:embed/>
                </p:oleObj>
              </mc:Choice>
              <mc:Fallback>
                <p:oleObj name="Visio" r:id="rId2" imgW="3176431" imgH="2048229" progId="Visio.Drawing.11">
                  <p:embed/>
                  <p:pic>
                    <p:nvPicPr>
                      <p:cNvPr id="0" name="Picture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1500180"/>
                        <a:ext cx="4326444" cy="27860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1" y="339503"/>
            <a:ext cx="45005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5.3.2 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0FBE8CA-B713-758F-BF2F-AD8A0E0D36E1}"/>
                  </a:ext>
                </a:extLst>
              </p14:cNvPr>
              <p14:cNvContentPartPr/>
              <p14:nvPr/>
            </p14:nvContentPartPr>
            <p14:xfrm>
              <a:off x="237960" y="466560"/>
              <a:ext cx="8325360" cy="44866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0FBE8CA-B713-758F-BF2F-AD8A0E0D36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8600" y="457200"/>
                <a:ext cx="8344080" cy="450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EA85EF2D-5939-9AE8-CB12-A73F640D2B48}"/>
                  </a:ext>
                </a:extLst>
              </p14:cNvPr>
              <p14:cNvContentPartPr/>
              <p14:nvPr/>
            </p14:nvContentPartPr>
            <p14:xfrm>
              <a:off x="1657440" y="2033640"/>
              <a:ext cx="962280" cy="5385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EA85EF2D-5939-9AE8-CB12-A73F640D2B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48080" y="2024280"/>
                <a:ext cx="981000" cy="55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948718390"/>
              </p:ext>
            </p:extLst>
          </p:nvPr>
        </p:nvGraphicFramePr>
        <p:xfrm>
          <a:off x="1071538" y="1347614"/>
          <a:ext cx="6691338" cy="2674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矩形 5"/>
          <p:cNvSpPr/>
          <p:nvPr/>
        </p:nvSpPr>
        <p:spPr>
          <a:xfrm>
            <a:off x="1" y="339503"/>
            <a:ext cx="45005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5497" y="339503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5.3.2 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428ADBB-481A-41F8-22A7-578CE3C5266D}"/>
                  </a:ext>
                </a:extLst>
              </p14:cNvPr>
              <p14:cNvContentPartPr/>
              <p14:nvPr/>
            </p14:nvContentPartPr>
            <p14:xfrm>
              <a:off x="5062680" y="1857240"/>
              <a:ext cx="981360" cy="20055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428ADBB-481A-41F8-22A7-578CE3C526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53320" y="1847880"/>
                <a:ext cx="1000080" cy="202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928662" y="2214560"/>
            <a:ext cx="3357586" cy="1754326"/>
          </a:xfrm>
          <a:prstGeom prst="rect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      用于存放</a:t>
            </a:r>
            <a:r>
              <a:rPr lang="en-US" sz="2400" b="1" dirty="0" err="1"/>
              <a:t>led.c</a:t>
            </a:r>
            <a:r>
              <a:rPr lang="zh-CN" altLang="en-US" sz="2400" b="1" dirty="0"/>
              <a:t>文件的管脚定义、全局变量声明和函数声明等内容。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786314" y="1500180"/>
            <a:ext cx="3929090" cy="2246769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ifndef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__LED_H</a:t>
            </a:r>
            <a:endParaRPr lang="zh-CN" alt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#define __LED_H</a:t>
            </a:r>
            <a:endParaRPr lang="zh-CN" alt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zh-CN" alt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#include "stm32f10x.h"</a:t>
            </a:r>
            <a:endParaRPr lang="zh-CN" alt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LED_Init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(void); //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函数声明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zh-CN" alt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endif</a:t>
            </a:r>
            <a:endParaRPr lang="zh-CN" alt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28596" y="1500180"/>
            <a:ext cx="1755609" cy="58310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/>
              <a:t>led.h</a:t>
            </a:r>
            <a:r>
              <a:rPr lang="zh-CN" altLang="en-US" sz="2400" b="1" dirty="0"/>
              <a:t>头文件</a:t>
            </a:r>
            <a:endParaRPr lang="en-US" altLang="zh-CN" sz="2400" dirty="0"/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45005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7" y="339503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5.3.2 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</a:p>
        </p:txBody>
      </p:sp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000364" y="1000115"/>
            <a:ext cx="5643602" cy="4000528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#include "</a:t>
            </a:r>
            <a:r>
              <a:rPr lang="en-US" sz="1600" b="1" dirty="0" err="1"/>
              <a:t>led.h</a:t>
            </a:r>
            <a:r>
              <a:rPr lang="en-US" sz="1600" b="1" dirty="0"/>
              <a:t>"</a:t>
            </a:r>
            <a:endParaRPr lang="zh-CN" altLang="en-US" sz="1600" b="1" dirty="0"/>
          </a:p>
          <a:p>
            <a:r>
              <a:rPr lang="en-US" sz="1600" b="1" dirty="0"/>
              <a:t>void </a:t>
            </a:r>
            <a:r>
              <a:rPr lang="en-US" sz="1600" b="1" dirty="0" err="1"/>
              <a:t>LED_Init</a:t>
            </a:r>
            <a:r>
              <a:rPr lang="en-US" sz="1600" b="1" dirty="0"/>
              <a:t>(void)</a:t>
            </a:r>
            <a:endParaRPr lang="zh-CN" altLang="en-US" sz="1600" b="1" dirty="0"/>
          </a:p>
          <a:p>
            <a:r>
              <a:rPr lang="en-US" sz="1600" b="1" dirty="0"/>
              <a:t>{</a:t>
            </a:r>
            <a:endParaRPr lang="zh-CN" altLang="en-US" sz="1600" b="1" dirty="0"/>
          </a:p>
          <a:p>
            <a:r>
              <a:rPr lang="en-US" sz="1600" b="1" dirty="0"/>
              <a:t>     </a:t>
            </a:r>
            <a:r>
              <a:rPr lang="en-US" sz="1600" b="1" dirty="0" err="1"/>
              <a:t>GPIO_InitTypeDef</a:t>
            </a:r>
            <a:r>
              <a:rPr lang="en-US" sz="1600" b="1" dirty="0"/>
              <a:t> </a:t>
            </a:r>
            <a:r>
              <a:rPr lang="en-US" sz="1600" b="1" dirty="0" err="1"/>
              <a:t>GPIO_InitStructure</a:t>
            </a:r>
            <a:r>
              <a:rPr lang="en-US" sz="1600" b="1" dirty="0"/>
              <a:t>;</a:t>
            </a: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               //</a:t>
            </a:r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</a:rPr>
              <a:t>定义一个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GPIO_InitTypeDef</a:t>
            </a:r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</a:rPr>
              <a:t>类型的结构体变量</a:t>
            </a:r>
          </a:p>
          <a:p>
            <a:r>
              <a:rPr lang="en-US" sz="1600" b="1" dirty="0"/>
              <a:t>     RCC_APB2PeriphClockCmd(RCC_APB2Periph_GPIOB,ENABLE);</a:t>
            </a:r>
          </a:p>
          <a:p>
            <a:r>
              <a:rPr lang="en-US" sz="1600" b="1" dirty="0"/>
              <a:t>              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//</a:t>
            </a:r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</a:rPr>
              <a:t>开启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GPIOB</a:t>
            </a:r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</a:rPr>
              <a:t>的时钟</a:t>
            </a:r>
          </a:p>
          <a:p>
            <a:r>
              <a:rPr lang="en-US" sz="1600" b="1" dirty="0"/>
              <a:t>     </a:t>
            </a:r>
            <a:r>
              <a:rPr lang="en-US" sz="1600" b="1" dirty="0" err="1"/>
              <a:t>PIO_InitStructure.GPIO_Pin</a:t>
            </a:r>
            <a:r>
              <a:rPr lang="en-US" sz="1600" b="1" dirty="0"/>
              <a:t> = GPIO_Pin_5;</a:t>
            </a:r>
          </a:p>
          <a:p>
            <a:r>
              <a:rPr lang="en-US" sz="1600" b="1" dirty="0"/>
              <a:t>             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//</a:t>
            </a:r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</a:rPr>
              <a:t>选择要使用的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I/O</a:t>
            </a:r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</a:rPr>
              <a:t>引脚，此处选择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PB5</a:t>
            </a:r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</a:rPr>
              <a:t>引脚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GPIO_InitStructure.GPIO_Mode</a:t>
            </a:r>
            <a:r>
              <a:rPr lang="en-US" sz="1600" b="1" dirty="0"/>
              <a:t> = </a:t>
            </a:r>
            <a:r>
              <a:rPr lang="en-US" sz="1600" b="1" dirty="0" err="1"/>
              <a:t>GPIO_Mode_Out_PP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        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//</a:t>
            </a:r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</a:rPr>
              <a:t>设置引脚输出模式为推挽输出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GPIO_InitStructure.GPIO_Speed</a:t>
            </a:r>
            <a:r>
              <a:rPr lang="en-US" sz="1600" b="1" dirty="0"/>
              <a:t> = GPIO_Speed_50MHz;</a:t>
            </a: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           //</a:t>
            </a:r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</a:rPr>
              <a:t>设置引脚的输出速度为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50MHz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/>
              <a:t>     </a:t>
            </a:r>
            <a:r>
              <a:rPr lang="en-US" sz="1600" b="1" dirty="0" err="1"/>
              <a:t>GPIO_Init</a:t>
            </a:r>
            <a:r>
              <a:rPr lang="en-US" sz="1600" b="1" dirty="0"/>
              <a:t>(</a:t>
            </a:r>
            <a:r>
              <a:rPr lang="en-US" sz="1600" b="1" dirty="0" err="1"/>
              <a:t>GPIOB,&amp;GPIO_InitStructure</a:t>
            </a:r>
            <a:r>
              <a:rPr lang="en-US" sz="1600" b="1" dirty="0"/>
              <a:t>);</a:t>
            </a:r>
          </a:p>
          <a:p>
            <a:r>
              <a:rPr lang="en-US" sz="1600" b="1" dirty="0"/>
              <a:t>           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//</a:t>
            </a:r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</a:rPr>
              <a:t>调用初始化库函数初始化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GPIOB</a:t>
            </a:r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</a:rPr>
              <a:t>端口</a:t>
            </a:r>
          </a:p>
          <a:p>
            <a:r>
              <a:rPr lang="en-US" sz="1600" b="1" dirty="0"/>
              <a:t>}</a:t>
            </a:r>
            <a:endParaRPr lang="zh-CN" altLang="en-US" sz="1600" b="1" dirty="0"/>
          </a:p>
        </p:txBody>
      </p:sp>
      <p:sp>
        <p:nvSpPr>
          <p:cNvPr id="40961" name="Rectangle 1"/>
          <p:cNvSpPr>
            <a:spLocks noChangeArrowheads="1"/>
          </p:cNvSpPr>
          <p:nvPr/>
        </p:nvSpPr>
        <p:spPr bwMode="auto">
          <a:xfrm>
            <a:off x="357158" y="2082696"/>
            <a:ext cx="248665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新建一个</a:t>
            </a:r>
            <a:r>
              <a:rPr kumimoji="0" lang="en-US" altLang="zh-C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led.c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文件：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用于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端口初始化操作，即硬件驱动程序的编写。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45005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7" y="339503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5.3.2 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AF875ED-9996-F3E3-9CB6-641C8679C293}"/>
                  </a:ext>
                </a:extLst>
              </p14:cNvPr>
              <p14:cNvContentPartPr/>
              <p14:nvPr/>
            </p14:nvContentPartPr>
            <p14:xfrm>
              <a:off x="4776840" y="2166840"/>
              <a:ext cx="3314880" cy="2629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AF875ED-9996-F3E3-9CB6-641C8679C2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67480" y="2157480"/>
                <a:ext cx="3333600" cy="264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C6DA397F-80D4-531B-C835-F7314D378D1E}"/>
                  </a:ext>
                </a:extLst>
              </p14:cNvPr>
              <p14:cNvContentPartPr/>
              <p14:nvPr/>
            </p14:nvContentPartPr>
            <p14:xfrm>
              <a:off x="490680" y="990720"/>
              <a:ext cx="8377560" cy="35578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C6DA397F-80D4-531B-C835-F7314D378D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1320" y="981360"/>
                <a:ext cx="8396280" cy="357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67544" y="1372874"/>
            <a:ext cx="3606532" cy="3077766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#include "stm32f10x.h"</a:t>
            </a:r>
          </a:p>
          <a:p>
            <a:r>
              <a:rPr lang="en-US" sz="1600" b="1" dirty="0"/>
              <a:t>#include "</a:t>
            </a:r>
            <a:r>
              <a:rPr lang="en-US" sz="1600" b="1" dirty="0" err="1"/>
              <a:t>led.h</a:t>
            </a:r>
            <a:r>
              <a:rPr lang="en-US" sz="1600" b="1" dirty="0"/>
              <a:t>"</a:t>
            </a:r>
          </a:p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/*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函数名：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Delay</a:t>
            </a:r>
          </a:p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*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功能描述：不精确的延时，延时时间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=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nCount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/72000，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单位为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ms，72MHz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为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STM32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主频</a:t>
            </a:r>
          </a:p>
          <a:p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*输入参数：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nCount</a:t>
            </a:r>
            <a:endParaRPr lang="en-US" sz="14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*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输出参数：无</a:t>
            </a:r>
          </a:p>
          <a:p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*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/</a:t>
            </a:r>
          </a:p>
          <a:p>
            <a:r>
              <a:rPr lang="en-US" sz="1600" b="1" dirty="0"/>
              <a:t>void Delay(__IO u32 </a:t>
            </a:r>
            <a:r>
              <a:rPr lang="en-US" sz="1600" b="1" dirty="0" err="1"/>
              <a:t>nCount</a:t>
            </a:r>
            <a:r>
              <a:rPr lang="en-US" sz="1600" b="1" dirty="0"/>
              <a:t>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  for(;</a:t>
            </a:r>
            <a:r>
              <a:rPr lang="en-US" sz="1600" b="1" dirty="0" err="1"/>
              <a:t>nCount</a:t>
            </a:r>
            <a:r>
              <a:rPr lang="en-US" sz="1600" b="1" dirty="0"/>
              <a:t> !=0;nCount--);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5976" y="1203597"/>
            <a:ext cx="4464496" cy="3416320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int</a:t>
            </a:r>
            <a:r>
              <a:rPr lang="en-US" sz="1600" b="1" dirty="0"/>
              <a:t> main(void)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  </a:t>
            </a:r>
            <a:r>
              <a:rPr lang="en-US" sz="1600" b="1" dirty="0" err="1"/>
              <a:t>LED_Init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      while(1)</a:t>
            </a:r>
          </a:p>
          <a:p>
            <a:r>
              <a:rPr lang="en-US" sz="1600" b="1" dirty="0"/>
              <a:t>      {   </a:t>
            </a:r>
            <a:r>
              <a:rPr lang="en-US" sz="1600" b="1" dirty="0" err="1"/>
              <a:t>GPIO_SetBits</a:t>
            </a:r>
            <a:r>
              <a:rPr lang="en-US" sz="1600" b="1" dirty="0"/>
              <a:t>(GPIOB,GPIO_Pin_5); </a:t>
            </a:r>
          </a:p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             //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调用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GPIO_SetBits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函数，将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PB5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置为高电平，熄灭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LED</a:t>
            </a:r>
          </a:p>
          <a:p>
            <a:r>
              <a:rPr lang="en-US" sz="1600" b="1" dirty="0"/>
              <a:t>           Delay(720000);   </a:t>
            </a:r>
          </a:p>
          <a:p>
            <a:r>
              <a:rPr lang="en-US" sz="1600" b="1" dirty="0"/>
              <a:t>           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//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调用延迟函数，延迟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10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ms</a:t>
            </a:r>
            <a:r>
              <a:rPr lang="en-US" sz="1600" b="1" dirty="0"/>
              <a:t>  </a:t>
            </a:r>
          </a:p>
          <a:p>
            <a:r>
              <a:rPr lang="en-US" sz="1600" b="1" dirty="0"/>
              <a:t>           </a:t>
            </a:r>
            <a:r>
              <a:rPr lang="en-US" sz="1600" b="1" dirty="0" err="1"/>
              <a:t>GPIO_ResetBits</a:t>
            </a:r>
            <a:r>
              <a:rPr lang="en-US" sz="1600" b="1" dirty="0"/>
              <a:t>(GPIOB,GPIO_Pin_5); </a:t>
            </a:r>
          </a:p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              //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调用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GPIO_ReSetBits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函数，将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PB5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置为低电平，点亮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LED</a:t>
            </a:r>
          </a:p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             </a:t>
            </a:r>
            <a:r>
              <a:rPr lang="en-US" sz="1600" b="1" dirty="0"/>
              <a:t>Delay(720000);	 </a:t>
            </a:r>
          </a:p>
          <a:p>
            <a:r>
              <a:rPr lang="en-US" sz="1600" b="1" dirty="0"/>
              <a:t>           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//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调用延迟函数，延迟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10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ms</a:t>
            </a:r>
          </a:p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       </a:t>
            </a:r>
            <a:r>
              <a:rPr lang="en-US" sz="1600" b="1" dirty="0"/>
              <a:t>}</a:t>
            </a:r>
          </a:p>
          <a:p>
            <a:r>
              <a:rPr lang="en-US" sz="1600" b="1" dirty="0"/>
              <a:t>} </a:t>
            </a:r>
          </a:p>
        </p:txBody>
      </p:sp>
      <p:sp>
        <p:nvSpPr>
          <p:cNvPr id="2" name="矩形 1"/>
          <p:cNvSpPr/>
          <p:nvPr/>
        </p:nvSpPr>
        <p:spPr>
          <a:xfrm>
            <a:off x="5220072" y="444020"/>
            <a:ext cx="1984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 err="1">
                <a:solidFill>
                  <a:srgbClr val="C00000"/>
                </a:solidFill>
              </a:rPr>
              <a:t>main.c</a:t>
            </a:r>
            <a:r>
              <a:rPr lang="zh-CN" altLang="en-US" b="1" dirty="0">
                <a:solidFill>
                  <a:srgbClr val="C00000"/>
                </a:solidFill>
              </a:rPr>
              <a:t>文件的代码</a:t>
            </a:r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45005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7" y="339503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5.3.2 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2CB5D0D-DF84-35FE-3380-B680A52F8844}"/>
                  </a:ext>
                </a:extLst>
              </p14:cNvPr>
              <p14:cNvContentPartPr/>
              <p14:nvPr/>
            </p14:nvContentPartPr>
            <p14:xfrm>
              <a:off x="442800" y="738360"/>
              <a:ext cx="8534880" cy="26434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2CB5D0D-DF84-35FE-3380-B680A52F88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3440" y="729000"/>
                <a:ext cx="8553600" cy="266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24024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1861765994"/>
              </p:ext>
            </p:extLst>
          </p:nvPr>
        </p:nvGraphicFramePr>
        <p:xfrm>
          <a:off x="251520" y="1131590"/>
          <a:ext cx="3960440" cy="3744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图片 8" descr="C:\Users\Administrator\Desktop\Snipaste_2019-03-13_09-41-25.png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347614"/>
            <a:ext cx="4326255" cy="291211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/>
          <p:cNvSpPr/>
          <p:nvPr/>
        </p:nvSpPr>
        <p:spPr>
          <a:xfrm>
            <a:off x="1" y="339503"/>
            <a:ext cx="45005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7" y="339503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5.3.2 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</a:p>
        </p:txBody>
      </p:sp>
    </p:spTree>
    <p:extLst>
      <p:ext uri="{BB962C8B-B14F-4D97-AF65-F5344CB8AC3E}">
        <p14:creationId xmlns:p14="http://schemas.microsoft.com/office/powerpoint/2010/main" val="742943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" y="339503"/>
            <a:ext cx="543609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3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5.3.3 </a:t>
            </a:r>
            <a:r>
              <a:rPr lang="zh-CN" altLang="en-US" sz="2400" b="1" dirty="0">
                <a:solidFill>
                  <a:schemeClr val="bg1"/>
                </a:solidFill>
              </a:rPr>
              <a:t>基于标准外设库开发的一般流程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462258"/>
              </p:ext>
            </p:extLst>
          </p:nvPr>
        </p:nvGraphicFramePr>
        <p:xfrm>
          <a:off x="539552" y="845507"/>
          <a:ext cx="2902675" cy="4170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464443" imgH="3555850" progId="Visio.Drawing.11">
                  <p:embed/>
                </p:oleObj>
              </mc:Choice>
              <mc:Fallback>
                <p:oleObj name="Visio" r:id="rId2" imgW="2464443" imgH="3555850" progId="Visio.Drawing.11">
                  <p:embed/>
                  <p:pic>
                    <p:nvPicPr>
                      <p:cNvPr id="0" name="Picture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845507"/>
                        <a:ext cx="2902675" cy="41708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下箭头 5"/>
          <p:cNvSpPr/>
          <p:nvPr/>
        </p:nvSpPr>
        <p:spPr>
          <a:xfrm>
            <a:off x="3707904" y="1131590"/>
            <a:ext cx="1080120" cy="3816424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089208" y="1347614"/>
            <a:ext cx="288032" cy="288032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024660" y="1131590"/>
            <a:ext cx="1275530" cy="6120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b="1" dirty="0"/>
              <a:t>开启相应外设时钟</a:t>
            </a:r>
            <a:endParaRPr lang="zh-CN" altLang="zh-CN" dirty="0"/>
          </a:p>
        </p:txBody>
      </p:sp>
      <p:sp>
        <p:nvSpPr>
          <p:cNvPr id="14" name="椭圆 13"/>
          <p:cNvSpPr/>
          <p:nvPr/>
        </p:nvSpPr>
        <p:spPr>
          <a:xfrm>
            <a:off x="4085931" y="1995686"/>
            <a:ext cx="288032" cy="288032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021383" y="1851670"/>
            <a:ext cx="1278808" cy="5760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b="1" dirty="0"/>
              <a:t>确定</a:t>
            </a:r>
            <a:endParaRPr lang="en-US" altLang="zh-CN" b="1" dirty="0"/>
          </a:p>
          <a:p>
            <a:pPr algn="ctr"/>
            <a:r>
              <a:rPr lang="zh-CN" altLang="zh-CN" b="1" dirty="0"/>
              <a:t>功能引脚</a:t>
            </a:r>
            <a:endParaRPr lang="zh-CN" altLang="zh-CN" dirty="0"/>
          </a:p>
        </p:txBody>
      </p:sp>
      <p:sp>
        <p:nvSpPr>
          <p:cNvPr id="16" name="椭圆 15"/>
          <p:cNvSpPr/>
          <p:nvPr/>
        </p:nvSpPr>
        <p:spPr>
          <a:xfrm>
            <a:off x="4085931" y="2665022"/>
            <a:ext cx="288032" cy="288032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021382" y="2521006"/>
            <a:ext cx="1278809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b="1" dirty="0"/>
              <a:t>初始化</a:t>
            </a:r>
            <a:endParaRPr lang="en-US" altLang="zh-CN" b="1" dirty="0"/>
          </a:p>
          <a:p>
            <a:pPr algn="ctr"/>
            <a:r>
              <a:rPr lang="zh-CN" altLang="zh-CN" b="1" dirty="0"/>
              <a:t>外设硬件</a:t>
            </a:r>
            <a:endParaRPr lang="zh-CN" altLang="zh-CN" dirty="0"/>
          </a:p>
        </p:txBody>
      </p:sp>
      <p:sp>
        <p:nvSpPr>
          <p:cNvPr id="18" name="椭圆 17"/>
          <p:cNvSpPr/>
          <p:nvPr/>
        </p:nvSpPr>
        <p:spPr>
          <a:xfrm>
            <a:off x="4085930" y="3363838"/>
            <a:ext cx="288032" cy="288032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021382" y="3219822"/>
            <a:ext cx="1278808" cy="576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b="1" dirty="0"/>
              <a:t>应用功能实现</a:t>
            </a:r>
            <a:endParaRPr lang="zh-CN" altLang="zh-CN" dirty="0"/>
          </a:p>
        </p:txBody>
      </p:sp>
      <p:sp>
        <p:nvSpPr>
          <p:cNvPr id="20" name="椭圆 19"/>
          <p:cNvSpPr/>
          <p:nvPr/>
        </p:nvSpPr>
        <p:spPr>
          <a:xfrm>
            <a:off x="4085930" y="4033174"/>
            <a:ext cx="288032" cy="288032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5021381" y="3889158"/>
            <a:ext cx="1278809" cy="9148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b="1" dirty="0"/>
              <a:t>若有中断，编写中断服务函数</a:t>
            </a:r>
            <a:endParaRPr lang="zh-CN" altLang="zh-CN" dirty="0"/>
          </a:p>
        </p:txBody>
      </p:sp>
      <p:sp>
        <p:nvSpPr>
          <p:cNvPr id="22" name="矩形 21"/>
          <p:cNvSpPr/>
          <p:nvPr/>
        </p:nvSpPr>
        <p:spPr>
          <a:xfrm>
            <a:off x="6804247" y="1347614"/>
            <a:ext cx="1872208" cy="5040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600" b="1" dirty="0">
                <a:solidFill>
                  <a:schemeClr val="tx1"/>
                </a:solidFill>
              </a:rPr>
              <a:t>开启相应外设时钟</a:t>
            </a:r>
            <a:endParaRPr lang="zh-CN" altLang="zh-CN" sz="1600" dirty="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804248" y="2283718"/>
            <a:ext cx="1872208" cy="10081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600" b="1" dirty="0">
                <a:solidFill>
                  <a:schemeClr val="tx1"/>
                </a:solidFill>
              </a:rPr>
              <a:t>配置外设功能参数，调用初始化函数，初始化外设相关的参数</a:t>
            </a:r>
            <a:endParaRPr lang="zh-CN" altLang="zh-CN" sz="1600" dirty="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804247" y="3711401"/>
            <a:ext cx="1872208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600" b="1" dirty="0">
                <a:solidFill>
                  <a:schemeClr val="tx1"/>
                </a:solidFill>
              </a:rPr>
              <a:t>使能相应的外设</a:t>
            </a:r>
            <a:endParaRPr lang="zh-CN" altLang="zh-CN" sz="1600" dirty="0">
              <a:solidFill>
                <a:schemeClr val="tx1"/>
              </a:solidFill>
            </a:endParaRPr>
          </a:p>
        </p:txBody>
      </p:sp>
      <p:sp>
        <p:nvSpPr>
          <p:cNvPr id="13" name="左大括号 12"/>
          <p:cNvSpPr/>
          <p:nvPr/>
        </p:nvSpPr>
        <p:spPr>
          <a:xfrm>
            <a:off x="6372199" y="1635646"/>
            <a:ext cx="360040" cy="2304256"/>
          </a:xfrm>
          <a:prstGeom prst="leftBrace">
            <a:avLst>
              <a:gd name="adj1" fmla="val 43771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下箭头 26"/>
          <p:cNvSpPr/>
          <p:nvPr/>
        </p:nvSpPr>
        <p:spPr>
          <a:xfrm>
            <a:off x="7596336" y="3392190"/>
            <a:ext cx="144016" cy="288032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下箭头 28"/>
          <p:cNvSpPr/>
          <p:nvPr/>
        </p:nvSpPr>
        <p:spPr>
          <a:xfrm>
            <a:off x="7596335" y="1923678"/>
            <a:ext cx="144016" cy="288032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2B585E6-E354-EACC-3C08-6EACCF7228C5}"/>
                  </a:ext>
                </a:extLst>
              </p14:cNvPr>
              <p14:cNvContentPartPr/>
              <p14:nvPr/>
            </p14:nvContentPartPr>
            <p14:xfrm>
              <a:off x="1386000" y="1380960"/>
              <a:ext cx="7191720" cy="33055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2B585E6-E354-EACC-3C08-6EACCF7228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6640" y="1371600"/>
                <a:ext cx="7210440" cy="332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930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" y="339503"/>
            <a:ext cx="533374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496" y="339502"/>
            <a:ext cx="52982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5.4 GPIO</a:t>
            </a:r>
            <a:r>
              <a:rPr lang="zh-CN" altLang="en-US" sz="24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模块的</a:t>
            </a:r>
            <a:r>
              <a:rPr lang="en-US" altLang="zh-CN" sz="24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库接口函数及应用</a:t>
            </a:r>
          </a:p>
        </p:txBody>
      </p:sp>
      <p:graphicFrame>
        <p:nvGraphicFramePr>
          <p:cNvPr id="6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4229680"/>
              </p:ext>
            </p:extLst>
          </p:nvPr>
        </p:nvGraphicFramePr>
        <p:xfrm>
          <a:off x="1357290" y="1571618"/>
          <a:ext cx="7098012" cy="2438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9092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339503"/>
            <a:ext cx="406794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  <p:sp>
        <p:nvSpPr>
          <p:cNvPr id="5" name="矩形 4"/>
          <p:cNvSpPr/>
          <p:nvPr/>
        </p:nvSpPr>
        <p:spPr>
          <a:xfrm>
            <a:off x="5868144" y="1275606"/>
            <a:ext cx="2808312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000" b="1" dirty="0"/>
              <a:t>     </a:t>
            </a:r>
            <a:r>
              <a:rPr lang="en-US" altLang="zh-CN" sz="2000" b="1" dirty="0"/>
              <a:t>GPIO</a:t>
            </a:r>
            <a:r>
              <a:rPr lang="zh-CN" altLang="en-US" sz="2000" b="1" dirty="0"/>
              <a:t>的</a:t>
            </a:r>
            <a:r>
              <a:rPr lang="en-US" altLang="zh-CN" sz="2000" b="1" dirty="0"/>
              <a:t>HAL</a:t>
            </a:r>
            <a:r>
              <a:rPr lang="zh-CN" altLang="en-US" sz="2000" b="1" dirty="0"/>
              <a:t>库接口函数的源码在源文件</a:t>
            </a:r>
            <a:r>
              <a:rPr lang="en-US" altLang="zh-CN" sz="2000" b="1" dirty="0"/>
              <a:t>stm32f1xx_hal_gpio.c</a:t>
            </a:r>
            <a:r>
              <a:rPr lang="zh-CN" altLang="en-US" sz="2000" b="1" dirty="0"/>
              <a:t>中，其对应的头文件</a:t>
            </a:r>
            <a:r>
              <a:rPr lang="en-US" altLang="zh-CN" sz="2000" b="1" dirty="0"/>
              <a:t>stm32f1xx_hal_gpio.h</a:t>
            </a:r>
            <a:r>
              <a:rPr lang="zh-CN" altLang="en-US" sz="2000" b="1" dirty="0"/>
              <a:t>声明了</a:t>
            </a:r>
            <a:r>
              <a:rPr lang="en-US" altLang="zh-CN" sz="2000" b="1" dirty="0"/>
              <a:t>GPIO</a:t>
            </a:r>
            <a:r>
              <a:rPr lang="zh-CN" altLang="en-US" sz="2000" b="1" dirty="0"/>
              <a:t>所有的库函数，共</a:t>
            </a:r>
            <a:r>
              <a:rPr lang="en-US" altLang="zh-CN" sz="2000" b="1" dirty="0">
                <a:solidFill>
                  <a:srgbClr val="CD7371"/>
                </a:solidFill>
              </a:rPr>
              <a:t>8</a:t>
            </a:r>
            <a:r>
              <a:rPr lang="zh-CN" altLang="en-US" sz="2000" b="1" dirty="0"/>
              <a:t>种。</a:t>
            </a:r>
          </a:p>
        </p:txBody>
      </p:sp>
      <p:pic>
        <p:nvPicPr>
          <p:cNvPr id="7" name="图片 6" descr="F:\教材编写2019-8-刘\第5章图片\2019-08-16_110726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85766"/>
            <a:ext cx="5328591" cy="295586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B1BF234-1CC6-F17F-55F0-04CD10FDBC8C}"/>
                  </a:ext>
                </a:extLst>
              </p14:cNvPr>
              <p14:cNvContentPartPr/>
              <p14:nvPr/>
            </p14:nvContentPartPr>
            <p14:xfrm>
              <a:off x="1981080" y="3524400"/>
              <a:ext cx="1419840" cy="1764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B1BF234-1CC6-F17F-55F0-04CD10FDBC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1720" y="3515040"/>
                <a:ext cx="1438560" cy="19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22050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046789"/>
              </p:ext>
            </p:extLst>
          </p:nvPr>
        </p:nvGraphicFramePr>
        <p:xfrm>
          <a:off x="899592" y="1203598"/>
          <a:ext cx="7416824" cy="33123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0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</a:rPr>
                        <a:t>类型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</a:rPr>
                        <a:t>函数原型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</a:rPr>
                        <a:t>功能描述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16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初始化及复位函数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HAL_GPIO_Init()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GPIO</a:t>
                      </a:r>
                      <a:r>
                        <a:rPr lang="zh-CN" sz="1400" b="1" kern="100" dirty="0">
                          <a:effectLst/>
                        </a:rPr>
                        <a:t>初始化函数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1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>
                          <a:effectLst/>
                        </a:rPr>
                        <a:t>HAL_GPIO_DeInit</a:t>
                      </a:r>
                      <a:r>
                        <a:rPr lang="en-US" sz="1400" b="1" kern="100" dirty="0">
                          <a:effectLst/>
                        </a:rPr>
                        <a:t>()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复位选定的端口引脚到初始状态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64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引脚功能</a:t>
                      </a:r>
                      <a:endParaRPr lang="zh-CN" sz="18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操作函数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>
                          <a:effectLst/>
                        </a:rPr>
                        <a:t>HAL_GPIO_ReadPin</a:t>
                      </a:r>
                      <a:r>
                        <a:rPr lang="en-US" sz="1400" b="1" kern="100" dirty="0">
                          <a:effectLst/>
                        </a:rPr>
                        <a:t>()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读取选定的端口引脚的电平状态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1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>
                          <a:effectLst/>
                        </a:rPr>
                        <a:t>HAL_GPIO_WritePin</a:t>
                      </a:r>
                      <a:r>
                        <a:rPr lang="en-US" sz="1400" b="1" kern="100" dirty="0">
                          <a:effectLst/>
                        </a:rPr>
                        <a:t>()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设置选定的端口引脚输出高电平或低电平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1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HAL_GPIO_TogglePin()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设置选定端口引脚的电平状态翻转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1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HAL_GPIO_LockPin()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当端口引脚电平状态改变时保持锁定时的值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1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HAL_GPIO_EXTI_IRQHandler()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外部中断处理函数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1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HAL_GPIO_EXTI_Callback()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中断回调函数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A1EF7CD9-46F6-AA47-586C-53F7096FE0FA}"/>
                  </a:ext>
                </a:extLst>
              </p14:cNvPr>
              <p14:cNvContentPartPr/>
              <p14:nvPr/>
            </p14:nvContentPartPr>
            <p14:xfrm>
              <a:off x="2266920" y="2048040"/>
              <a:ext cx="5443920" cy="24861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A1EF7CD9-46F6-AA47-586C-53F7096FE0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7560" y="2038680"/>
                <a:ext cx="5462640" cy="250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405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8DE1317-92C0-7FE3-2051-512C273CEAF7}"/>
              </a:ext>
            </a:extLst>
          </p:cNvPr>
          <p:cNvSpPr txBox="1"/>
          <p:nvPr/>
        </p:nvSpPr>
        <p:spPr>
          <a:xfrm>
            <a:off x="3347864" y="1203598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2024/12/20</a:t>
            </a:r>
            <a:r>
              <a:rPr lang="zh-CN" altLang="en-US" dirty="0">
                <a:solidFill>
                  <a:schemeClr val="bg1"/>
                </a:solidFill>
              </a:rPr>
              <a:t>看到这里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E52C64-0F97-41AC-1B08-BDA942CF00FB}"/>
              </a:ext>
            </a:extLst>
          </p:cNvPr>
          <p:cNvSpPr txBox="1"/>
          <p:nvPr/>
        </p:nvSpPr>
        <p:spPr>
          <a:xfrm>
            <a:off x="2123728" y="1707654"/>
            <a:ext cx="51810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复述</a:t>
            </a:r>
            <a:br>
              <a:rPr lang="en-US" altLang="zh-CN" sz="3600" dirty="0">
                <a:solidFill>
                  <a:schemeClr val="bg1"/>
                </a:solidFill>
              </a:rPr>
            </a:br>
            <a:r>
              <a:rPr lang="en-US" altLang="zh-CN" sz="3600" dirty="0">
                <a:solidFill>
                  <a:schemeClr val="bg1"/>
                </a:solidFill>
              </a:rPr>
              <a:t>GPIO</a:t>
            </a:r>
            <a:r>
              <a:rPr lang="zh-CN" altLang="en-US" sz="3600" dirty="0">
                <a:solidFill>
                  <a:schemeClr val="bg1"/>
                </a:solidFill>
              </a:rPr>
              <a:t>输入输出八种模式（具体功能以及原理）</a:t>
            </a:r>
            <a:br>
              <a:rPr lang="en-US" altLang="zh-CN" sz="3600" dirty="0">
                <a:solidFill>
                  <a:schemeClr val="bg1"/>
                </a:solidFill>
              </a:rPr>
            </a:br>
            <a:r>
              <a:rPr lang="zh-CN" altLang="en-US" sz="3600" dirty="0">
                <a:solidFill>
                  <a:schemeClr val="bg1"/>
                </a:solidFill>
              </a:rPr>
              <a:t>了解</a:t>
            </a:r>
            <a:r>
              <a:rPr lang="en-US" altLang="zh-CN" sz="3600" dirty="0">
                <a:solidFill>
                  <a:schemeClr val="bg1"/>
                </a:solidFill>
              </a:rPr>
              <a:t>GPIO</a:t>
            </a:r>
            <a:r>
              <a:rPr lang="zh-CN" altLang="en-US" sz="3600" dirty="0">
                <a:solidFill>
                  <a:schemeClr val="bg1"/>
                </a:solidFill>
              </a:rPr>
              <a:t>口配置使用的函数（标准库以及</a:t>
            </a:r>
            <a:r>
              <a:rPr lang="en-US" altLang="zh-CN" sz="3600" dirty="0">
                <a:solidFill>
                  <a:schemeClr val="bg1"/>
                </a:solidFill>
              </a:rPr>
              <a:t>HAL</a:t>
            </a:r>
            <a:r>
              <a:rPr lang="zh-CN" altLang="en-US" sz="3600" dirty="0">
                <a:solidFill>
                  <a:schemeClr val="bg1"/>
                </a:solidFill>
              </a:rPr>
              <a:t>库）</a:t>
            </a:r>
          </a:p>
        </p:txBody>
      </p:sp>
    </p:spTree>
    <p:extLst>
      <p:ext uri="{BB962C8B-B14F-4D97-AF65-F5344CB8AC3E}">
        <p14:creationId xmlns:p14="http://schemas.microsoft.com/office/powerpoint/2010/main" val="22739769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571868" y="1000114"/>
            <a:ext cx="5293252" cy="3785652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GPIO_PinState</a:t>
            </a:r>
            <a:r>
              <a:rPr lang="en-US" sz="1600" b="1" dirty="0"/>
              <a:t> </a:t>
            </a:r>
            <a:r>
              <a:rPr lang="en-US" sz="1600" b="1" dirty="0" err="1">
                <a:solidFill>
                  <a:srgbClr val="C00000"/>
                </a:solidFill>
              </a:rPr>
              <a:t>HAL_GPIO_ReadPin</a:t>
            </a:r>
            <a:r>
              <a:rPr lang="en-US" sz="1600" b="1" dirty="0">
                <a:solidFill>
                  <a:srgbClr val="C00000"/>
                </a:solidFill>
              </a:rPr>
              <a:t>(</a:t>
            </a:r>
            <a:r>
              <a:rPr lang="en-US" sz="1600" b="1" dirty="0" err="1">
                <a:solidFill>
                  <a:srgbClr val="C00000"/>
                </a:solidFill>
              </a:rPr>
              <a:t>GPIO_TypeDef</a:t>
            </a:r>
            <a:r>
              <a:rPr lang="en-US" sz="1600" b="1" dirty="0">
                <a:solidFill>
                  <a:srgbClr val="C00000"/>
                </a:solidFill>
              </a:rPr>
              <a:t> *</a:t>
            </a:r>
            <a:r>
              <a:rPr lang="en-US" sz="1600" b="1" dirty="0" err="1">
                <a:solidFill>
                  <a:srgbClr val="C00000"/>
                </a:solidFill>
              </a:rPr>
              <a:t>GPIOx</a:t>
            </a:r>
            <a:r>
              <a:rPr lang="en-US" sz="1600" b="1" dirty="0">
                <a:solidFill>
                  <a:srgbClr val="C00000"/>
                </a:solidFill>
              </a:rPr>
              <a:t>, uint16_t </a:t>
            </a:r>
            <a:r>
              <a:rPr lang="en-US" sz="1600" b="1" dirty="0" err="1">
                <a:solidFill>
                  <a:srgbClr val="C00000"/>
                </a:solidFill>
              </a:rPr>
              <a:t>GPIO_Pin</a:t>
            </a:r>
            <a:r>
              <a:rPr lang="en-US" sz="1600" b="1" dirty="0">
                <a:solidFill>
                  <a:srgbClr val="C00000"/>
                </a:solidFill>
              </a:rPr>
              <a:t>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</a:t>
            </a:r>
            <a:r>
              <a:rPr lang="en-US" sz="1600" b="1" dirty="0" err="1">
                <a:solidFill>
                  <a:srgbClr val="D38583"/>
                </a:solidFill>
              </a:rPr>
              <a:t>GPIO_PinState</a:t>
            </a:r>
            <a:r>
              <a:rPr lang="en-US" sz="1600" b="1" dirty="0"/>
              <a:t> </a:t>
            </a:r>
            <a:r>
              <a:rPr lang="en-US" sz="1600" b="1" dirty="0" err="1"/>
              <a:t>bitstatus</a:t>
            </a:r>
            <a:r>
              <a:rPr lang="en-US" sz="1600" b="1" dirty="0"/>
              <a:t>;</a:t>
            </a:r>
          </a:p>
          <a:p>
            <a:endParaRPr lang="en-US" sz="1600" b="1" dirty="0"/>
          </a:p>
          <a:p>
            <a:r>
              <a:rPr lang="en-US" sz="1600" b="1" dirty="0"/>
              <a:t>  if ((</a:t>
            </a:r>
            <a:r>
              <a:rPr lang="en-US" sz="1600" b="1" dirty="0" err="1"/>
              <a:t>GPIOx</a:t>
            </a:r>
            <a:r>
              <a:rPr lang="en-US" sz="1600" b="1" dirty="0"/>
              <a:t>-&gt;IDR &amp; </a:t>
            </a:r>
            <a:r>
              <a:rPr lang="en-US" sz="1600" b="1" dirty="0" err="1"/>
              <a:t>GPIO_Pin</a:t>
            </a:r>
            <a:r>
              <a:rPr lang="en-US" sz="1600" b="1" dirty="0"/>
              <a:t>) != (uint32_t)GPIO_PIN_RESET)</a:t>
            </a:r>
          </a:p>
          <a:p>
            <a:r>
              <a:rPr lang="en-US" sz="1600" b="1" dirty="0"/>
              <a:t>  {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bitstatus</a:t>
            </a:r>
            <a:r>
              <a:rPr lang="en-US" sz="1600" b="1" dirty="0"/>
              <a:t> = GPIO_PIN_SET;</a:t>
            </a:r>
          </a:p>
          <a:p>
            <a:r>
              <a:rPr lang="en-US" sz="1600" b="1" dirty="0"/>
              <a:t>  }</a:t>
            </a:r>
          </a:p>
          <a:p>
            <a:r>
              <a:rPr lang="en-US" sz="1600" b="1" dirty="0"/>
              <a:t>  else</a:t>
            </a:r>
          </a:p>
          <a:p>
            <a:r>
              <a:rPr lang="en-US" sz="1600" b="1" dirty="0"/>
              <a:t>  {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bitstatus</a:t>
            </a:r>
            <a:r>
              <a:rPr lang="en-US" sz="1600" b="1" dirty="0"/>
              <a:t> = GPIO_PIN_RESET;</a:t>
            </a:r>
          </a:p>
          <a:p>
            <a:r>
              <a:rPr lang="en-US" sz="1600" b="1" dirty="0"/>
              <a:t>  }</a:t>
            </a:r>
          </a:p>
          <a:p>
            <a:r>
              <a:rPr lang="en-US" sz="1600" b="1" dirty="0"/>
              <a:t>  return </a:t>
            </a:r>
            <a:r>
              <a:rPr lang="en-US" sz="1600" b="1" dirty="0" err="1"/>
              <a:t>bitstatus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596" y="1428742"/>
            <a:ext cx="3071834" cy="1793440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/>
              <a:t>       读取输入数据寄存器</a:t>
            </a:r>
            <a:r>
              <a:rPr lang="en-US" altLang="zh-CN" b="1" dirty="0"/>
              <a:t>IDR</a:t>
            </a:r>
            <a:r>
              <a:rPr lang="zh-CN" altLang="en-US" b="1" dirty="0"/>
              <a:t>的值与指定引脚进行按位与操作，结果若不为</a:t>
            </a:r>
            <a:r>
              <a:rPr lang="en-US" altLang="zh-CN" b="1" dirty="0"/>
              <a:t>0</a:t>
            </a:r>
            <a:r>
              <a:rPr lang="zh-CN" altLang="en-US" b="1" dirty="0"/>
              <a:t>，则返回高电平；结果若为</a:t>
            </a:r>
            <a:r>
              <a:rPr lang="en-US" altLang="zh-CN" b="1" dirty="0"/>
              <a:t>0</a:t>
            </a:r>
            <a:r>
              <a:rPr lang="zh-CN" altLang="en-US" b="1" dirty="0"/>
              <a:t>，则返回低电平。</a:t>
            </a:r>
          </a:p>
        </p:txBody>
      </p:sp>
      <p:sp>
        <p:nvSpPr>
          <p:cNvPr id="2" name="矩形 1"/>
          <p:cNvSpPr/>
          <p:nvPr/>
        </p:nvSpPr>
        <p:spPr>
          <a:xfrm>
            <a:off x="5364088" y="442933"/>
            <a:ext cx="2952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</a:rPr>
              <a:t>引脚功能操作函数</a:t>
            </a:r>
          </a:p>
        </p:txBody>
      </p:sp>
      <p:sp>
        <p:nvSpPr>
          <p:cNvPr id="3" name="矩形 2"/>
          <p:cNvSpPr/>
          <p:nvPr/>
        </p:nvSpPr>
        <p:spPr>
          <a:xfrm>
            <a:off x="142844" y="928676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</a:rPr>
              <a:t>源码解析：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8596" y="3357568"/>
            <a:ext cx="3071834" cy="1477328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      </a:t>
            </a:r>
            <a:r>
              <a:rPr lang="en-US" altLang="zh-CN" b="1" dirty="0" err="1"/>
              <a:t>GPIOx</a:t>
            </a:r>
            <a:r>
              <a:rPr lang="zh-CN" altLang="en-US" b="1" dirty="0"/>
              <a:t>为引脚的端口号，取值为</a:t>
            </a:r>
            <a:r>
              <a:rPr lang="en-US" altLang="zh-CN" b="1" dirty="0"/>
              <a:t>GPIOA~GPIOG</a:t>
            </a:r>
            <a:r>
              <a:rPr lang="zh-CN" altLang="en-US" b="1" dirty="0"/>
              <a:t>，表示指向</a:t>
            </a:r>
            <a:r>
              <a:rPr lang="en-US" altLang="zh-CN" b="1" dirty="0"/>
              <a:t>GPIO</a:t>
            </a:r>
            <a:r>
              <a:rPr lang="zh-CN" altLang="en-US" b="1" dirty="0"/>
              <a:t>结构体的指针，用于访问端口引脚的寄存器。</a:t>
            </a:r>
          </a:p>
        </p:txBody>
      </p:sp>
      <p:sp>
        <p:nvSpPr>
          <p:cNvPr id="13" name="矩形 12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7315C138-E462-831C-5072-9D3A122836AC}"/>
                  </a:ext>
                </a:extLst>
              </p14:cNvPr>
              <p14:cNvContentPartPr/>
              <p14:nvPr/>
            </p14:nvContentPartPr>
            <p14:xfrm>
              <a:off x="476280" y="1386000"/>
              <a:ext cx="5739120" cy="33339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7315C138-E462-831C-5072-9D3A122836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920" y="1376640"/>
                <a:ext cx="5757840" cy="335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49050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00034" y="1071552"/>
            <a:ext cx="3222104" cy="1100942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err="1"/>
              <a:t>GPIO_Pin</a:t>
            </a:r>
            <a:r>
              <a:rPr lang="zh-CN" altLang="en-US" b="1" dirty="0"/>
              <a:t>为常量</a:t>
            </a:r>
            <a:endParaRPr lang="en-US" altLang="zh-CN" b="1" dirty="0"/>
          </a:p>
          <a:p>
            <a:pPr>
              <a:lnSpc>
                <a:spcPct val="125000"/>
              </a:lnSpc>
            </a:pPr>
            <a:r>
              <a:rPr lang="en-US" altLang="zh-CN" b="1" dirty="0"/>
              <a:t>GPIO_Pin_0</a:t>
            </a:r>
            <a:r>
              <a:rPr lang="zh-CN" altLang="en-US" b="1" dirty="0"/>
              <a:t>表示</a:t>
            </a:r>
            <a:r>
              <a:rPr lang="en-US" altLang="zh-CN" b="1" dirty="0"/>
              <a:t>0x0001</a:t>
            </a:r>
            <a:r>
              <a:rPr lang="zh-CN" altLang="en-US" b="1" dirty="0"/>
              <a:t>；</a:t>
            </a:r>
            <a:r>
              <a:rPr lang="en-US" altLang="zh-CN" b="1" dirty="0"/>
              <a:t>GPIO_Pin_15</a:t>
            </a:r>
            <a:r>
              <a:rPr lang="zh-CN" altLang="en-US" b="1" dirty="0"/>
              <a:t>表示</a:t>
            </a:r>
            <a:r>
              <a:rPr lang="en-US" altLang="zh-CN" b="1" dirty="0"/>
              <a:t>0x8000</a:t>
            </a:r>
            <a:r>
              <a:rPr lang="zh-CN" altLang="en-US" b="1" dirty="0"/>
              <a:t>。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036632"/>
              </p:ext>
            </p:extLst>
          </p:nvPr>
        </p:nvGraphicFramePr>
        <p:xfrm>
          <a:off x="5072066" y="414878"/>
          <a:ext cx="3571900" cy="4389120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1566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/>
                        <a:t>引脚号</a:t>
                      </a:r>
                      <a:endParaRPr lang="zh-CN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/>
                        <a:t>引脚定义寄存器地址</a:t>
                      </a:r>
                      <a:endParaRPr lang="zh-CN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GPIO_PIN_0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((uint16_t) 0x0001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GPIO_PIN_1                 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(uint16_t) 0x0002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GPIO_PIN_2                 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0x0004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GPIO_PIN_3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0x0008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GPIO_PIN_4                 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0x0010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GPIO_PIN_5                 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0x0020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GPIO_PIN_6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0x0040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GPIO_PIN_7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0x0080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GPIO_PIN_8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228600"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0x0100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GPIO_PIN_9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0x0200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GPIO_PIN_10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0x0400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GPIO_PIN_11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0x080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GPIO_PIN_12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0x1000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GPIO_PIN_13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0x2000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GPIO_PIN_14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0x4000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GPIO_PIN_15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0x8000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GPIO_PIN_All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0xFFFF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08545" name="Rectangle 1"/>
          <p:cNvSpPr>
            <a:spLocks noChangeArrowheads="1"/>
          </p:cNvSpPr>
          <p:nvPr/>
        </p:nvSpPr>
        <p:spPr bwMode="auto">
          <a:xfrm>
            <a:off x="714348" y="2357436"/>
            <a:ext cx="3643338" cy="2431435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GPIO_PinState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表示引脚电平状态，为枚举变量，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typedef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enum</a:t>
            </a:r>
            <a:endParaRPr kumimoji="0" lang="en-US" altLang="zh-CN" sz="11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{</a:t>
            </a:r>
            <a:endParaRPr kumimoji="0" lang="en-US" altLang="zh-CN" sz="11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 GPIO_PIN_RESET = 0u,</a:t>
            </a:r>
            <a:endParaRPr kumimoji="0" lang="en-US" altLang="zh-CN" sz="11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 GPIO_PIN_SET</a:t>
            </a:r>
            <a:endParaRPr kumimoji="0" lang="en-US" altLang="zh-CN" sz="11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} </a:t>
            </a:r>
            <a:r>
              <a:rPr kumimoji="0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GPIO_PinState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;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取值范围为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GPIO_PIN_SET =1 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或者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GPIO_PIN_RESET = 0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</a:t>
            </a:r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</a:t>
            </a:r>
            <a:endParaRPr kumimoji="0" lang="zh-CN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4428B3D-1816-F77B-7556-F25CC3392625}"/>
                  </a:ext>
                </a:extLst>
              </p14:cNvPr>
              <p14:cNvContentPartPr/>
              <p14:nvPr/>
            </p14:nvContentPartPr>
            <p14:xfrm>
              <a:off x="2190600" y="1371600"/>
              <a:ext cx="5415480" cy="3157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4428B3D-1816-F77B-7556-F25CC33926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81240" y="1362240"/>
                <a:ext cx="5434200" cy="317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49050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81775" y="1578533"/>
            <a:ext cx="4434242" cy="3046988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void </a:t>
            </a:r>
            <a:r>
              <a:rPr lang="en-US" sz="1600" b="1" dirty="0" err="1">
                <a:solidFill>
                  <a:srgbClr val="C00000"/>
                </a:solidFill>
              </a:rPr>
              <a:t>HAL_GPIO_WritePin</a:t>
            </a:r>
            <a:r>
              <a:rPr lang="en-US" sz="1600" b="1" dirty="0">
                <a:solidFill>
                  <a:srgbClr val="C00000"/>
                </a:solidFill>
              </a:rPr>
              <a:t>(</a:t>
            </a:r>
            <a:r>
              <a:rPr lang="en-US" sz="1600" b="1" dirty="0" err="1">
                <a:solidFill>
                  <a:srgbClr val="C00000"/>
                </a:solidFill>
              </a:rPr>
              <a:t>GPIO_TypeDef</a:t>
            </a:r>
            <a:r>
              <a:rPr lang="en-US" sz="1600" b="1" dirty="0">
                <a:solidFill>
                  <a:srgbClr val="C00000"/>
                </a:solidFill>
              </a:rPr>
              <a:t> *</a:t>
            </a:r>
            <a:r>
              <a:rPr lang="en-US" sz="1600" b="1" dirty="0" err="1">
                <a:solidFill>
                  <a:srgbClr val="C00000"/>
                </a:solidFill>
              </a:rPr>
              <a:t>GPIOx</a:t>
            </a:r>
            <a:r>
              <a:rPr lang="en-US" sz="1600" b="1" dirty="0">
                <a:solidFill>
                  <a:srgbClr val="C00000"/>
                </a:solidFill>
              </a:rPr>
              <a:t>, uint16_t </a:t>
            </a:r>
            <a:r>
              <a:rPr lang="en-US" sz="1600" b="1" dirty="0" err="1">
                <a:solidFill>
                  <a:srgbClr val="C00000"/>
                </a:solidFill>
              </a:rPr>
              <a:t>GPIO_Pin</a:t>
            </a:r>
            <a:r>
              <a:rPr lang="en-US" sz="1600" b="1" dirty="0">
                <a:solidFill>
                  <a:srgbClr val="C00000"/>
                </a:solidFill>
              </a:rPr>
              <a:t>, </a:t>
            </a:r>
            <a:r>
              <a:rPr lang="en-US" sz="1600" b="1" dirty="0" err="1">
                <a:solidFill>
                  <a:srgbClr val="C00000"/>
                </a:solidFill>
              </a:rPr>
              <a:t>GPIO_PinState</a:t>
            </a:r>
            <a:r>
              <a:rPr lang="en-US" sz="1600" b="1" dirty="0">
                <a:solidFill>
                  <a:srgbClr val="C00000"/>
                </a:solidFill>
              </a:rPr>
              <a:t> </a:t>
            </a:r>
            <a:r>
              <a:rPr lang="en-US" sz="1600" b="1" dirty="0" err="1">
                <a:solidFill>
                  <a:srgbClr val="C00000"/>
                </a:solidFill>
              </a:rPr>
              <a:t>PinState</a:t>
            </a:r>
            <a:r>
              <a:rPr lang="en-US" sz="1600" b="1" dirty="0">
                <a:solidFill>
                  <a:srgbClr val="C00000"/>
                </a:solidFill>
              </a:rPr>
              <a:t>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if (</a:t>
            </a:r>
            <a:r>
              <a:rPr lang="en-US" sz="1600" b="1" dirty="0" err="1"/>
              <a:t>PinState</a:t>
            </a:r>
            <a:r>
              <a:rPr lang="en-US" sz="1600" b="1" dirty="0"/>
              <a:t> != GPIO_PIN_RESET)</a:t>
            </a:r>
          </a:p>
          <a:p>
            <a:r>
              <a:rPr lang="en-US" sz="1600" b="1" dirty="0"/>
              <a:t>  {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GPIOx</a:t>
            </a:r>
            <a:r>
              <a:rPr lang="en-US" sz="1600" b="1" dirty="0"/>
              <a:t>-&gt;BSRR = </a:t>
            </a:r>
            <a:r>
              <a:rPr lang="en-US" sz="1600" b="1" dirty="0" err="1"/>
              <a:t>GPIO_Pin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}</a:t>
            </a:r>
          </a:p>
          <a:p>
            <a:r>
              <a:rPr lang="en-US" sz="1600" b="1" dirty="0"/>
              <a:t>  else</a:t>
            </a:r>
          </a:p>
          <a:p>
            <a:r>
              <a:rPr lang="en-US" sz="1600" b="1" dirty="0"/>
              <a:t>  {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GPIOx</a:t>
            </a:r>
            <a:r>
              <a:rPr lang="en-US" sz="1600" b="1" dirty="0"/>
              <a:t>-&gt;BSRR = (uint32_t)</a:t>
            </a:r>
            <a:r>
              <a:rPr lang="en-US" sz="1600" b="1" dirty="0" err="1"/>
              <a:t>GPIO_Pin</a:t>
            </a:r>
            <a:r>
              <a:rPr lang="en-US" sz="1600" b="1" dirty="0"/>
              <a:t> &lt;&lt; 16U;</a:t>
            </a:r>
          </a:p>
          <a:p>
            <a:r>
              <a:rPr lang="en-US" sz="1600" b="1" dirty="0"/>
              <a:t>  }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4048" y="1094304"/>
            <a:ext cx="3816424" cy="3554819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         </a:t>
            </a:r>
            <a:r>
              <a:rPr lang="zh-CN" altLang="zh-CN" b="1" dirty="0"/>
              <a:t>将指定引脚的电平状态写入置位</a:t>
            </a:r>
            <a:r>
              <a:rPr lang="en-US" altLang="zh-CN" b="1" dirty="0"/>
              <a:t>/</a:t>
            </a:r>
            <a:r>
              <a:rPr lang="zh-CN" altLang="zh-CN" b="1" dirty="0"/>
              <a:t>复位寄存器</a:t>
            </a:r>
            <a:r>
              <a:rPr lang="en-US" altLang="zh-CN" b="1" dirty="0"/>
              <a:t>BSRR</a:t>
            </a:r>
            <a:r>
              <a:rPr lang="zh-CN" altLang="zh-CN" b="1" dirty="0"/>
              <a:t>中，该寄存器为</a:t>
            </a:r>
            <a:r>
              <a:rPr lang="en-US" altLang="zh-CN" b="1" dirty="0"/>
              <a:t>32</a:t>
            </a:r>
            <a:r>
              <a:rPr lang="zh-CN" altLang="zh-CN" b="1" dirty="0"/>
              <a:t>位，其中高</a:t>
            </a:r>
            <a:r>
              <a:rPr lang="en-US" altLang="zh-CN" b="1" dirty="0"/>
              <a:t>16</a:t>
            </a:r>
            <a:r>
              <a:rPr lang="zh-CN" altLang="zh-CN" b="1" dirty="0"/>
              <a:t>位控制端口</a:t>
            </a:r>
            <a:r>
              <a:rPr lang="en-US" altLang="zh-CN" b="1" dirty="0"/>
              <a:t>16</a:t>
            </a:r>
            <a:r>
              <a:rPr lang="zh-CN" altLang="zh-CN" b="1" dirty="0"/>
              <a:t>个引脚（</a:t>
            </a:r>
            <a:r>
              <a:rPr lang="en-US" altLang="zh-CN" b="1" dirty="0"/>
              <a:t>0~15</a:t>
            </a:r>
            <a:r>
              <a:rPr lang="zh-CN" altLang="zh-CN" b="1" dirty="0"/>
              <a:t>）输出低电平，低</a:t>
            </a:r>
            <a:r>
              <a:rPr lang="en-US" altLang="zh-CN" b="1" dirty="0"/>
              <a:t>16</a:t>
            </a:r>
            <a:r>
              <a:rPr lang="zh-CN" altLang="zh-CN" b="1" dirty="0"/>
              <a:t>位控制端口</a:t>
            </a:r>
            <a:r>
              <a:rPr lang="en-US" altLang="zh-CN" b="1" dirty="0"/>
              <a:t>16</a:t>
            </a:r>
            <a:r>
              <a:rPr lang="zh-CN" altLang="zh-CN" b="1" dirty="0"/>
              <a:t>个引脚输出高电平。若设置的引脚电平状态不等于低电平，则将该引脚设置的状态位写入</a:t>
            </a:r>
            <a:r>
              <a:rPr lang="en-US" altLang="zh-CN" b="1" dirty="0"/>
              <a:t>BSRR</a:t>
            </a:r>
            <a:r>
              <a:rPr lang="zh-CN" altLang="zh-CN" b="1" dirty="0"/>
              <a:t>寄存器对应的低</a:t>
            </a:r>
            <a:r>
              <a:rPr lang="en-US" altLang="zh-CN" b="1" dirty="0"/>
              <a:t>16</a:t>
            </a:r>
            <a:r>
              <a:rPr lang="zh-CN" altLang="zh-CN" b="1" dirty="0"/>
              <a:t>位，否则，将该</a:t>
            </a:r>
            <a:r>
              <a:rPr lang="en-US" altLang="zh-CN" b="1" dirty="0" err="1"/>
              <a:t>GPIO_Pin</a:t>
            </a:r>
            <a:r>
              <a:rPr lang="zh-CN" altLang="zh-CN" b="1" dirty="0"/>
              <a:t>左移</a:t>
            </a:r>
            <a:r>
              <a:rPr lang="en-US" altLang="zh-CN" b="1" dirty="0"/>
              <a:t>16</a:t>
            </a:r>
            <a:r>
              <a:rPr lang="zh-CN" altLang="zh-CN" b="1" dirty="0"/>
              <a:t>位写入</a:t>
            </a:r>
            <a:r>
              <a:rPr lang="en-US" altLang="zh-CN" b="1" dirty="0"/>
              <a:t>BSRR</a:t>
            </a:r>
            <a:r>
              <a:rPr lang="zh-CN" altLang="zh-CN" b="1" dirty="0"/>
              <a:t>寄存器对应的高</a:t>
            </a:r>
            <a:r>
              <a:rPr lang="en-US" altLang="zh-CN" b="1" dirty="0"/>
              <a:t>16</a:t>
            </a:r>
            <a:r>
              <a:rPr lang="zh-CN" altLang="zh-CN" b="1" dirty="0"/>
              <a:t>位中。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323528" y="1074714"/>
            <a:ext cx="26225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函数源码</a:t>
            </a:r>
          </a:p>
        </p:txBody>
      </p:sp>
      <p:sp>
        <p:nvSpPr>
          <p:cNvPr id="3" name="矩形 2"/>
          <p:cNvSpPr/>
          <p:nvPr/>
        </p:nvSpPr>
        <p:spPr>
          <a:xfrm>
            <a:off x="6372200" y="573033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源码解析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0D213A6-1AE0-89D5-5709-16D5228FC6AB}"/>
                  </a:ext>
                </a:extLst>
              </p14:cNvPr>
              <p14:cNvContentPartPr/>
              <p14:nvPr/>
            </p14:nvContentPartPr>
            <p14:xfrm>
              <a:off x="743040" y="1414440"/>
              <a:ext cx="7834680" cy="33771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0D213A6-1AE0-89D5-5709-16D5228FC6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3680" y="1405080"/>
                <a:ext cx="7853400" cy="339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46518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024677" y="503910"/>
            <a:ext cx="38576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置位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复位寄存器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GPIOx_BSRR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9" name="图片 8" descr="F:\教材编写2019-8-刘\第5章图片\2019-08-17_090458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20" y="1357304"/>
            <a:ext cx="4714908" cy="264320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矩形 11"/>
          <p:cNvSpPr/>
          <p:nvPr/>
        </p:nvSpPr>
        <p:spPr>
          <a:xfrm>
            <a:off x="1071538" y="4429138"/>
            <a:ext cx="70723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     </a:t>
            </a:r>
            <a:r>
              <a:rPr lang="en-US" sz="1600" b="1" dirty="0" err="1"/>
              <a:t>GPIOx_BSRR</a:t>
            </a:r>
            <a:r>
              <a:rPr lang="zh-CN" altLang="en-US" sz="1600" b="1" dirty="0"/>
              <a:t>寄存器的高</a:t>
            </a:r>
            <a:r>
              <a:rPr lang="en-US" sz="1600" b="1" dirty="0"/>
              <a:t>16</a:t>
            </a:r>
            <a:r>
              <a:rPr lang="zh-CN" altLang="en-US" sz="1600" b="1" dirty="0"/>
              <a:t>位称为</a:t>
            </a:r>
            <a:r>
              <a:rPr lang="zh-CN" altLang="en-US" sz="1600" b="1" dirty="0">
                <a:solidFill>
                  <a:srgbClr val="D38583"/>
                </a:solidFill>
              </a:rPr>
              <a:t>清除</a:t>
            </a:r>
            <a:r>
              <a:rPr lang="zh-CN" altLang="en-US" sz="1600" b="1" dirty="0"/>
              <a:t>寄存器，低</a:t>
            </a:r>
            <a:r>
              <a:rPr lang="en-US" sz="1600" b="1" dirty="0"/>
              <a:t>16</a:t>
            </a:r>
            <a:r>
              <a:rPr lang="zh-CN" altLang="en-US" sz="1600" b="1" dirty="0"/>
              <a:t>位称为</a:t>
            </a:r>
            <a:r>
              <a:rPr lang="zh-CN" altLang="en-US" sz="1600" b="1" dirty="0">
                <a:solidFill>
                  <a:srgbClr val="D38583"/>
                </a:solidFill>
              </a:rPr>
              <a:t>置位</a:t>
            </a:r>
            <a:r>
              <a:rPr lang="zh-CN" altLang="en-US" sz="1600" b="1" dirty="0"/>
              <a:t>寄存器。</a:t>
            </a:r>
          </a:p>
        </p:txBody>
      </p:sp>
      <p:sp>
        <p:nvSpPr>
          <p:cNvPr id="13" name="矩形 12"/>
          <p:cNvSpPr/>
          <p:nvPr/>
        </p:nvSpPr>
        <p:spPr>
          <a:xfrm>
            <a:off x="5500694" y="1000114"/>
            <a:ext cx="321471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1600" b="1" dirty="0"/>
              <a:t> 对</a:t>
            </a:r>
            <a:r>
              <a:rPr lang="en-US" sz="1600" b="1" dirty="0" err="1"/>
              <a:t>GPIOx_BSRR</a:t>
            </a:r>
            <a:r>
              <a:rPr lang="zh-CN" altLang="en-US" sz="1600" b="1" dirty="0"/>
              <a:t>的低</a:t>
            </a:r>
            <a:r>
              <a:rPr lang="en-US" sz="1600" b="1" dirty="0"/>
              <a:t>16</a:t>
            </a:r>
            <a:r>
              <a:rPr lang="zh-CN" altLang="en-US" sz="1600" b="1" dirty="0"/>
              <a:t>位的某位置“</a:t>
            </a:r>
            <a:r>
              <a:rPr lang="en-US" sz="1600" b="1" dirty="0"/>
              <a:t>1</a:t>
            </a:r>
            <a:r>
              <a:rPr lang="zh-CN" altLang="en-US" sz="1600" b="1" dirty="0"/>
              <a:t>”，则对应的</a:t>
            </a:r>
            <a:r>
              <a:rPr lang="en-US" sz="1600" b="1" dirty="0"/>
              <a:t>I/O</a:t>
            </a:r>
            <a:r>
              <a:rPr lang="zh-CN" altLang="en-US" sz="1600" b="1" dirty="0"/>
              <a:t>端口引脚输出高电平“</a:t>
            </a:r>
            <a:r>
              <a:rPr lang="en-US" sz="1600" b="1" dirty="0"/>
              <a:t>1</a:t>
            </a:r>
            <a:r>
              <a:rPr lang="zh-CN" altLang="en-US" sz="1600" b="1" dirty="0"/>
              <a:t>”；</a:t>
            </a:r>
          </a:p>
          <a:p>
            <a:pPr>
              <a:spcBef>
                <a:spcPts val="8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1600" b="1" dirty="0"/>
              <a:t> 对</a:t>
            </a:r>
            <a:r>
              <a:rPr lang="en-US" sz="1600" b="1" dirty="0" err="1"/>
              <a:t>GPIOx_BSRR</a:t>
            </a:r>
            <a:r>
              <a:rPr lang="zh-CN" altLang="en-US" sz="1600" b="1" dirty="0"/>
              <a:t>的低</a:t>
            </a:r>
            <a:r>
              <a:rPr lang="en-US" sz="1600" b="1" dirty="0"/>
              <a:t>16</a:t>
            </a:r>
            <a:r>
              <a:rPr lang="zh-CN" altLang="en-US" sz="1600" b="1" dirty="0"/>
              <a:t>位的某位置“</a:t>
            </a:r>
            <a:r>
              <a:rPr lang="en-US" sz="1600" b="1" dirty="0"/>
              <a:t>0</a:t>
            </a:r>
            <a:r>
              <a:rPr lang="zh-CN" altLang="en-US" sz="1600" b="1" dirty="0"/>
              <a:t>”，则对应的</a:t>
            </a:r>
            <a:r>
              <a:rPr lang="en-US" sz="1600" b="1" dirty="0"/>
              <a:t>I/O</a:t>
            </a:r>
            <a:r>
              <a:rPr lang="zh-CN" altLang="en-US" sz="1600" b="1" dirty="0"/>
              <a:t>端口引脚状态不变；</a:t>
            </a:r>
          </a:p>
          <a:p>
            <a:pPr>
              <a:spcBef>
                <a:spcPts val="8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1600" b="1" dirty="0"/>
              <a:t> 对</a:t>
            </a:r>
            <a:r>
              <a:rPr lang="en-US" sz="1600" b="1" dirty="0" err="1"/>
              <a:t>GPIOx_BSRR</a:t>
            </a:r>
            <a:r>
              <a:rPr lang="zh-CN" altLang="en-US" sz="1600" b="1" dirty="0"/>
              <a:t>的高</a:t>
            </a:r>
            <a:r>
              <a:rPr lang="en-US" sz="1600" b="1" dirty="0"/>
              <a:t>16</a:t>
            </a:r>
            <a:r>
              <a:rPr lang="zh-CN" altLang="en-US" sz="1600" b="1" dirty="0"/>
              <a:t>位的某位置“</a:t>
            </a:r>
            <a:r>
              <a:rPr lang="en-US" sz="1600" b="1" dirty="0"/>
              <a:t>1</a:t>
            </a:r>
            <a:r>
              <a:rPr lang="zh-CN" altLang="en-US" sz="1600" b="1" dirty="0"/>
              <a:t>”，则对应的</a:t>
            </a:r>
            <a:r>
              <a:rPr lang="en-US" sz="1600" b="1" dirty="0"/>
              <a:t>I/O</a:t>
            </a:r>
            <a:r>
              <a:rPr lang="zh-CN" altLang="en-US" sz="1600" b="1" dirty="0"/>
              <a:t>端口引脚输出低电平“</a:t>
            </a:r>
            <a:r>
              <a:rPr lang="en-US" sz="1600" b="1" dirty="0"/>
              <a:t>0</a:t>
            </a:r>
            <a:r>
              <a:rPr lang="zh-CN" altLang="en-US" sz="1600" b="1" dirty="0"/>
              <a:t>”；</a:t>
            </a:r>
          </a:p>
          <a:p>
            <a:pPr>
              <a:spcBef>
                <a:spcPts val="8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1600" b="1" dirty="0"/>
              <a:t> 对</a:t>
            </a:r>
            <a:r>
              <a:rPr lang="en-US" sz="1600" b="1" dirty="0" err="1"/>
              <a:t>GPIOx_BSRR</a:t>
            </a:r>
            <a:r>
              <a:rPr lang="zh-CN" altLang="en-US" sz="1600" b="1" dirty="0"/>
              <a:t>的高</a:t>
            </a:r>
            <a:r>
              <a:rPr lang="en-US" sz="1600" b="1" dirty="0"/>
              <a:t>16</a:t>
            </a:r>
            <a:r>
              <a:rPr lang="zh-CN" altLang="en-US" sz="1600" b="1" dirty="0"/>
              <a:t>位的某位置“</a:t>
            </a:r>
            <a:r>
              <a:rPr lang="en-US" sz="1600" b="1" dirty="0"/>
              <a:t>0</a:t>
            </a:r>
            <a:r>
              <a:rPr lang="zh-CN" altLang="en-US" sz="1600" b="1" dirty="0"/>
              <a:t>”，则对应的</a:t>
            </a:r>
            <a:r>
              <a:rPr lang="en-US" sz="1600" b="1" dirty="0"/>
              <a:t>I/O</a:t>
            </a:r>
            <a:r>
              <a:rPr lang="zh-CN" altLang="en-US" sz="1600" b="1" dirty="0"/>
              <a:t>端口引脚状态不变；</a:t>
            </a:r>
          </a:p>
        </p:txBody>
      </p:sp>
      <p:sp>
        <p:nvSpPr>
          <p:cNvPr id="11" name="矩形 10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E0FE4D32-274A-D34A-44AD-327C4A334ABD}"/>
                  </a:ext>
                </a:extLst>
              </p14:cNvPr>
              <p14:cNvContentPartPr/>
              <p14:nvPr/>
            </p14:nvContentPartPr>
            <p14:xfrm>
              <a:off x="3981600" y="1509840"/>
              <a:ext cx="4286520" cy="33624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E0FE4D32-274A-D34A-44AD-327C4A334A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2240" y="1500480"/>
                <a:ext cx="4305240" cy="338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46518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283968" y="1171060"/>
            <a:ext cx="4464496" cy="3046988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void </a:t>
            </a:r>
            <a:r>
              <a:rPr lang="en-US" sz="1600" b="1" dirty="0" err="1">
                <a:solidFill>
                  <a:srgbClr val="C00000"/>
                </a:solidFill>
              </a:rPr>
              <a:t>HAL_GPIO_TogglePin</a:t>
            </a:r>
            <a:r>
              <a:rPr lang="en-US" sz="1600" b="1" dirty="0">
                <a:solidFill>
                  <a:srgbClr val="C00000"/>
                </a:solidFill>
              </a:rPr>
              <a:t>(</a:t>
            </a:r>
            <a:r>
              <a:rPr lang="en-US" sz="1600" b="1" dirty="0" err="1">
                <a:solidFill>
                  <a:srgbClr val="C00000"/>
                </a:solidFill>
              </a:rPr>
              <a:t>GPIO_TypeDef</a:t>
            </a:r>
            <a:r>
              <a:rPr lang="en-US" sz="1600" b="1" dirty="0">
                <a:solidFill>
                  <a:srgbClr val="C00000"/>
                </a:solidFill>
              </a:rPr>
              <a:t> *</a:t>
            </a:r>
            <a:r>
              <a:rPr lang="en-US" sz="1600" b="1" dirty="0" err="1">
                <a:solidFill>
                  <a:srgbClr val="C00000"/>
                </a:solidFill>
              </a:rPr>
              <a:t>GPIOx</a:t>
            </a:r>
            <a:r>
              <a:rPr lang="en-US" sz="1600" b="1" dirty="0">
                <a:solidFill>
                  <a:srgbClr val="C00000"/>
                </a:solidFill>
              </a:rPr>
              <a:t>, uint16_t </a:t>
            </a:r>
            <a:r>
              <a:rPr lang="en-US" sz="1600" b="1" dirty="0" err="1">
                <a:solidFill>
                  <a:srgbClr val="C00000"/>
                </a:solidFill>
              </a:rPr>
              <a:t>GPIO_Pin</a:t>
            </a:r>
            <a:r>
              <a:rPr lang="en-US" sz="1600" b="1" dirty="0">
                <a:solidFill>
                  <a:srgbClr val="C00000"/>
                </a:solidFill>
              </a:rPr>
              <a:t>)</a:t>
            </a:r>
          </a:p>
          <a:p>
            <a:r>
              <a:rPr lang="en-US" sz="1600" b="1" dirty="0"/>
              <a:t>{</a:t>
            </a:r>
          </a:p>
          <a:p>
            <a:pPr lvl="1"/>
            <a:r>
              <a:rPr lang="en-US" sz="1600" b="1" dirty="0"/>
              <a:t>if ((</a:t>
            </a:r>
            <a:r>
              <a:rPr lang="en-US" sz="1600" b="1" dirty="0" err="1"/>
              <a:t>GPIOx</a:t>
            </a:r>
            <a:r>
              <a:rPr lang="en-US" sz="1600" b="1" dirty="0"/>
              <a:t>-&gt;ODR &amp; </a:t>
            </a:r>
            <a:r>
              <a:rPr lang="en-US" sz="1600" b="1" dirty="0" err="1"/>
              <a:t>GPIO_Pin</a:t>
            </a:r>
            <a:r>
              <a:rPr lang="en-US" sz="1600" b="1" dirty="0"/>
              <a:t>) != 0x00u)</a:t>
            </a:r>
          </a:p>
          <a:p>
            <a:pPr lvl="1"/>
            <a:r>
              <a:rPr lang="en-US" sz="1600" b="1" dirty="0"/>
              <a:t>{</a:t>
            </a:r>
          </a:p>
          <a:p>
            <a:pPr lvl="2"/>
            <a:r>
              <a:rPr lang="en-US" sz="1600" b="1" dirty="0" err="1"/>
              <a:t>GPIOx</a:t>
            </a:r>
            <a:r>
              <a:rPr lang="en-US" sz="1600" b="1" dirty="0"/>
              <a:t>-&gt;BRR = (uint32_t)</a:t>
            </a:r>
            <a:r>
              <a:rPr lang="en-US" sz="1600" b="1" dirty="0" err="1"/>
              <a:t>GPIO_Pin</a:t>
            </a:r>
            <a:r>
              <a:rPr lang="en-US" sz="1600" b="1" dirty="0"/>
              <a:t>;</a:t>
            </a:r>
          </a:p>
          <a:p>
            <a:pPr lvl="1"/>
            <a:r>
              <a:rPr lang="en-US" sz="1600" b="1" dirty="0"/>
              <a:t>}</a:t>
            </a:r>
          </a:p>
          <a:p>
            <a:pPr lvl="1"/>
            <a:r>
              <a:rPr lang="en-US" sz="1600" b="1" dirty="0"/>
              <a:t>else</a:t>
            </a:r>
          </a:p>
          <a:p>
            <a:pPr lvl="1"/>
            <a:r>
              <a:rPr lang="en-US" sz="1600" b="1" dirty="0"/>
              <a:t>{</a:t>
            </a:r>
          </a:p>
          <a:p>
            <a:pPr lvl="2"/>
            <a:r>
              <a:rPr lang="en-US" sz="1600" b="1" dirty="0" err="1"/>
              <a:t>GPIOx</a:t>
            </a:r>
            <a:r>
              <a:rPr lang="en-US" sz="1600" b="1" dirty="0"/>
              <a:t>-&gt;BSRR = (uint32_t)</a:t>
            </a:r>
            <a:r>
              <a:rPr lang="en-US" sz="1600" b="1" dirty="0" err="1"/>
              <a:t>GPIO_Pin</a:t>
            </a:r>
            <a:r>
              <a:rPr lang="en-US" sz="1600" b="1" dirty="0"/>
              <a:t>;</a:t>
            </a:r>
          </a:p>
          <a:p>
            <a:pPr lvl="1"/>
            <a:r>
              <a:rPr lang="en-US" sz="1600" b="1" dirty="0"/>
              <a:t>}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9832" y="1427100"/>
            <a:ext cx="3412088" cy="3208571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/>
              <a:t>      读出输出数据寄存器</a:t>
            </a:r>
            <a:r>
              <a:rPr lang="en-US" altLang="zh-CN" b="1" dirty="0"/>
              <a:t>ODR</a:t>
            </a:r>
            <a:r>
              <a:rPr lang="zh-CN" altLang="en-US" b="1" dirty="0"/>
              <a:t>的值与指定引脚进行按位与操作，结果若为真，表明原来为高电平，则写入</a:t>
            </a:r>
            <a:r>
              <a:rPr lang="en-US" altLang="zh-CN" b="1" dirty="0"/>
              <a:t>BRR</a:t>
            </a:r>
            <a:r>
              <a:rPr lang="zh-CN" altLang="en-US" b="1" dirty="0"/>
              <a:t>寄存器（</a:t>
            </a:r>
            <a:r>
              <a:rPr lang="en-US" altLang="zh-CN" b="1" dirty="0"/>
              <a:t>BRR</a:t>
            </a:r>
            <a:r>
              <a:rPr lang="zh-CN" altLang="en-US" b="1" dirty="0"/>
              <a:t>寄存器写入“</a:t>
            </a:r>
            <a:r>
              <a:rPr lang="en-US" altLang="zh-CN" b="1" dirty="0"/>
              <a:t>1”</a:t>
            </a:r>
            <a:r>
              <a:rPr lang="zh-CN" altLang="en-US" b="1" dirty="0"/>
              <a:t>有效，写入“</a:t>
            </a:r>
            <a:r>
              <a:rPr lang="en-US" altLang="zh-CN" b="1" dirty="0"/>
              <a:t>0”</a:t>
            </a:r>
            <a:r>
              <a:rPr lang="zh-CN" altLang="en-US" b="1" dirty="0"/>
              <a:t>不影响</a:t>
            </a:r>
            <a:r>
              <a:rPr lang="en-US" altLang="zh-CN" b="1" dirty="0"/>
              <a:t>ODR</a:t>
            </a:r>
            <a:r>
              <a:rPr lang="zh-CN" altLang="en-US" b="1" dirty="0"/>
              <a:t>的状态）；若结果为假，表明原来为低电平，则控制</a:t>
            </a:r>
            <a:r>
              <a:rPr lang="en-US" altLang="zh-CN" b="1" dirty="0"/>
              <a:t>BSRR</a:t>
            </a:r>
            <a:r>
              <a:rPr lang="zh-CN" altLang="en-US" b="1" dirty="0"/>
              <a:t>寄存器低</a:t>
            </a:r>
            <a:r>
              <a:rPr lang="en-US" altLang="zh-CN" b="1" dirty="0"/>
              <a:t>16</a:t>
            </a:r>
            <a:r>
              <a:rPr lang="zh-CN" altLang="en-US" b="1" dirty="0"/>
              <a:t>位部分做置位（置“</a:t>
            </a:r>
            <a:r>
              <a:rPr lang="en-US" altLang="zh-CN" b="1" dirty="0"/>
              <a:t>1”</a:t>
            </a:r>
            <a:r>
              <a:rPr lang="zh-CN" altLang="en-US" b="1" dirty="0"/>
              <a:t>）操作。</a:t>
            </a:r>
          </a:p>
        </p:txBody>
      </p:sp>
      <p:sp>
        <p:nvSpPr>
          <p:cNvPr id="2" name="矩形 1"/>
          <p:cNvSpPr/>
          <p:nvPr/>
        </p:nvSpPr>
        <p:spPr>
          <a:xfrm>
            <a:off x="5868144" y="657658"/>
            <a:ext cx="26225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函数源码</a:t>
            </a:r>
          </a:p>
        </p:txBody>
      </p:sp>
      <p:sp>
        <p:nvSpPr>
          <p:cNvPr id="3" name="矩形 2"/>
          <p:cNvSpPr/>
          <p:nvPr/>
        </p:nvSpPr>
        <p:spPr>
          <a:xfrm>
            <a:off x="179512" y="1057768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源码解析：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5E9797F-06DE-EA33-141B-6A71CC2235CA}"/>
                  </a:ext>
                </a:extLst>
              </p14:cNvPr>
              <p14:cNvContentPartPr/>
              <p14:nvPr/>
            </p14:nvContentPartPr>
            <p14:xfrm>
              <a:off x="647640" y="1757520"/>
              <a:ext cx="7796520" cy="19958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5E9797F-06DE-EA33-141B-6A71CC2235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8280" y="1748160"/>
                <a:ext cx="7815240" cy="201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56358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148064" y="489733"/>
            <a:ext cx="38576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数据输出寄存器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GPIOx_ODR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28662" y="4286262"/>
            <a:ext cx="70723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600" b="1" dirty="0"/>
              <a:t>     </a:t>
            </a:r>
            <a:r>
              <a:rPr lang="en-US" altLang="en-US" sz="1600" b="1" dirty="0" err="1"/>
              <a:t>GPIOx_ODR</a:t>
            </a:r>
            <a:r>
              <a:rPr lang="zh-CN" altLang="en-US" sz="1600" b="1" dirty="0"/>
              <a:t>数据输出寄存器的高</a:t>
            </a:r>
            <a:r>
              <a:rPr lang="en-US" altLang="en-US" sz="1600" b="1" dirty="0"/>
              <a:t>16</a:t>
            </a:r>
            <a:r>
              <a:rPr lang="zh-CN" altLang="en-US" sz="1600" b="1" dirty="0"/>
              <a:t>位为保留位，没有用到；低</a:t>
            </a:r>
            <a:r>
              <a:rPr lang="en-US" altLang="en-US" sz="1600" b="1" dirty="0"/>
              <a:t>16</a:t>
            </a:r>
            <a:r>
              <a:rPr lang="zh-CN" altLang="en-US" sz="1600" b="1" dirty="0"/>
              <a:t>位对应</a:t>
            </a:r>
            <a:r>
              <a:rPr lang="en-US" altLang="en-US" sz="1600" b="1" dirty="0"/>
              <a:t>I/O</a:t>
            </a:r>
            <a:r>
              <a:rPr lang="zh-CN" altLang="en-US" sz="1600" b="1" dirty="0"/>
              <a:t>端口相应的引脚，可进行置位或复位操作。</a:t>
            </a:r>
          </a:p>
        </p:txBody>
      </p:sp>
      <p:pic>
        <p:nvPicPr>
          <p:cNvPr id="10" name="图片 9" descr="F:\教材编写2019-8-刘\第5章图片\2019-08-17_091825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28" y="1071552"/>
            <a:ext cx="6357982" cy="321471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33A75AB3-864B-B625-6E8C-A8A5744D9A8C}"/>
                  </a:ext>
                </a:extLst>
              </p14:cNvPr>
              <p14:cNvContentPartPr/>
              <p14:nvPr/>
            </p14:nvContentPartPr>
            <p14:xfrm>
              <a:off x="1519200" y="4467240"/>
              <a:ext cx="4677120" cy="4291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33A75AB3-864B-B625-6E8C-A8A5744D9A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9840" y="4457880"/>
                <a:ext cx="4695840" cy="44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46518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220072" y="443449"/>
            <a:ext cx="38576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端口位清除寄存器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GPIOx_BRR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9" name="图片 8" descr="F:\教材编写2019-8-刘\第5章图片\2019-08-17_092849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20" y="1571618"/>
            <a:ext cx="5278262" cy="250667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矩形 12"/>
          <p:cNvSpPr/>
          <p:nvPr/>
        </p:nvSpPr>
        <p:spPr>
          <a:xfrm>
            <a:off x="5786446" y="1142990"/>
            <a:ext cx="3214710" cy="3344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buClr>
                <a:schemeClr val="accent5">
                  <a:lumMod val="75000"/>
                </a:schemeClr>
              </a:buClr>
            </a:pPr>
            <a:r>
              <a:rPr lang="zh-CN" altLang="en-US" b="1" dirty="0"/>
              <a:t>      端口位清除寄存器</a:t>
            </a:r>
            <a:r>
              <a:rPr lang="en-US" altLang="zh-CN" b="1" dirty="0" err="1"/>
              <a:t>GPIOx_BRR</a:t>
            </a:r>
            <a:r>
              <a:rPr lang="zh-CN" altLang="en-US" b="1" dirty="0"/>
              <a:t>可以对端口数据输出寄存器</a:t>
            </a:r>
            <a:r>
              <a:rPr lang="en-US" altLang="zh-CN" b="1" dirty="0" err="1"/>
              <a:t>GPIOx_ODR</a:t>
            </a:r>
            <a:r>
              <a:rPr lang="zh-CN" altLang="en-US" b="1" dirty="0"/>
              <a:t>中的每位进行</a:t>
            </a:r>
            <a:r>
              <a:rPr lang="zh-CN" altLang="en-US" b="1" dirty="0">
                <a:solidFill>
                  <a:srgbClr val="D38583"/>
                </a:solidFill>
              </a:rPr>
              <a:t>复位</a:t>
            </a:r>
            <a:r>
              <a:rPr lang="zh-CN" altLang="en-US" b="1" dirty="0"/>
              <a:t>操作，即</a:t>
            </a:r>
            <a:r>
              <a:rPr lang="en-US" altLang="zh-CN" b="1" dirty="0" err="1"/>
              <a:t>GPIOx_BRR</a:t>
            </a:r>
            <a:r>
              <a:rPr lang="zh-CN" altLang="en-US" b="1" dirty="0">
                <a:solidFill>
                  <a:srgbClr val="D38583"/>
                </a:solidFill>
              </a:rPr>
              <a:t>只能改变引脚状态为低电平。</a:t>
            </a:r>
          </a:p>
          <a:p>
            <a:pPr>
              <a:spcBef>
                <a:spcPts val="8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b="1" dirty="0"/>
              <a:t>对</a:t>
            </a:r>
            <a:r>
              <a:rPr lang="en-US" altLang="zh-CN" b="1" dirty="0" err="1"/>
              <a:t>GPIOx_BRR</a:t>
            </a:r>
            <a:r>
              <a:rPr lang="zh-CN" altLang="en-US" b="1" dirty="0"/>
              <a:t>的低</a:t>
            </a:r>
            <a:r>
              <a:rPr lang="en-US" altLang="zh-CN" b="1" dirty="0"/>
              <a:t>16</a:t>
            </a:r>
            <a:r>
              <a:rPr lang="zh-CN" altLang="en-US" b="1" dirty="0"/>
              <a:t>位的某位置“</a:t>
            </a:r>
            <a:r>
              <a:rPr lang="en-US" altLang="zh-CN" b="1" dirty="0"/>
              <a:t>1</a:t>
            </a:r>
            <a:r>
              <a:rPr lang="zh-CN" altLang="en-US" b="1" dirty="0"/>
              <a:t>”，则对应的</a:t>
            </a:r>
            <a:r>
              <a:rPr lang="en-US" altLang="zh-CN" b="1" dirty="0"/>
              <a:t>I/O</a:t>
            </a:r>
            <a:r>
              <a:rPr lang="zh-CN" altLang="en-US" b="1" dirty="0"/>
              <a:t>端口引脚置输出低电平“</a:t>
            </a:r>
            <a:r>
              <a:rPr lang="en-US" altLang="zh-CN" b="1" dirty="0"/>
              <a:t>0</a:t>
            </a:r>
            <a:r>
              <a:rPr lang="zh-CN" altLang="en-US" b="1" dirty="0"/>
              <a:t>”；</a:t>
            </a:r>
          </a:p>
          <a:p>
            <a:pPr>
              <a:spcBef>
                <a:spcPts val="8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b="1" dirty="0"/>
              <a:t>对</a:t>
            </a:r>
            <a:r>
              <a:rPr lang="en-US" altLang="zh-CN" b="1" dirty="0" err="1"/>
              <a:t>GPIOx_BRR</a:t>
            </a:r>
            <a:r>
              <a:rPr lang="zh-CN" altLang="en-US" b="1" dirty="0"/>
              <a:t>的低</a:t>
            </a:r>
            <a:r>
              <a:rPr lang="en-US" altLang="zh-CN" b="1" dirty="0"/>
              <a:t>16</a:t>
            </a:r>
            <a:r>
              <a:rPr lang="zh-CN" altLang="en-US" b="1" dirty="0"/>
              <a:t>位的某位置“</a:t>
            </a:r>
            <a:r>
              <a:rPr lang="en-US" altLang="zh-CN" b="1" dirty="0"/>
              <a:t>0</a:t>
            </a:r>
            <a:r>
              <a:rPr lang="zh-CN" altLang="en-US" b="1" dirty="0"/>
              <a:t>”，则对应的</a:t>
            </a:r>
            <a:r>
              <a:rPr lang="en-US" altLang="zh-CN" b="1" dirty="0"/>
              <a:t>I/O</a:t>
            </a:r>
            <a:r>
              <a:rPr lang="zh-CN" altLang="en-US" b="1" dirty="0"/>
              <a:t>端口引脚状态不变。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EF43A64-177B-041C-97B4-0DB300F7FE3A}"/>
                  </a:ext>
                </a:extLst>
              </p14:cNvPr>
              <p14:cNvContentPartPr/>
              <p14:nvPr/>
            </p14:nvContentPartPr>
            <p14:xfrm>
              <a:off x="5862600" y="1471680"/>
              <a:ext cx="3005640" cy="30294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EF43A64-177B-041C-97B4-0DB300F7FE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53240" y="1462320"/>
                <a:ext cx="3024360" cy="304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46518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42910" y="1500180"/>
            <a:ext cx="30003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      将</a:t>
            </a:r>
            <a:r>
              <a:rPr lang="en-US" b="1" dirty="0"/>
              <a:t>PB5</a:t>
            </a:r>
            <a:r>
              <a:rPr lang="zh-CN" altLang="en-US" b="1" dirty="0"/>
              <a:t>置为低电平，即将</a:t>
            </a:r>
            <a:r>
              <a:rPr lang="en-US" b="1" dirty="0"/>
              <a:t>GPIOB_ODR</a:t>
            </a:r>
            <a:r>
              <a:rPr lang="zh-CN" altLang="en-US" b="1" dirty="0"/>
              <a:t>寄存器的第</a:t>
            </a:r>
            <a:r>
              <a:rPr lang="en-US" b="1" dirty="0"/>
              <a:t>5</a:t>
            </a:r>
            <a:r>
              <a:rPr lang="zh-CN" altLang="en-US" b="1" dirty="0"/>
              <a:t>位</a:t>
            </a:r>
            <a:r>
              <a:rPr lang="en-US" b="1" dirty="0"/>
              <a:t>ODR5</a:t>
            </a:r>
            <a:r>
              <a:rPr lang="zh-CN" altLang="en-US" b="1" dirty="0"/>
              <a:t>置“</a:t>
            </a:r>
            <a:r>
              <a:rPr lang="en-US" b="1" dirty="0"/>
              <a:t>0</a:t>
            </a:r>
            <a:r>
              <a:rPr lang="zh-CN" altLang="en-US" b="1" dirty="0"/>
              <a:t>”（注：寄存器的位数为</a:t>
            </a:r>
            <a:r>
              <a:rPr lang="en-US" b="1" dirty="0"/>
              <a:t>0~15</a:t>
            </a:r>
            <a:r>
              <a:rPr lang="zh-CN" altLang="en-US" b="1" dirty="0"/>
              <a:t>），则可以有</a:t>
            </a:r>
            <a:r>
              <a:rPr lang="zh-CN" altLang="en-US" b="1" dirty="0">
                <a:solidFill>
                  <a:srgbClr val="D38583"/>
                </a:solidFill>
              </a:rPr>
              <a:t>三种方式</a:t>
            </a:r>
            <a:r>
              <a:rPr lang="zh-CN" altLang="en-US" b="1" dirty="0"/>
              <a:t>实现：</a:t>
            </a:r>
          </a:p>
        </p:txBody>
      </p:sp>
      <p:sp>
        <p:nvSpPr>
          <p:cNvPr id="10" name="矩形 9"/>
          <p:cNvSpPr/>
          <p:nvPr/>
        </p:nvSpPr>
        <p:spPr>
          <a:xfrm>
            <a:off x="500034" y="1071552"/>
            <a:ext cx="649537" cy="369332"/>
          </a:xfrm>
          <a:prstGeom prst="rect">
            <a:avLst/>
          </a:prstGeom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举例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3929058" y="1785932"/>
          <a:ext cx="4929227" cy="304800"/>
        </p:xfrm>
        <a:graphic>
          <a:graphicData uri="http://schemas.openxmlformats.org/drawingml/2006/table">
            <a:tbl>
              <a:tblPr/>
              <a:tblGrid>
                <a:gridCol w="580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3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20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20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13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20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20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13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20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20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713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202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202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7202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latin typeface="Times New Roman"/>
                          <a:ea typeface="宋体"/>
                          <a:cs typeface="Times New Roman"/>
                        </a:rPr>
                        <a:t>位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15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14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13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12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8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6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>
                          <a:latin typeface="Times New Roman"/>
                          <a:ea typeface="宋体"/>
                          <a:cs typeface="Times New Roman"/>
                        </a:rPr>
                        <a:t>5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4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0x0020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643042" y="4500576"/>
          <a:ext cx="5214975" cy="320040"/>
        </p:xfrm>
        <a:graphic>
          <a:graphicData uri="http://schemas.openxmlformats.org/drawingml/2006/table">
            <a:tbl>
              <a:tblPr/>
              <a:tblGrid>
                <a:gridCol w="60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6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6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76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3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76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767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76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767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83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767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767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8767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8767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8839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latin typeface="Times New Roman"/>
                          <a:ea typeface="宋体"/>
                          <a:cs typeface="Times New Roman"/>
                        </a:rPr>
                        <a:t>位</a:t>
                      </a:r>
                      <a:endParaRPr lang="zh-CN" sz="12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15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14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13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12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8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6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b="1" kern="100">
                          <a:latin typeface="Times New Roman"/>
                          <a:ea typeface="宋体"/>
                          <a:cs typeface="Times New Roman"/>
                        </a:rPr>
                        <a:t>5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4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0x0020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b="1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9809" name="Rectangle 1"/>
          <p:cNvSpPr>
            <a:spLocks noChangeArrowheads="1"/>
          </p:cNvSpPr>
          <p:nvPr/>
        </p:nvSpPr>
        <p:spPr bwMode="auto">
          <a:xfrm>
            <a:off x="857224" y="3714758"/>
            <a:ext cx="4714752" cy="584775"/>
          </a:xfrm>
          <a:prstGeom prst="rect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操作</a:t>
            </a:r>
            <a:r>
              <a:rPr lang="en-US" altLang="zh-CN" sz="16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GPIOx_BRR</a:t>
            </a:r>
            <a:r>
              <a:rPr lang="zh-CN" altLang="en-US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寄存器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GPIOB-&gt;BRR = 0x0020</a:t>
            </a:r>
            <a:r>
              <a:rPr lang="zh-CN" altLang="en-US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0000 0000 0010 0000</a:t>
            </a:r>
            <a:r>
              <a:rPr lang="zh-CN" altLang="en-US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）；</a:t>
            </a:r>
          </a:p>
        </p:txBody>
      </p:sp>
      <p:sp>
        <p:nvSpPr>
          <p:cNvPr id="15" name="矩形 14"/>
          <p:cNvSpPr/>
          <p:nvPr/>
        </p:nvSpPr>
        <p:spPr>
          <a:xfrm>
            <a:off x="4429124" y="1071552"/>
            <a:ext cx="4500562" cy="584775"/>
          </a:xfrm>
          <a:prstGeom prst="rect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操作</a:t>
            </a:r>
            <a:r>
              <a:rPr lang="en-US" altLang="zh-CN" sz="16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GPIOx_ODR</a:t>
            </a:r>
            <a:r>
              <a:rPr lang="zh-CN" altLang="en-US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寄存器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GPIOB-&gt;ODR = 0xffef</a:t>
            </a:r>
            <a:r>
              <a:rPr lang="zh-CN" altLang="en-US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1111 1111 1101 1111</a:t>
            </a:r>
            <a:r>
              <a:rPr lang="zh-CN" altLang="en-US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）；</a:t>
            </a:r>
          </a:p>
        </p:txBody>
      </p:sp>
      <p:sp>
        <p:nvSpPr>
          <p:cNvPr id="16" name="椭圆 15"/>
          <p:cNvSpPr/>
          <p:nvPr/>
        </p:nvSpPr>
        <p:spPr>
          <a:xfrm>
            <a:off x="7812360" y="642924"/>
            <a:ext cx="1214446" cy="42862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方法一</a:t>
            </a:r>
          </a:p>
        </p:txBody>
      </p:sp>
      <p:sp>
        <p:nvSpPr>
          <p:cNvPr id="17" name="矩形 16"/>
          <p:cNvSpPr/>
          <p:nvPr/>
        </p:nvSpPr>
        <p:spPr>
          <a:xfrm>
            <a:off x="4714876" y="2643188"/>
            <a:ext cx="4143372" cy="861774"/>
          </a:xfrm>
          <a:prstGeom prst="rect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操作</a:t>
            </a:r>
            <a:r>
              <a:rPr lang="en-US" altLang="zh-CN" sz="1600" b="1" dirty="0" err="1">
                <a:latin typeface="Arial" pitchFamily="34" charset="0"/>
                <a:ea typeface="宋体" pitchFamily="2" charset="-122"/>
                <a:cs typeface="Times New Roman" pitchFamily="18" charset="0"/>
              </a:rPr>
              <a:t>GPIOx_BSRR</a:t>
            </a:r>
            <a:r>
              <a:rPr lang="zh-CN" altLang="en-US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寄存器</a:t>
            </a:r>
            <a:endParaRPr lang="zh-CN" altLang="en-US" sz="8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Arial" pitchFamily="34" charset="0"/>
                <a:ea typeface="宋体" pitchFamily="2" charset="-122"/>
                <a:cs typeface="Times New Roman" pitchFamily="18" charset="0"/>
              </a:rPr>
              <a:t>GPIOB-&gt;BSRR = 0x00200000</a:t>
            </a:r>
            <a:r>
              <a:rPr lang="zh-CN" altLang="en-US" sz="16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1600" dirty="0">
                <a:latin typeface="Arial" pitchFamily="34" charset="0"/>
                <a:ea typeface="宋体" pitchFamily="2" charset="-122"/>
                <a:cs typeface="Times New Roman" pitchFamily="18" charset="0"/>
              </a:rPr>
              <a:t>0000 0000 0010 0000 0000 0000 0000 0000</a:t>
            </a:r>
            <a:r>
              <a:rPr lang="zh-CN" altLang="en-US" sz="16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）；</a:t>
            </a:r>
            <a:endParaRPr lang="zh-CN" altLang="en-US" sz="8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143372" y="2214560"/>
            <a:ext cx="1214446" cy="42862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方法二</a:t>
            </a:r>
          </a:p>
        </p:txBody>
      </p:sp>
      <p:sp>
        <p:nvSpPr>
          <p:cNvPr id="19" name="椭圆 18"/>
          <p:cNvSpPr/>
          <p:nvPr/>
        </p:nvSpPr>
        <p:spPr>
          <a:xfrm>
            <a:off x="428596" y="3286130"/>
            <a:ext cx="1214446" cy="42862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方法三</a:t>
            </a:r>
          </a:p>
        </p:txBody>
      </p:sp>
      <p:sp>
        <p:nvSpPr>
          <p:cNvPr id="22" name="矩形 21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A4F3C42-F1C3-C27F-616F-68D4CDDA6E00}"/>
                  </a:ext>
                </a:extLst>
              </p14:cNvPr>
              <p14:cNvContentPartPr/>
              <p14:nvPr/>
            </p14:nvContentPartPr>
            <p14:xfrm>
              <a:off x="214200" y="733320"/>
              <a:ext cx="7977600" cy="35247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A4F3C42-F1C3-C27F-616F-68D4CDDA6E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840" y="723960"/>
                <a:ext cx="7996320" cy="354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46518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071538" y="1643056"/>
            <a:ext cx="2996406" cy="24006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/>
              <a:t>        采用基于</a:t>
            </a:r>
            <a:r>
              <a:rPr lang="en-US" altLang="zh-CN" sz="2000" b="1" dirty="0"/>
              <a:t>HAL</a:t>
            </a:r>
            <a:r>
              <a:rPr lang="zh-CN" altLang="en-US" sz="2000" b="1" dirty="0"/>
              <a:t>库设计方式，利用两个</a:t>
            </a:r>
            <a:r>
              <a:rPr lang="en-US" altLang="zh-CN" sz="2000" b="1" dirty="0"/>
              <a:t>GPIO</a:t>
            </a:r>
            <a:r>
              <a:rPr lang="zh-CN" altLang="en-US" sz="2000" b="1" dirty="0"/>
              <a:t>引脚输出高低电平控制发光二极管，并按一定时间间隔改变</a:t>
            </a:r>
            <a:r>
              <a:rPr lang="en-US" altLang="zh-CN" sz="2000" b="1" dirty="0"/>
              <a:t>IO</a:t>
            </a:r>
            <a:r>
              <a:rPr lang="zh-CN" altLang="en-US" sz="2000" b="1" dirty="0"/>
              <a:t>口电平，实现灯光闪烁效果。</a:t>
            </a:r>
          </a:p>
        </p:txBody>
      </p:sp>
      <p:sp>
        <p:nvSpPr>
          <p:cNvPr id="11" name="矩形 10"/>
          <p:cNvSpPr/>
          <p:nvPr/>
        </p:nvSpPr>
        <p:spPr>
          <a:xfrm>
            <a:off x="571472" y="1357304"/>
            <a:ext cx="928694" cy="571504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功能</a:t>
            </a:r>
          </a:p>
        </p:txBody>
      </p:sp>
      <p:sp>
        <p:nvSpPr>
          <p:cNvPr id="16" name="矩形 15"/>
          <p:cNvSpPr/>
          <p:nvPr/>
        </p:nvSpPr>
        <p:spPr>
          <a:xfrm>
            <a:off x="4716016" y="1344764"/>
            <a:ext cx="3999388" cy="2523130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500562" y="987574"/>
            <a:ext cx="1143008" cy="7143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硬件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0562" y="4071948"/>
            <a:ext cx="421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       当引脚输出为低电平时，</a:t>
            </a:r>
            <a:r>
              <a:rPr lang="en-US" altLang="zh-CN" b="1" dirty="0"/>
              <a:t>LED</a:t>
            </a:r>
            <a:r>
              <a:rPr lang="zh-CN" altLang="en-US" b="1" dirty="0"/>
              <a:t>灯亮，当引脚输出为高电平时，</a:t>
            </a:r>
            <a:r>
              <a:rPr lang="en-US" altLang="zh-CN" b="1" dirty="0"/>
              <a:t>LED</a:t>
            </a:r>
            <a:r>
              <a:rPr lang="zh-CN" altLang="en-US" b="1" dirty="0"/>
              <a:t>灯灭。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" y="339503"/>
            <a:ext cx="406794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5496" y="339503"/>
            <a:ext cx="3960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5.4.2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库应用实例</a:t>
            </a:r>
          </a:p>
        </p:txBody>
      </p:sp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388952"/>
              </p:ext>
            </p:extLst>
          </p:nvPr>
        </p:nvGraphicFramePr>
        <p:xfrm>
          <a:off x="5004048" y="1851670"/>
          <a:ext cx="3532382" cy="1852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899647" imgH="992692" progId="Visio.Drawing.11">
                  <p:embed/>
                </p:oleObj>
              </mc:Choice>
              <mc:Fallback>
                <p:oleObj name="Visio" r:id="rId2" imgW="1899647" imgH="992692" progId="Visio.Drawing.11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1851670"/>
                        <a:ext cx="3532382" cy="18528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B40B8F43-1E5A-E565-FFCB-B23731172E21}"/>
                  </a:ext>
                </a:extLst>
              </p14:cNvPr>
              <p14:cNvContentPartPr/>
              <p14:nvPr/>
            </p14:nvContentPartPr>
            <p14:xfrm>
              <a:off x="1247760" y="3471840"/>
              <a:ext cx="6958440" cy="13244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B40B8F43-1E5A-E565-FFCB-B23731172E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8400" y="3462480"/>
                <a:ext cx="6977160" cy="134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58522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683568" y="1419622"/>
            <a:ext cx="46085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基于</a:t>
            </a:r>
            <a:r>
              <a:rPr lang="en-US" altLang="zh-CN" sz="2000" b="1" dirty="0"/>
              <a:t>HAL</a:t>
            </a:r>
            <a:r>
              <a:rPr lang="zh-CN" altLang="en-US" sz="2000" b="1" dirty="0"/>
              <a:t>库的软件设计流程如图所示：</a:t>
            </a:r>
            <a:endParaRPr lang="en-US" altLang="zh-CN" sz="2000" b="1" dirty="0"/>
          </a:p>
          <a:p>
            <a:pPr marL="800100" lvl="1" indent="-342900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/>
              <a:t>建立</a:t>
            </a:r>
            <a:r>
              <a:rPr lang="en-US" altLang="zh-CN" sz="2000" b="1" dirty="0"/>
              <a:t>STM32CubeMX</a:t>
            </a:r>
            <a:r>
              <a:rPr lang="zh-CN" altLang="en-US" sz="2000" b="1" dirty="0"/>
              <a:t>工程；</a:t>
            </a:r>
            <a:endParaRPr lang="en-US" altLang="zh-CN" sz="2000" b="1" dirty="0"/>
          </a:p>
          <a:p>
            <a:pPr marL="800100" lvl="1" indent="-342900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/>
              <a:t>进行功能参数配置；</a:t>
            </a:r>
            <a:endParaRPr lang="en-US" altLang="zh-CN" sz="2000" b="1" dirty="0"/>
          </a:p>
          <a:p>
            <a:pPr marL="800100" lvl="1" indent="-342900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/>
              <a:t>生成工程代码</a:t>
            </a:r>
            <a:r>
              <a:rPr lang="en-GB" altLang="zh-CN" sz="2000" b="1" dirty="0"/>
              <a:t>;</a:t>
            </a:r>
            <a:endParaRPr lang="en-US" altLang="zh-CN" sz="2000" b="1" dirty="0"/>
          </a:p>
          <a:p>
            <a:pPr marL="800100" lvl="1" indent="-342900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/>
              <a:t>修改代码完成应用程序设计</a:t>
            </a:r>
            <a:r>
              <a:rPr lang="en-GB" altLang="zh-CN" sz="2000" b="1" dirty="0"/>
              <a:t>;</a:t>
            </a:r>
            <a:endParaRPr lang="en-US" altLang="zh-CN" sz="2000" b="1" dirty="0"/>
          </a:p>
          <a:p>
            <a:pPr marL="800100" lvl="1" indent="-342900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/>
              <a:t>下载到开发板测试。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739756"/>
              </p:ext>
            </p:extLst>
          </p:nvPr>
        </p:nvGraphicFramePr>
        <p:xfrm>
          <a:off x="6072198" y="714362"/>
          <a:ext cx="2376264" cy="3950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555300" imgH="2579714" progId="Visio.Drawing.11">
                  <p:embed/>
                </p:oleObj>
              </mc:Choice>
              <mc:Fallback>
                <p:oleObj name="Visio" r:id="rId2" imgW="1555300" imgH="2579714" progId="Visio.Drawing.11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98" y="714362"/>
                        <a:ext cx="2376264" cy="39507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5.4.2 </a:t>
            </a:r>
            <a:r>
              <a:rPr lang="zh-CN" altLang="en-US" sz="2400" b="1" dirty="0">
                <a:solidFill>
                  <a:schemeClr val="bg1"/>
                </a:solidFill>
              </a:rPr>
              <a:t>应用实例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</a:rPr>
              <a:t>基于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库实现</a:t>
            </a:r>
            <a:r>
              <a:rPr lang="en-US" altLang="zh-CN" sz="2400" b="1" dirty="0">
                <a:solidFill>
                  <a:schemeClr val="bg1"/>
                </a:solidFill>
              </a:rPr>
              <a:t>LED</a:t>
            </a:r>
            <a:r>
              <a:rPr lang="zh-CN" altLang="en-US" sz="2400" b="1" dirty="0">
                <a:solidFill>
                  <a:schemeClr val="bg1"/>
                </a:solidFill>
              </a:rPr>
              <a:t>闪烁</a:t>
            </a:r>
          </a:p>
        </p:txBody>
      </p:sp>
      <p:sp>
        <p:nvSpPr>
          <p:cNvPr id="10" name="矩形 9"/>
          <p:cNvSpPr/>
          <p:nvPr/>
        </p:nvSpPr>
        <p:spPr>
          <a:xfrm>
            <a:off x="1" y="339503"/>
            <a:ext cx="406794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5496" y="339503"/>
            <a:ext cx="3960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5.4.2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库应用实例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716FC79A-7B5C-15D8-2BA0-F3BFBDFC4D86}"/>
                  </a:ext>
                </a:extLst>
              </p14:cNvPr>
              <p14:cNvContentPartPr/>
              <p14:nvPr/>
            </p14:nvContentPartPr>
            <p14:xfrm>
              <a:off x="1866960" y="2328840"/>
              <a:ext cx="2276640" cy="19436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716FC79A-7B5C-15D8-2BA0-F3BFBDFC4D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7600" y="2319480"/>
                <a:ext cx="2295360" cy="196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83890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62281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zh-CN" sz="1600" b="1" dirty="0">
                <a:solidFill>
                  <a:schemeClr val="bg1"/>
                </a:solidFill>
              </a:rPr>
              <a:t>新建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zh-CN" sz="1600" b="1" dirty="0">
                <a:solidFill>
                  <a:schemeClr val="bg1"/>
                </a:solidFill>
              </a:rPr>
              <a:t>工程，选择设计采用的</a:t>
            </a:r>
            <a:r>
              <a:rPr lang="en-US" altLang="zh-CN" sz="1600" b="1" dirty="0">
                <a:solidFill>
                  <a:schemeClr val="bg1"/>
                </a:solidFill>
              </a:rPr>
              <a:t>MCU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云形 3"/>
          <p:cNvSpPr/>
          <p:nvPr/>
        </p:nvSpPr>
        <p:spPr>
          <a:xfrm>
            <a:off x="1205880" y="2939742"/>
            <a:ext cx="1800200" cy="568112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注意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2457567" y="3218948"/>
            <a:ext cx="56886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       所建工程文件名必须是</a:t>
            </a:r>
            <a:r>
              <a:rPr lang="zh-CN" altLang="en-US" sz="2400" b="1" dirty="0">
                <a:solidFill>
                  <a:srgbClr val="CD7371"/>
                </a:solidFill>
              </a:rPr>
              <a:t>英文名称</a:t>
            </a:r>
            <a:r>
              <a:rPr lang="zh-CN" altLang="en-US" sz="2400" b="1" dirty="0"/>
              <a:t>，且必须是</a:t>
            </a:r>
            <a:r>
              <a:rPr lang="zh-CN" altLang="en-US" sz="2400" b="1" dirty="0">
                <a:solidFill>
                  <a:srgbClr val="CD7371"/>
                </a:solidFill>
              </a:rPr>
              <a:t>英文路径</a:t>
            </a:r>
            <a:r>
              <a:rPr lang="zh-CN" altLang="en-US" sz="2400" b="1" dirty="0"/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1043608" y="1419622"/>
            <a:ext cx="73448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    在</a:t>
            </a:r>
            <a:r>
              <a:rPr lang="en-GB" altLang="zh-CN" sz="2400" b="1" dirty="0"/>
              <a:t>D</a:t>
            </a:r>
            <a:r>
              <a:rPr lang="zh-CN" altLang="en-US" sz="2400" b="1" dirty="0"/>
              <a:t>盘或其他盘符目录下新建一个文件夹，用来存放后面建立的</a:t>
            </a:r>
            <a:r>
              <a:rPr lang="en-GB" altLang="zh-CN" sz="2400" b="1" dirty="0"/>
              <a:t>STM32CubeMX</a:t>
            </a:r>
            <a:r>
              <a:rPr lang="zh-CN" altLang="en-US" sz="2400" b="1" dirty="0"/>
              <a:t>工程。</a:t>
            </a:r>
            <a:endParaRPr lang="zh-CN" alt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571EAF5E-0C36-C105-B987-6E4206651A82}"/>
                  </a:ext>
                </a:extLst>
              </p14:cNvPr>
              <p14:cNvContentPartPr/>
              <p14:nvPr/>
            </p14:nvContentPartPr>
            <p14:xfrm>
              <a:off x="1671480" y="1914480"/>
              <a:ext cx="5958360" cy="26053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571EAF5E-0C36-C105-B987-6E4206651A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2120" y="1905120"/>
                <a:ext cx="5977080" cy="262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50721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630019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zh-CN" sz="1600" b="1" dirty="0">
                <a:solidFill>
                  <a:schemeClr val="bg1"/>
                </a:solidFill>
              </a:rPr>
              <a:t>新建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zh-CN" sz="1600" b="1" dirty="0">
                <a:solidFill>
                  <a:schemeClr val="bg1"/>
                </a:solidFill>
              </a:rPr>
              <a:t>工程，选择设计采用的</a:t>
            </a:r>
            <a:r>
              <a:rPr lang="en-US" altLang="zh-CN" sz="1600" b="1" dirty="0">
                <a:solidFill>
                  <a:schemeClr val="bg1"/>
                </a:solidFill>
              </a:rPr>
              <a:t>MCU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7544" y="4011910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      在主界面中通过单击“</a:t>
            </a:r>
            <a:r>
              <a:rPr lang="en-GB" altLang="zh-CN" sz="2000" b="1" dirty="0"/>
              <a:t>New Project”</a:t>
            </a:r>
            <a:r>
              <a:rPr lang="zh-CN" altLang="en-US" sz="2000" b="1" dirty="0"/>
              <a:t>下“</a:t>
            </a:r>
            <a:r>
              <a:rPr lang="en-GB" altLang="zh-CN" sz="2000" b="1" dirty="0"/>
              <a:t>ACCESS TO MCU SELECTOR”</a:t>
            </a:r>
            <a:r>
              <a:rPr lang="zh-CN" altLang="en-US" sz="2000" b="1" dirty="0"/>
              <a:t>按钮或通过菜单栏中的“</a:t>
            </a:r>
            <a:r>
              <a:rPr lang="en-GB" altLang="zh-CN" sz="2000" b="1" dirty="0" err="1"/>
              <a:t>File”→“New</a:t>
            </a:r>
            <a:r>
              <a:rPr lang="en-GB" altLang="zh-CN" sz="2000" b="1" dirty="0"/>
              <a:t> Project”</a:t>
            </a:r>
            <a:r>
              <a:rPr lang="zh-CN" altLang="en-US" sz="2000" b="1" dirty="0"/>
              <a:t>新建一个工程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41422" y="1419622"/>
            <a:ext cx="286978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打开</a:t>
            </a:r>
            <a:r>
              <a:rPr lang="en-GB" altLang="zh-CN" sz="2000" b="1" dirty="0"/>
              <a:t>STM32CubeMX</a:t>
            </a:r>
            <a:r>
              <a:rPr lang="zh-CN" altLang="en-US" sz="2000" b="1" dirty="0"/>
              <a:t>软件</a:t>
            </a:r>
            <a:endParaRPr lang="en-US" altLang="zh-CN" sz="2000" b="1" dirty="0"/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05" y="2139702"/>
            <a:ext cx="1152128" cy="1415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 descr="F:\教材编写2019-8-刘\书稿截图\第7章\2019-09-25_134228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440" y="1085478"/>
            <a:ext cx="4889187" cy="289493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902B5F5-E89C-37F6-2744-97D6E2CEBA3C}"/>
                  </a:ext>
                </a:extLst>
              </p14:cNvPr>
              <p14:cNvContentPartPr/>
              <p14:nvPr/>
            </p14:nvContentPartPr>
            <p14:xfrm>
              <a:off x="1714320" y="1847880"/>
              <a:ext cx="6401160" cy="321012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902B5F5-E89C-37F6-2744-97D6E2CEBA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04960" y="1838520"/>
                <a:ext cx="6419880" cy="322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55163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634638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zh-CN" sz="1600" b="1" dirty="0">
                <a:solidFill>
                  <a:schemeClr val="bg1"/>
                </a:solidFill>
              </a:rPr>
              <a:t>新建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zh-CN" sz="1600" b="1" dirty="0">
                <a:solidFill>
                  <a:schemeClr val="bg1"/>
                </a:solidFill>
              </a:rPr>
              <a:t>工程，选择设计采用的</a:t>
            </a:r>
            <a:r>
              <a:rPr lang="en-US" altLang="zh-CN" sz="1600" b="1" dirty="0">
                <a:solidFill>
                  <a:schemeClr val="bg1"/>
                </a:solidFill>
              </a:rPr>
              <a:t>MCU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5536" y="1207307"/>
            <a:ext cx="3456384" cy="3524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/>
              <a:t>选择所用</a:t>
            </a:r>
            <a:r>
              <a:rPr lang="en-US" altLang="zh-CN" b="1" dirty="0"/>
              <a:t>MCU</a:t>
            </a:r>
            <a:r>
              <a:rPr lang="zh-CN" altLang="en-US" b="1" dirty="0"/>
              <a:t>对应的</a:t>
            </a:r>
            <a:r>
              <a:rPr lang="zh-CN" altLang="en-US" b="1" dirty="0">
                <a:solidFill>
                  <a:srgbClr val="CD7371"/>
                </a:solidFill>
              </a:rPr>
              <a:t>内核</a:t>
            </a:r>
            <a:r>
              <a:rPr lang="zh-CN" altLang="en-US" b="1" dirty="0"/>
              <a:t>，选择“</a:t>
            </a:r>
            <a:r>
              <a:rPr lang="en-US" altLang="zh-CN" b="1" dirty="0"/>
              <a:t>ARM Cortex-M3”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/>
              <a:t>在“</a:t>
            </a:r>
            <a:r>
              <a:rPr lang="en-US" altLang="zh-CN" b="1" dirty="0"/>
              <a:t>Series</a:t>
            </a:r>
            <a:r>
              <a:rPr lang="zh-CN" altLang="en-US" b="1" dirty="0"/>
              <a:t>”选项中选择对应的</a:t>
            </a:r>
            <a:r>
              <a:rPr lang="zh-CN" altLang="en-US" b="1" dirty="0">
                <a:solidFill>
                  <a:srgbClr val="CD7371"/>
                </a:solidFill>
              </a:rPr>
              <a:t>系列</a:t>
            </a:r>
            <a:r>
              <a:rPr lang="zh-CN" altLang="en-US" b="1" dirty="0"/>
              <a:t>，如“</a:t>
            </a:r>
            <a:r>
              <a:rPr lang="en-US" altLang="zh-CN" b="1" dirty="0"/>
              <a:t>SMT32F1”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/>
              <a:t>在右侧“</a:t>
            </a:r>
            <a:r>
              <a:rPr lang="en-US" altLang="zh-CN" b="1" dirty="0"/>
              <a:t>MCUs/MPUs List”</a:t>
            </a:r>
            <a:r>
              <a:rPr lang="zh-CN" altLang="en-US" b="1" dirty="0"/>
              <a:t>中找到该系列下所使用的</a:t>
            </a:r>
            <a:r>
              <a:rPr lang="zh-CN" altLang="en-US" b="1" dirty="0">
                <a:solidFill>
                  <a:srgbClr val="CD7371"/>
                </a:solidFill>
              </a:rPr>
              <a:t>微控制器芯片型号</a:t>
            </a:r>
            <a:endParaRPr lang="en-US" altLang="zh-CN" b="1" dirty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/>
              <a:t>选中并单击对应芯片型号，在“</a:t>
            </a:r>
            <a:r>
              <a:rPr lang="en-US" altLang="zh-CN" b="1" dirty="0"/>
              <a:t>MCUs/MPUs List”</a:t>
            </a:r>
            <a:r>
              <a:rPr lang="zh-CN" altLang="en-US" b="1" dirty="0"/>
              <a:t>上方会显示该芯片对应的基本信息。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" name="图片 9" descr="C:\Users\锋\Desktop\新建文件夹\第5章图片\2019-08-15_150820(1)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059582"/>
            <a:ext cx="4556884" cy="30243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4211960" y="422793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/>
              <a:t>也可以通过在</a:t>
            </a:r>
            <a:r>
              <a:rPr lang="zh-CN" altLang="en-US" b="1" dirty="0">
                <a:solidFill>
                  <a:srgbClr val="CD7371"/>
                </a:solidFill>
              </a:rPr>
              <a:t>搜索栏</a:t>
            </a:r>
            <a:r>
              <a:rPr lang="zh-CN" altLang="en-US" b="1" dirty="0"/>
              <a:t>内直接输入芯片型号采用搜索的方式来快速完成。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1E7221B-B86F-944A-3B15-B44C84638132}"/>
                  </a:ext>
                </a:extLst>
              </p14:cNvPr>
              <p14:cNvContentPartPr/>
              <p14:nvPr/>
            </p14:nvContentPartPr>
            <p14:xfrm>
              <a:off x="1319040" y="2262240"/>
              <a:ext cx="2081880" cy="21196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1E7221B-B86F-944A-3B15-B44C846381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9680" y="2252880"/>
                <a:ext cx="2100600" cy="213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23563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84" y="1178716"/>
            <a:ext cx="7344816" cy="828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/>
              <a:t>    在</a:t>
            </a:r>
            <a:r>
              <a:rPr lang="en-GB" altLang="zh-CN" sz="2000" b="1" dirty="0"/>
              <a:t>New Project</a:t>
            </a:r>
            <a:r>
              <a:rPr lang="zh-CN" altLang="en-US" sz="2000" b="1" dirty="0"/>
              <a:t>窗口完成</a:t>
            </a:r>
            <a:r>
              <a:rPr lang="en-GB" altLang="zh-CN" sz="2000" b="1" dirty="0"/>
              <a:t>MCU</a:t>
            </a:r>
            <a:r>
              <a:rPr lang="zh-CN" altLang="en-US" sz="2000" b="1" dirty="0"/>
              <a:t>的相关设置后，双击所选择的具体芯片，进入</a:t>
            </a:r>
            <a:r>
              <a:rPr lang="en-GB" altLang="zh-CN" sz="2000" b="1" dirty="0"/>
              <a:t>STM32CubeMX</a:t>
            </a:r>
            <a:r>
              <a:rPr lang="zh-CN" altLang="en-US" sz="2000" b="1" dirty="0"/>
              <a:t>的主界面，完成以下过程：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1183271601"/>
              </p:ext>
            </p:extLst>
          </p:nvPr>
        </p:nvGraphicFramePr>
        <p:xfrm>
          <a:off x="2267744" y="2139702"/>
          <a:ext cx="4812196" cy="2376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0A18D07-61E2-8D1C-0EA2-94ECC1C5273A}"/>
                  </a:ext>
                </a:extLst>
              </p14:cNvPr>
              <p14:cNvContentPartPr/>
              <p14:nvPr/>
            </p14:nvContentPartPr>
            <p14:xfrm>
              <a:off x="2290680" y="2038320"/>
              <a:ext cx="4510440" cy="21672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0A18D07-61E2-8D1C-0EA2-94ECC1C527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81320" y="2028960"/>
                <a:ext cx="4529160" cy="218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80767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608416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功能参数配置（</a:t>
            </a:r>
            <a:r>
              <a:rPr lang="zh-CN" altLang="zh-CN" sz="1600" b="1" dirty="0">
                <a:solidFill>
                  <a:schemeClr val="bg1"/>
                </a:solidFill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</a:rPr>
              <a:t>RCC</a:t>
            </a:r>
            <a:r>
              <a:rPr lang="zh-CN" altLang="zh-CN" sz="1600" b="1" dirty="0">
                <a:solidFill>
                  <a:schemeClr val="bg1"/>
                </a:solidFill>
              </a:rPr>
              <a:t>配置</a:t>
            </a:r>
            <a:r>
              <a:rPr lang="zh-CN" altLang="en-US" sz="1600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530" y="987574"/>
            <a:ext cx="84159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/>
              <a:t>在“</a:t>
            </a:r>
            <a:r>
              <a:rPr lang="en-GB" altLang="zh-CN" sz="2000" b="1" dirty="0"/>
              <a:t>Categories</a:t>
            </a:r>
            <a:r>
              <a:rPr lang="zh-CN" altLang="en-US" sz="2000" b="1" dirty="0"/>
              <a:t>”栏目中的“</a:t>
            </a:r>
            <a:r>
              <a:rPr lang="en-GB" altLang="zh-CN" sz="2000" b="1" dirty="0"/>
              <a:t>System Core</a:t>
            </a:r>
            <a:r>
              <a:rPr lang="zh-CN" altLang="en-US" sz="2000" b="1" dirty="0"/>
              <a:t>”中，找到“</a:t>
            </a:r>
            <a:r>
              <a:rPr lang="en-GB" altLang="zh-CN" sz="2000" b="1" dirty="0"/>
              <a:t>RCC</a:t>
            </a:r>
            <a:r>
              <a:rPr lang="zh-CN" altLang="en-US" sz="2000" b="1" dirty="0"/>
              <a:t>”选项</a:t>
            </a:r>
            <a:endParaRPr lang="en-US" altLang="zh-CN" sz="2000" b="1" dirty="0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" name="图片 9" descr="F:\教材编写2019-8-\第5章图片\2019-08-14_104807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605525"/>
            <a:ext cx="5274310" cy="29667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6281936" y="1779662"/>
            <a:ext cx="2538536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/>
              <a:t>     时钟信号选择</a:t>
            </a:r>
            <a:r>
              <a:rPr lang="en-GB" altLang="zh-CN" b="1" dirty="0">
                <a:solidFill>
                  <a:srgbClr val="CD7371"/>
                </a:solidFill>
              </a:rPr>
              <a:t>HSE</a:t>
            </a:r>
            <a:r>
              <a:rPr lang="zh-CN" altLang="en-US" b="1" dirty="0"/>
              <a:t>作为系统的外部时钟源，</a:t>
            </a:r>
            <a:r>
              <a:rPr lang="en-GB" altLang="zh-CN" b="1" dirty="0"/>
              <a:t>HSE</a:t>
            </a:r>
            <a:r>
              <a:rPr lang="zh-CN" altLang="en-US" b="1" dirty="0"/>
              <a:t>选择“</a:t>
            </a:r>
            <a:r>
              <a:rPr lang="en-GB" altLang="zh-CN" b="1" dirty="0"/>
              <a:t>Crystal/Ceramic Resonator</a:t>
            </a:r>
            <a:r>
              <a:rPr lang="zh-CN" altLang="en-US" b="1" dirty="0"/>
              <a:t>”</a:t>
            </a:r>
            <a:r>
              <a:rPr lang="zh-CN" altLang="en-GB" b="1" dirty="0"/>
              <a:t>（</a:t>
            </a:r>
            <a:r>
              <a:rPr lang="zh-CN" altLang="en-US" b="1" dirty="0"/>
              <a:t>晶振</a:t>
            </a:r>
            <a:r>
              <a:rPr lang="en-US" altLang="zh-CN" b="1" dirty="0"/>
              <a:t>/</a:t>
            </a:r>
            <a:r>
              <a:rPr lang="zh-CN" altLang="en-US" b="1" dirty="0"/>
              <a:t>陶瓷谐振器）</a:t>
            </a:r>
            <a:endParaRPr lang="en-US" altLang="zh-CN" b="1" dirty="0"/>
          </a:p>
          <a:p>
            <a:pPr>
              <a:lnSpc>
                <a:spcPct val="125000"/>
              </a:lnSpc>
            </a:pPr>
            <a:r>
              <a:rPr lang="en-GB" altLang="zh-CN" b="1" dirty="0"/>
              <a:t>     </a:t>
            </a:r>
            <a:r>
              <a:rPr lang="en-GB" altLang="zh-CN" b="1" dirty="0">
                <a:solidFill>
                  <a:srgbClr val="CD7371"/>
                </a:solidFill>
              </a:rPr>
              <a:t>LSE</a:t>
            </a:r>
            <a:r>
              <a:rPr lang="zh-CN" altLang="en-US" b="1" dirty="0"/>
              <a:t>选择“</a:t>
            </a:r>
            <a:r>
              <a:rPr lang="en-GB" altLang="zh-CN" b="1" dirty="0"/>
              <a:t>Disable</a:t>
            </a:r>
            <a:r>
              <a:rPr lang="zh-CN" altLang="en-US" b="1" dirty="0"/>
              <a:t>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A58CF294-A96B-666E-B968-8AF820FEC16E}"/>
                  </a:ext>
                </a:extLst>
              </p14:cNvPr>
              <p14:cNvContentPartPr/>
              <p14:nvPr/>
            </p14:nvContentPartPr>
            <p14:xfrm>
              <a:off x="1847880" y="1328760"/>
              <a:ext cx="6706080" cy="29577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A58CF294-A96B-666E-B968-8AF820FEC1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38520" y="1319400"/>
                <a:ext cx="6724800" cy="297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10800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586814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功能参数配置（时钟配置）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530" y="987574"/>
            <a:ext cx="84159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/>
              <a:t>点开“</a:t>
            </a:r>
            <a:r>
              <a:rPr lang="en-US" altLang="zh-CN" sz="2000" b="1" dirty="0"/>
              <a:t>Clock Configuration</a:t>
            </a:r>
            <a:r>
              <a:rPr lang="zh-CN" altLang="en-US" sz="2000" b="1" dirty="0"/>
              <a:t>”选项栏，进行系统时钟配置</a:t>
            </a:r>
            <a:endParaRPr lang="en-US" altLang="zh-CN" sz="2000" b="1" dirty="0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012160" y="1546123"/>
            <a:ext cx="2880320" cy="3208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/>
              <a:t>采用</a:t>
            </a:r>
            <a:r>
              <a:rPr lang="en-US" altLang="zh-CN" b="1" dirty="0"/>
              <a:t>HSE</a:t>
            </a:r>
            <a:r>
              <a:rPr lang="zh-CN" altLang="en-US" b="1" dirty="0"/>
              <a:t>外部晶振，频率为</a:t>
            </a:r>
            <a:r>
              <a:rPr lang="en-US" altLang="zh-CN" b="1" dirty="0"/>
              <a:t>8MHz</a:t>
            </a:r>
            <a:r>
              <a:rPr lang="zh-CN" altLang="en-US" b="1" dirty="0"/>
              <a:t>，通过</a:t>
            </a:r>
            <a:r>
              <a:rPr lang="en-US" altLang="zh-CN" b="1" dirty="0"/>
              <a:t>PLL</a:t>
            </a:r>
            <a:r>
              <a:rPr lang="zh-CN" altLang="en-US" b="1" dirty="0"/>
              <a:t>的</a:t>
            </a:r>
            <a:r>
              <a:rPr lang="en-US" altLang="zh-CN" b="1" dirty="0"/>
              <a:t>9</a:t>
            </a:r>
            <a:r>
              <a:rPr lang="zh-CN" altLang="en-US" b="1" dirty="0"/>
              <a:t>倍频，使得</a:t>
            </a:r>
            <a:r>
              <a:rPr lang="zh-CN" altLang="en-US" b="1" dirty="0">
                <a:solidFill>
                  <a:srgbClr val="CD7371"/>
                </a:solidFill>
              </a:rPr>
              <a:t>系统时钟</a:t>
            </a:r>
            <a:r>
              <a:rPr lang="en-US" altLang="zh-CN" b="1" dirty="0"/>
              <a:t>SYSCLK</a:t>
            </a:r>
            <a:r>
              <a:rPr lang="zh-CN" altLang="en-US" b="1" dirty="0"/>
              <a:t>为</a:t>
            </a:r>
            <a:r>
              <a:rPr lang="en-US" altLang="zh-CN" b="1" dirty="0"/>
              <a:t>72MHz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D7371"/>
                </a:solidFill>
              </a:rPr>
              <a:t>APB2</a:t>
            </a:r>
            <a:r>
              <a:rPr lang="zh-CN" altLang="en-US" b="1" dirty="0"/>
              <a:t>时钟与</a:t>
            </a:r>
            <a:r>
              <a:rPr lang="en-US" altLang="zh-CN" b="1" dirty="0"/>
              <a:t>HCLK</a:t>
            </a:r>
            <a:r>
              <a:rPr lang="zh-CN" altLang="en-US" b="1" dirty="0"/>
              <a:t>相同，所以不需要分频；</a:t>
            </a:r>
            <a:endParaRPr lang="en-US" altLang="zh-CN" b="1" dirty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en-US" altLang="zh-CN" b="1" dirty="0"/>
              <a:t>HCLK</a:t>
            </a:r>
            <a:r>
              <a:rPr lang="zh-CN" altLang="en-US" b="1" dirty="0"/>
              <a:t>经</a:t>
            </a:r>
            <a:r>
              <a:rPr lang="en-US" altLang="zh-CN" b="1" dirty="0"/>
              <a:t>2</a:t>
            </a:r>
            <a:r>
              <a:rPr lang="zh-CN" altLang="en-US" b="1" dirty="0"/>
              <a:t>分频得到</a:t>
            </a:r>
            <a:r>
              <a:rPr lang="en-US" altLang="zh-CN" b="1" dirty="0">
                <a:solidFill>
                  <a:srgbClr val="CD7371"/>
                </a:solidFill>
              </a:rPr>
              <a:t>APB1</a:t>
            </a:r>
            <a:r>
              <a:rPr lang="zh-CN" altLang="en-US" b="1" dirty="0"/>
              <a:t>的时钟频率为</a:t>
            </a:r>
            <a:r>
              <a:rPr lang="en-US" altLang="zh-CN" b="1" dirty="0"/>
              <a:t>PCLK1=36MHz</a:t>
            </a:r>
            <a:r>
              <a:rPr lang="zh-CN" altLang="en-US" b="1" dirty="0"/>
              <a:t>，</a:t>
            </a:r>
          </a:p>
        </p:txBody>
      </p:sp>
      <p:pic>
        <p:nvPicPr>
          <p:cNvPr id="11" name="图片 10" descr="C:\Users\锋\Desktop\新建文件夹\第5章图片\2019-08-14_105005(1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19" y="1667683"/>
            <a:ext cx="5274310" cy="29654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AC94C2A2-390F-6F96-A5BE-A16F74724E12}"/>
                  </a:ext>
                </a:extLst>
              </p14:cNvPr>
              <p14:cNvContentPartPr/>
              <p14:nvPr/>
            </p14:nvContentPartPr>
            <p14:xfrm>
              <a:off x="2205000" y="1376280"/>
              <a:ext cx="6567840" cy="33721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AC94C2A2-390F-6F96-A5BE-A16F74724E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5640" y="1366920"/>
                <a:ext cx="6586560" cy="339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53461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608416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功能参数配置（</a:t>
            </a:r>
            <a:r>
              <a:rPr lang="en-GB" altLang="zh-CN" sz="1600" b="1" dirty="0">
                <a:solidFill>
                  <a:schemeClr val="bg1"/>
                </a:solidFill>
              </a:rPr>
              <a:t>MCU</a:t>
            </a:r>
            <a:r>
              <a:rPr lang="zh-CN" altLang="en-US" sz="1600" b="1" dirty="0">
                <a:solidFill>
                  <a:schemeClr val="bg1"/>
                </a:solidFill>
              </a:rPr>
              <a:t>引脚选择）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11560" y="1357656"/>
            <a:ext cx="36004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/>
              <a:t>     </a:t>
            </a:r>
            <a:r>
              <a:rPr lang="zh-CN" altLang="zh-CN" sz="2000" b="1" dirty="0"/>
              <a:t>在</a:t>
            </a:r>
            <a:r>
              <a:rPr lang="en-US" altLang="zh-CN" sz="2000" b="1" dirty="0"/>
              <a:t>STM32CubeMX</a:t>
            </a:r>
            <a:r>
              <a:rPr lang="zh-CN" altLang="zh-CN" sz="2000" b="1" dirty="0"/>
              <a:t>的主界面的左侧</a:t>
            </a:r>
            <a:r>
              <a:rPr lang="zh-CN" altLang="en-US" sz="2000" b="1" dirty="0"/>
              <a:t>“</a:t>
            </a:r>
            <a:r>
              <a:rPr lang="en-US" altLang="zh-CN" sz="2000" b="1" dirty="0"/>
              <a:t>Categories</a:t>
            </a:r>
            <a:r>
              <a:rPr lang="zh-CN" altLang="en-US" sz="2000" b="1" dirty="0"/>
              <a:t>”</a:t>
            </a:r>
            <a:r>
              <a:rPr lang="zh-CN" altLang="zh-CN" sz="2000" b="1" dirty="0"/>
              <a:t>栏目中的</a:t>
            </a:r>
            <a:r>
              <a:rPr lang="zh-CN" altLang="en-US" sz="2000" b="1" dirty="0"/>
              <a:t>“</a:t>
            </a:r>
            <a:r>
              <a:rPr lang="en-US" altLang="zh-CN" sz="2000" b="1" dirty="0"/>
              <a:t>System Core</a:t>
            </a:r>
            <a:r>
              <a:rPr lang="zh-CN" altLang="en-US" sz="2000" b="1" dirty="0"/>
              <a:t>”</a:t>
            </a:r>
            <a:r>
              <a:rPr lang="zh-CN" altLang="zh-CN" sz="2000" b="1" dirty="0"/>
              <a:t>中，找到</a:t>
            </a:r>
            <a:r>
              <a:rPr lang="zh-CN" altLang="en-US" sz="2000" b="1" dirty="0"/>
              <a:t>“</a:t>
            </a:r>
            <a:r>
              <a:rPr lang="en-US" altLang="zh-CN" sz="2000" b="1" dirty="0"/>
              <a:t>GPIO</a:t>
            </a:r>
            <a:r>
              <a:rPr lang="zh-CN" altLang="en-US" sz="2000" b="1" dirty="0"/>
              <a:t>”</a:t>
            </a:r>
            <a:r>
              <a:rPr lang="zh-CN" altLang="zh-CN" sz="2000" b="1" dirty="0"/>
              <a:t>选项，</a:t>
            </a:r>
            <a:r>
              <a:rPr lang="zh-CN" altLang="en-US" sz="2000" b="1" dirty="0"/>
              <a:t>在</a:t>
            </a:r>
            <a:r>
              <a:rPr lang="en-US" altLang="zh-CN" sz="2000" b="1" dirty="0"/>
              <a:t>STM32CubeMX</a:t>
            </a:r>
            <a:r>
              <a:rPr lang="zh-CN" altLang="en-US" sz="2000" b="1" dirty="0"/>
              <a:t>的主界面的右侧“</a:t>
            </a:r>
            <a:r>
              <a:rPr lang="en-US" altLang="zh-CN" sz="2000" b="1" dirty="0" err="1"/>
              <a:t>Pinout</a:t>
            </a:r>
            <a:r>
              <a:rPr lang="en-US" altLang="zh-CN" sz="2000" b="1" dirty="0"/>
              <a:t> view</a:t>
            </a:r>
            <a:r>
              <a:rPr lang="zh-CN" altLang="en-US" sz="2000" b="1" dirty="0"/>
              <a:t>”芯片引脚图中选中</a:t>
            </a:r>
            <a:r>
              <a:rPr lang="en-US" altLang="zh-CN" sz="2000" b="1" dirty="0"/>
              <a:t>PE5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PB5</a:t>
            </a:r>
            <a:r>
              <a:rPr lang="zh-CN" altLang="en-US" sz="2000" b="1" dirty="0"/>
              <a:t>引脚，设置为</a:t>
            </a:r>
            <a:r>
              <a:rPr lang="en-US" altLang="zh-CN" sz="2000" b="1" dirty="0" err="1"/>
              <a:t>GPIO_Output</a:t>
            </a:r>
            <a:r>
              <a:rPr lang="zh-CN" altLang="en-US" sz="2000" b="1" dirty="0"/>
              <a:t>选项。</a:t>
            </a:r>
          </a:p>
        </p:txBody>
      </p:sp>
      <p:pic>
        <p:nvPicPr>
          <p:cNvPr id="11" name="图片 10" descr="F:\教材编写2019-8-刘\第5章图片\2019-08-22_114348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000114"/>
            <a:ext cx="4234145" cy="350046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E02CA3B6-D07C-63E0-3A65-208863C4B8DC}"/>
                  </a:ext>
                </a:extLst>
              </p14:cNvPr>
              <p14:cNvContentPartPr/>
              <p14:nvPr/>
            </p14:nvContentPartPr>
            <p14:xfrm>
              <a:off x="795240" y="2090880"/>
              <a:ext cx="2162520" cy="7480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E02CA3B6-D07C-63E0-3A65-208863C4B8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5880" y="2081520"/>
                <a:ext cx="2181240" cy="76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45557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65882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6247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功能参数配置（</a:t>
            </a:r>
            <a:r>
              <a:rPr lang="en-US" altLang="zh-CN" sz="1600" b="1" dirty="0">
                <a:solidFill>
                  <a:schemeClr val="bg1"/>
                </a:solidFill>
              </a:rPr>
              <a:t>GPIO</a:t>
            </a:r>
            <a:r>
              <a:rPr lang="zh-CN" altLang="en-US" sz="1600" b="1" dirty="0">
                <a:solidFill>
                  <a:schemeClr val="bg1"/>
                </a:solidFill>
              </a:rPr>
              <a:t>引脚参数配置）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429256" y="1571618"/>
            <a:ext cx="331863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/>
              <a:t>     选择好引脚后，在左侧“</a:t>
            </a:r>
            <a:r>
              <a:rPr lang="en-US" altLang="zh-CN" sz="2000" b="1" dirty="0"/>
              <a:t>Configuration</a:t>
            </a:r>
            <a:r>
              <a:rPr lang="zh-CN" altLang="en-US" sz="2000" b="1" dirty="0"/>
              <a:t>”栏目下显示所选择的引脚，单击，对应显示该引脚的参数设置表，设置相应参数，如输出电平、模式、用户标签等。</a:t>
            </a:r>
          </a:p>
        </p:txBody>
      </p:sp>
      <p:pic>
        <p:nvPicPr>
          <p:cNvPr id="10" name="图片 9" descr="F:\教材编写2019-8-刘\第5章图片\2019-08-22_11492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82" y="928676"/>
            <a:ext cx="4662060" cy="400812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A341C59E-E8D5-58D1-C4DA-727A7DC4C6B3}"/>
                  </a:ext>
                </a:extLst>
              </p14:cNvPr>
              <p14:cNvContentPartPr/>
              <p14:nvPr/>
            </p14:nvContentPartPr>
            <p14:xfrm>
              <a:off x="1395360" y="2033640"/>
              <a:ext cx="7215480" cy="26434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A341C59E-E8D5-58D1-C4DA-727A7DC4C6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86000" y="2024280"/>
                <a:ext cx="7234200" cy="266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56301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335522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生成工程代码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544" y="1059582"/>
            <a:ext cx="2887677" cy="2516073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/>
              <a:t>    点击</a:t>
            </a:r>
            <a:r>
              <a:rPr lang="en-US" altLang="zh-CN" b="1" dirty="0"/>
              <a:t>STM32CubeMX</a:t>
            </a:r>
            <a:r>
              <a:rPr lang="zh-CN" altLang="en-US" b="1" dirty="0"/>
              <a:t>的主界面中的“</a:t>
            </a:r>
            <a:r>
              <a:rPr lang="en-US" altLang="zh-CN" b="1" dirty="0"/>
              <a:t>Project Manager”</a:t>
            </a:r>
            <a:r>
              <a:rPr lang="zh-CN" altLang="en-US" b="1" dirty="0"/>
              <a:t>菜单，在弹出的页面中单击“</a:t>
            </a:r>
            <a:r>
              <a:rPr lang="en-US" altLang="zh-CN" b="1" dirty="0"/>
              <a:t>Project”</a:t>
            </a:r>
            <a:r>
              <a:rPr lang="zh-CN" altLang="en-US" b="1" dirty="0"/>
              <a:t>项，输入项目名称“</a:t>
            </a:r>
            <a:r>
              <a:rPr lang="en-US" altLang="zh-CN" b="1" dirty="0" err="1"/>
              <a:t>Demo_GPIO</a:t>
            </a:r>
            <a:r>
              <a:rPr lang="en-US" altLang="zh-CN" b="1" dirty="0"/>
              <a:t>”</a:t>
            </a:r>
            <a:r>
              <a:rPr lang="zh-CN" altLang="en-US" b="1" dirty="0"/>
              <a:t>，选择存放路径。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99592" y="3884748"/>
            <a:ext cx="2664295" cy="830997"/>
          </a:xfrm>
          <a:prstGeom prst="rect">
            <a:avLst/>
          </a:prstGeom>
          <a:ln w="19050">
            <a:solidFill>
              <a:srgbClr val="CD737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prstClr val="black"/>
                </a:solidFill>
              </a:rPr>
              <a:t>     用户可以自己定义，项目名称一般应反映项目内容，便于管理</a:t>
            </a:r>
            <a:endParaRPr lang="zh-CN" altLang="en-US" sz="1400" dirty="0"/>
          </a:p>
        </p:txBody>
      </p:sp>
      <p:pic>
        <p:nvPicPr>
          <p:cNvPr id="10" name="图片 9" descr="F:\教材编写2019-8-\第5章图片\2019-08-14_110124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760" y="151056"/>
            <a:ext cx="5274310" cy="45237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十角星 4"/>
          <p:cNvSpPr/>
          <p:nvPr/>
        </p:nvSpPr>
        <p:spPr>
          <a:xfrm rot="20973610">
            <a:off x="423255" y="3786042"/>
            <a:ext cx="720080" cy="371734"/>
          </a:xfrm>
          <a:prstGeom prst="star10">
            <a:avLst/>
          </a:prstGeom>
          <a:solidFill>
            <a:srgbClr val="CD7371"/>
          </a:solidFill>
          <a:ln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黑体" pitchFamily="49" charset="-122"/>
                <a:ea typeface="黑体" pitchFamily="49" charset="-122"/>
              </a:rPr>
              <a:t>说明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851920" y="1261430"/>
            <a:ext cx="720080" cy="360040"/>
          </a:xfrm>
          <a:prstGeom prst="roundRect">
            <a:avLst/>
          </a:prstGeom>
          <a:noFill/>
          <a:ln w="12700"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4643438" y="1170698"/>
            <a:ext cx="720080" cy="237852"/>
          </a:xfrm>
          <a:prstGeom prst="roundRect">
            <a:avLst/>
          </a:prstGeom>
          <a:noFill/>
          <a:ln w="12700"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4664219" y="1462788"/>
            <a:ext cx="3672408" cy="237852"/>
          </a:xfrm>
          <a:prstGeom prst="roundRect">
            <a:avLst/>
          </a:prstGeom>
          <a:noFill/>
          <a:ln w="12700"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8377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F:\教材编写2019-8-\第5章图片\2019-08-14_110230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789533"/>
            <a:ext cx="5274310" cy="36544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/>
          <p:cNvSpPr/>
          <p:nvPr/>
        </p:nvSpPr>
        <p:spPr>
          <a:xfrm>
            <a:off x="1" y="339503"/>
            <a:ext cx="334786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生成工程代码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528" y="1129463"/>
            <a:ext cx="3240360" cy="3208571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Clr>
                <a:schemeClr val="accent4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/>
              <a:t>点击“</a:t>
            </a:r>
            <a:r>
              <a:rPr lang="en-GB" altLang="zh-CN" b="1" dirty="0"/>
              <a:t>Code Generator”</a:t>
            </a:r>
            <a:r>
              <a:rPr lang="zh-CN" altLang="en-US" b="1" dirty="0"/>
              <a:t>选项</a:t>
            </a:r>
            <a:endParaRPr lang="en-US" altLang="zh-CN" b="1" dirty="0"/>
          </a:p>
          <a:p>
            <a:pPr marL="285750" indent="-285750">
              <a:lnSpc>
                <a:spcPct val="125000"/>
              </a:lnSpc>
              <a:buClr>
                <a:schemeClr val="accent4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/>
              <a:t>在“</a:t>
            </a:r>
            <a:r>
              <a:rPr lang="en-GB" altLang="zh-CN" b="1" dirty="0"/>
              <a:t>STM32Cube MCU packages and embedded software packs”</a:t>
            </a:r>
            <a:r>
              <a:rPr lang="zh-CN" altLang="en-US" b="1" dirty="0"/>
              <a:t>栏内选择第二个单选项“</a:t>
            </a:r>
            <a:r>
              <a:rPr lang="en-GB" altLang="zh-CN" b="1" dirty="0"/>
              <a:t>Copy only the necessary library files”</a:t>
            </a:r>
            <a:r>
              <a:rPr lang="zh-CN" altLang="en-GB" b="1" dirty="0"/>
              <a:t>，</a:t>
            </a:r>
            <a:r>
              <a:rPr lang="zh-CN" altLang="en-US" b="1" dirty="0"/>
              <a:t>仅拷贝必须的库文件；</a:t>
            </a:r>
            <a:endParaRPr lang="en-US" altLang="zh-CN" b="1" dirty="0"/>
          </a:p>
          <a:p>
            <a:pPr marL="285750" indent="-285750">
              <a:lnSpc>
                <a:spcPct val="125000"/>
              </a:lnSpc>
              <a:buClr>
                <a:schemeClr val="accent4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/>
              <a:t>在“</a:t>
            </a:r>
            <a:r>
              <a:rPr lang="en-GB" altLang="zh-CN" b="1" dirty="0"/>
              <a:t>Generated files”</a:t>
            </a:r>
            <a:r>
              <a:rPr lang="zh-CN" altLang="en-US" b="1" dirty="0"/>
              <a:t>栏内复选第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选项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810857" y="2733749"/>
            <a:ext cx="720080" cy="360040"/>
          </a:xfrm>
          <a:prstGeom prst="roundRect">
            <a:avLst/>
          </a:prstGeom>
          <a:noFill/>
          <a:ln w="12700"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4672360" y="1930766"/>
            <a:ext cx="1440160" cy="165844"/>
          </a:xfrm>
          <a:prstGeom prst="roundRect">
            <a:avLst/>
          </a:prstGeom>
          <a:noFill/>
          <a:ln w="12700"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1BBA4A9-2496-9AF3-8ADC-6C7CFE9BBB95}"/>
                  </a:ext>
                </a:extLst>
              </p14:cNvPr>
              <p14:cNvContentPartPr/>
              <p14:nvPr/>
            </p14:nvContentPartPr>
            <p14:xfrm>
              <a:off x="1285920" y="1838160"/>
              <a:ext cx="5815440" cy="25246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1BBA4A9-2496-9AF3-8ADC-6C7CFE9BBB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6560" y="1828800"/>
                <a:ext cx="5834160" cy="254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37985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334786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生成工程代码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58003"/>
            <a:ext cx="4770187" cy="298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圆角矩形 12"/>
          <p:cNvSpPr/>
          <p:nvPr/>
        </p:nvSpPr>
        <p:spPr>
          <a:xfrm>
            <a:off x="3563888" y="1253778"/>
            <a:ext cx="1008112" cy="165844"/>
          </a:xfrm>
          <a:prstGeom prst="roundRect">
            <a:avLst/>
          </a:prstGeom>
          <a:noFill/>
          <a:ln w="19050"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F:\教材编写2019-8-\第5章图片\2019-08-14_110359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723878"/>
            <a:ext cx="5274310" cy="97599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5193282" y="2067694"/>
            <a:ext cx="3606394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srgbClr val="8064A2">
                  <a:lumMod val="75000"/>
                </a:srgbClr>
              </a:buClr>
            </a:pPr>
            <a:r>
              <a:rPr lang="zh-CN" altLang="en-US" b="1" dirty="0">
                <a:solidFill>
                  <a:prstClr val="black"/>
                </a:solidFill>
              </a:rPr>
              <a:t>     </a:t>
            </a:r>
          </a:p>
        </p:txBody>
      </p:sp>
      <p:sp>
        <p:nvSpPr>
          <p:cNvPr id="4" name="圆角矩形标注 3"/>
          <p:cNvSpPr/>
          <p:nvPr/>
        </p:nvSpPr>
        <p:spPr>
          <a:xfrm>
            <a:off x="5724128" y="497964"/>
            <a:ext cx="2520280" cy="920077"/>
          </a:xfrm>
          <a:prstGeom prst="wedgeRoundRectCallout">
            <a:avLst>
              <a:gd name="adj1" fmla="val -96254"/>
              <a:gd name="adj2" fmla="val 41668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b="1" dirty="0"/>
              <a:t>单击右上角“</a:t>
            </a:r>
            <a:r>
              <a:rPr lang="en-GB" altLang="zh-CN" sz="1600" b="1" dirty="0"/>
              <a:t>GENERATE CODE”</a:t>
            </a:r>
            <a:r>
              <a:rPr lang="zh-CN" altLang="en-US" sz="1600" b="1" dirty="0"/>
              <a:t>按钮，即可生成对应工程代码。</a:t>
            </a:r>
          </a:p>
        </p:txBody>
      </p:sp>
      <p:sp>
        <p:nvSpPr>
          <p:cNvPr id="15" name="圆角矩形标注 14"/>
          <p:cNvSpPr/>
          <p:nvPr/>
        </p:nvSpPr>
        <p:spPr>
          <a:xfrm>
            <a:off x="5580112" y="1923678"/>
            <a:ext cx="2952328" cy="1512167"/>
          </a:xfrm>
          <a:prstGeom prst="wedgeRoundRectCallout">
            <a:avLst>
              <a:gd name="adj1" fmla="val -106454"/>
              <a:gd name="adj2" fmla="val 78878"/>
              <a:gd name="adj3" fmla="val 16667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ct val="125000"/>
              </a:lnSpc>
              <a:buClr>
                <a:srgbClr val="8064A2">
                  <a:lumMod val="75000"/>
                </a:srgbClr>
              </a:buClr>
            </a:pPr>
            <a:r>
              <a:rPr lang="zh-CN" altLang="en-US" sz="1600" b="1" dirty="0">
                <a:solidFill>
                  <a:prstClr val="black"/>
                </a:solidFill>
              </a:rPr>
              <a:t>成功后弹出</a:t>
            </a:r>
            <a:r>
              <a:rPr lang="en-US" altLang="zh-CN" sz="1600" b="1" dirty="0">
                <a:solidFill>
                  <a:prstClr val="black"/>
                </a:solidFill>
              </a:rPr>
              <a:t>Code Generation</a:t>
            </a:r>
            <a:r>
              <a:rPr lang="zh-CN" altLang="en-US" sz="1600" b="1" dirty="0">
                <a:solidFill>
                  <a:prstClr val="black"/>
                </a:solidFill>
              </a:rPr>
              <a:t>窗口，提示代码生成成功，用户可以根据下一步需要选择打开文件夹、打开项目或关闭。</a:t>
            </a:r>
          </a:p>
        </p:txBody>
      </p:sp>
    </p:spTree>
    <p:extLst>
      <p:ext uri="{BB962C8B-B14F-4D97-AF65-F5344CB8AC3E}">
        <p14:creationId xmlns:p14="http://schemas.microsoft.com/office/powerpoint/2010/main" val="28424550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349187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34563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b="1" dirty="0">
                <a:solidFill>
                  <a:schemeClr val="bg1"/>
                </a:solidFill>
              </a:rPr>
              <a:t>编写应用程序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193282" y="1843676"/>
            <a:ext cx="3606394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srgbClr val="8064A2">
                  <a:lumMod val="75000"/>
                </a:srgbClr>
              </a:buClr>
            </a:pPr>
            <a:r>
              <a:rPr lang="zh-CN" altLang="en-US" b="1" dirty="0">
                <a:solidFill>
                  <a:prstClr val="black"/>
                </a:solidFill>
              </a:rPr>
              <a:t>     </a:t>
            </a:r>
          </a:p>
        </p:txBody>
      </p:sp>
      <p:sp>
        <p:nvSpPr>
          <p:cNvPr id="5" name="矩形 4"/>
          <p:cNvSpPr/>
          <p:nvPr/>
        </p:nvSpPr>
        <p:spPr>
          <a:xfrm>
            <a:off x="5283258" y="534704"/>
            <a:ext cx="3491199" cy="113107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/>
              <a:t>      使用</a:t>
            </a:r>
            <a:r>
              <a:rPr lang="en-GB" altLang="zh-CN" b="1" dirty="0"/>
              <a:t>STM32CubeMX</a:t>
            </a:r>
            <a:r>
              <a:rPr lang="zh-CN" altLang="en-US" b="1" dirty="0"/>
              <a:t>生成的工程，其用户功能代码即应用程序代码的编写</a:t>
            </a:r>
            <a:r>
              <a:rPr lang="zh-CN" altLang="en-US" b="1" dirty="0">
                <a:solidFill>
                  <a:srgbClr val="CD7371"/>
                </a:solidFill>
              </a:rPr>
              <a:t>有位置规范要求</a:t>
            </a:r>
            <a:r>
              <a:rPr lang="zh-CN" altLang="en-US" b="1" dirty="0"/>
              <a:t>。</a:t>
            </a:r>
            <a:endParaRPr lang="en-GB" altLang="zh-CN" b="1" dirty="0"/>
          </a:p>
        </p:txBody>
      </p:sp>
      <p:sp>
        <p:nvSpPr>
          <p:cNvPr id="6" name="矩形 5"/>
          <p:cNvSpPr/>
          <p:nvPr/>
        </p:nvSpPr>
        <p:spPr>
          <a:xfrm>
            <a:off x="341985" y="1252954"/>
            <a:ext cx="452268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600" b="1" dirty="0">
                <a:solidFill>
                  <a:prstClr val="black"/>
                </a:solidFill>
              </a:rPr>
              <a:t>本实例的用户应用程序代码写在</a:t>
            </a:r>
            <a:r>
              <a:rPr lang="en-US" altLang="zh-CN" sz="1600" b="1" dirty="0">
                <a:solidFill>
                  <a:prstClr val="black"/>
                </a:solidFill>
              </a:rPr>
              <a:t>/* </a:t>
            </a:r>
            <a:r>
              <a:rPr lang="en-GB" altLang="zh-CN" sz="1600" b="1" dirty="0">
                <a:solidFill>
                  <a:prstClr val="black"/>
                </a:solidFill>
              </a:rPr>
              <a:t>USER CODE BEGIN 3 */ </a:t>
            </a:r>
            <a:r>
              <a:rPr lang="zh-CN" altLang="en-US" sz="1600" b="1" dirty="0">
                <a:solidFill>
                  <a:prstClr val="black"/>
                </a:solidFill>
              </a:rPr>
              <a:t>和  </a:t>
            </a:r>
            <a:r>
              <a:rPr lang="en-US" altLang="zh-CN" sz="1600" b="1" dirty="0">
                <a:solidFill>
                  <a:prstClr val="black"/>
                </a:solidFill>
              </a:rPr>
              <a:t>/* </a:t>
            </a:r>
            <a:r>
              <a:rPr lang="en-GB" altLang="zh-CN" sz="1600" b="1" dirty="0">
                <a:solidFill>
                  <a:prstClr val="black"/>
                </a:solidFill>
              </a:rPr>
              <a:t>USER CODE END 3 */ </a:t>
            </a:r>
            <a:r>
              <a:rPr lang="zh-CN" altLang="en-US" sz="1600" b="1" dirty="0">
                <a:solidFill>
                  <a:prstClr val="black"/>
                </a:solidFill>
              </a:rPr>
              <a:t>之间：</a:t>
            </a:r>
          </a:p>
          <a:p>
            <a:pPr lvl="0"/>
            <a:r>
              <a:rPr lang="en-GB" altLang="zh-CN" sz="1600" b="1" dirty="0">
                <a:solidFill>
                  <a:prstClr val="black"/>
                </a:solidFill>
              </a:rPr>
              <a:t>while (1)</a:t>
            </a:r>
          </a:p>
          <a:p>
            <a:pPr lvl="0"/>
            <a:r>
              <a:rPr lang="en-GB" altLang="zh-CN" sz="1600" b="1" dirty="0">
                <a:solidFill>
                  <a:prstClr val="black"/>
                </a:solidFill>
              </a:rPr>
              <a:t>{</a:t>
            </a:r>
          </a:p>
          <a:p>
            <a:pPr lvl="0"/>
            <a:r>
              <a:rPr lang="en-GB" altLang="zh-CN" sz="1600" b="1" dirty="0">
                <a:solidFill>
                  <a:prstClr val="black"/>
                </a:solidFill>
              </a:rPr>
              <a:t>  /* USER CODE END WHILE */</a:t>
            </a:r>
          </a:p>
          <a:p>
            <a:pPr lvl="0"/>
            <a:r>
              <a:rPr lang="en-GB" altLang="zh-CN" sz="1600" b="1" dirty="0">
                <a:solidFill>
                  <a:prstClr val="black"/>
                </a:solidFill>
              </a:rPr>
              <a:t>  /* USER CODE BEGIN 3 */</a:t>
            </a:r>
          </a:p>
          <a:p>
            <a:pPr lvl="0"/>
            <a:r>
              <a:rPr lang="en-GB" altLang="zh-CN" sz="1600" b="1" dirty="0">
                <a:solidFill>
                  <a:prstClr val="black"/>
                </a:solidFill>
              </a:rPr>
              <a:t>    </a:t>
            </a:r>
            <a:r>
              <a:rPr lang="en-GB" altLang="zh-CN" sz="1600" b="1" dirty="0" err="1">
                <a:solidFill>
                  <a:prstClr val="black"/>
                </a:solidFill>
              </a:rPr>
              <a:t>HAL_GPIO_TogglePin</a:t>
            </a:r>
            <a:r>
              <a:rPr lang="en-GB" altLang="zh-CN" sz="1600" b="1" dirty="0">
                <a:solidFill>
                  <a:prstClr val="black"/>
                </a:solidFill>
              </a:rPr>
              <a:t>(LED1_GPIO_Port,LED1_Pin);            </a:t>
            </a:r>
          </a:p>
          <a:p>
            <a:pPr lvl="0"/>
            <a:r>
              <a:rPr lang="en-GB" altLang="zh-CN" sz="1600" b="1" dirty="0">
                <a:solidFill>
                  <a:prstClr val="black"/>
                </a:solidFill>
              </a:rPr>
              <a:t>             //LED1---PB5</a:t>
            </a:r>
            <a:r>
              <a:rPr lang="zh-CN" altLang="en-US" sz="1600" b="1" dirty="0">
                <a:solidFill>
                  <a:prstClr val="black"/>
                </a:solidFill>
              </a:rPr>
              <a:t>状态翻转</a:t>
            </a:r>
          </a:p>
          <a:p>
            <a:pPr lvl="0"/>
            <a:r>
              <a:rPr lang="zh-CN" altLang="en-US" sz="1600" b="1" dirty="0">
                <a:solidFill>
                  <a:prstClr val="black"/>
                </a:solidFill>
              </a:rPr>
              <a:t>    </a:t>
            </a:r>
            <a:r>
              <a:rPr lang="en-GB" altLang="zh-CN" sz="1600" b="1" dirty="0" err="1">
                <a:solidFill>
                  <a:prstClr val="black"/>
                </a:solidFill>
              </a:rPr>
              <a:t>HAL_Delay</a:t>
            </a:r>
            <a:r>
              <a:rPr lang="en-GB" altLang="zh-CN" sz="1600" b="1" dirty="0">
                <a:solidFill>
                  <a:prstClr val="black"/>
                </a:solidFill>
              </a:rPr>
              <a:t>(100); //</a:t>
            </a:r>
            <a:r>
              <a:rPr lang="zh-CN" altLang="en-US" sz="1600" b="1" dirty="0">
                <a:solidFill>
                  <a:prstClr val="black"/>
                </a:solidFill>
              </a:rPr>
              <a:t>延时</a:t>
            </a:r>
            <a:r>
              <a:rPr lang="en-US" altLang="zh-CN" sz="1600" b="1" dirty="0">
                <a:solidFill>
                  <a:prstClr val="black"/>
                </a:solidFill>
              </a:rPr>
              <a:t>100</a:t>
            </a:r>
            <a:r>
              <a:rPr lang="zh-CN" altLang="en-US" sz="1600" b="1" dirty="0">
                <a:solidFill>
                  <a:prstClr val="black"/>
                </a:solidFill>
              </a:rPr>
              <a:t>毫秒</a:t>
            </a:r>
          </a:p>
          <a:p>
            <a:pPr lvl="0"/>
            <a:r>
              <a:rPr lang="zh-CN" altLang="en-US" sz="1600" b="1" dirty="0">
                <a:solidFill>
                  <a:prstClr val="black"/>
                </a:solidFill>
              </a:rPr>
              <a:t>    </a:t>
            </a:r>
            <a:r>
              <a:rPr lang="en-GB" altLang="zh-CN" sz="1600" b="1" dirty="0" err="1">
                <a:solidFill>
                  <a:prstClr val="black"/>
                </a:solidFill>
              </a:rPr>
              <a:t>HAL_GPIO_TogglePin</a:t>
            </a:r>
            <a:r>
              <a:rPr lang="en-GB" altLang="zh-CN" sz="1600" b="1" dirty="0">
                <a:solidFill>
                  <a:prstClr val="black"/>
                </a:solidFill>
              </a:rPr>
              <a:t>(LED2_GPIO_Port,LED2_Pin); </a:t>
            </a:r>
          </a:p>
          <a:p>
            <a:pPr lvl="0"/>
            <a:r>
              <a:rPr lang="en-GB" altLang="zh-CN" sz="1600" b="1" dirty="0">
                <a:solidFill>
                  <a:prstClr val="black"/>
                </a:solidFill>
              </a:rPr>
              <a:t>            //LED2---PE5</a:t>
            </a:r>
            <a:r>
              <a:rPr lang="zh-CN" altLang="en-US" sz="1600" b="1" dirty="0">
                <a:solidFill>
                  <a:prstClr val="black"/>
                </a:solidFill>
              </a:rPr>
              <a:t>状态翻转</a:t>
            </a:r>
          </a:p>
          <a:p>
            <a:pPr lvl="0"/>
            <a:r>
              <a:rPr lang="zh-CN" altLang="en-US" sz="1600" b="1" dirty="0">
                <a:solidFill>
                  <a:prstClr val="black"/>
                </a:solidFill>
              </a:rPr>
              <a:t>    </a:t>
            </a:r>
            <a:r>
              <a:rPr lang="en-GB" altLang="zh-CN" sz="1600" b="1" dirty="0" err="1">
                <a:solidFill>
                  <a:prstClr val="black"/>
                </a:solidFill>
              </a:rPr>
              <a:t>HAL_Delay</a:t>
            </a:r>
            <a:r>
              <a:rPr lang="en-GB" altLang="zh-CN" sz="1600" b="1" dirty="0">
                <a:solidFill>
                  <a:prstClr val="black"/>
                </a:solidFill>
              </a:rPr>
              <a:t>(100); //</a:t>
            </a:r>
            <a:r>
              <a:rPr lang="zh-CN" altLang="en-US" sz="1600" b="1" dirty="0">
                <a:solidFill>
                  <a:prstClr val="black"/>
                </a:solidFill>
              </a:rPr>
              <a:t>延时</a:t>
            </a:r>
            <a:r>
              <a:rPr lang="en-US" altLang="zh-CN" sz="1600" b="1" dirty="0">
                <a:solidFill>
                  <a:prstClr val="black"/>
                </a:solidFill>
              </a:rPr>
              <a:t>100</a:t>
            </a:r>
            <a:r>
              <a:rPr lang="zh-CN" altLang="en-US" sz="1600" b="1" dirty="0">
                <a:solidFill>
                  <a:prstClr val="black"/>
                </a:solidFill>
              </a:rPr>
              <a:t>毫秒</a:t>
            </a:r>
          </a:p>
          <a:p>
            <a:pPr lvl="0"/>
            <a:r>
              <a:rPr lang="en-US" altLang="zh-CN" sz="1600" b="1" dirty="0">
                <a:solidFill>
                  <a:prstClr val="black"/>
                </a:solidFill>
              </a:rPr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5291283" y="2052863"/>
            <a:ext cx="3483174" cy="1131079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      用户自己编写的应用程序需写在</a:t>
            </a:r>
            <a:r>
              <a:rPr lang="en-US" altLang="zh-CN" b="1" dirty="0">
                <a:solidFill>
                  <a:prstClr val="black"/>
                </a:solidFill>
              </a:rPr>
              <a:t>/* </a:t>
            </a:r>
            <a:r>
              <a:rPr lang="en-GB" altLang="zh-CN" b="1" dirty="0">
                <a:solidFill>
                  <a:prstClr val="black"/>
                </a:solidFill>
              </a:rPr>
              <a:t>USER CODE BEGIN x */ </a:t>
            </a:r>
            <a:r>
              <a:rPr lang="zh-CN" altLang="en-US" b="1" dirty="0">
                <a:solidFill>
                  <a:prstClr val="black"/>
                </a:solidFill>
              </a:rPr>
              <a:t>和  </a:t>
            </a:r>
            <a:r>
              <a:rPr lang="en-US" altLang="zh-CN" b="1" dirty="0">
                <a:solidFill>
                  <a:prstClr val="black"/>
                </a:solidFill>
              </a:rPr>
              <a:t>/* </a:t>
            </a:r>
            <a:r>
              <a:rPr lang="en-GB" altLang="zh-CN" b="1" dirty="0">
                <a:solidFill>
                  <a:prstClr val="black"/>
                </a:solidFill>
              </a:rPr>
              <a:t>USER CODE END x */ </a:t>
            </a:r>
            <a:r>
              <a:rPr lang="zh-CN" altLang="en-US" b="1" dirty="0">
                <a:solidFill>
                  <a:prstClr val="black"/>
                </a:solidFill>
              </a:rPr>
              <a:t>之间。</a:t>
            </a:r>
            <a:endParaRPr lang="en-GB" altLang="zh-CN" b="1" dirty="0">
              <a:solidFill>
                <a:prstClr val="black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5460" y="1124923"/>
            <a:ext cx="4790876" cy="3312368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580112" y="3615046"/>
            <a:ext cx="3219564" cy="1131079"/>
          </a:xfrm>
          <a:prstGeom prst="rect">
            <a:avLst/>
          </a:prstGeom>
          <a:ln w="19050">
            <a:solidFill>
              <a:srgbClr val="CD737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       写在其他地方，在使用</a:t>
            </a:r>
            <a:r>
              <a:rPr lang="en-GB" altLang="zh-CN" b="1" dirty="0">
                <a:solidFill>
                  <a:prstClr val="black"/>
                </a:solidFill>
              </a:rPr>
              <a:t>STM32CubeMX</a:t>
            </a:r>
            <a:r>
              <a:rPr lang="zh-CN" altLang="en-US" b="1" dirty="0">
                <a:solidFill>
                  <a:prstClr val="black"/>
                </a:solidFill>
              </a:rPr>
              <a:t>重新配置和生成工程时，会删除该代码。</a:t>
            </a:r>
            <a:endParaRPr lang="en-GB" altLang="zh-CN" b="1" dirty="0">
              <a:solidFill>
                <a:prstClr val="black"/>
              </a:solidFill>
            </a:endParaRPr>
          </a:p>
        </p:txBody>
      </p:sp>
      <p:sp>
        <p:nvSpPr>
          <p:cNvPr id="17" name="十角星 16"/>
          <p:cNvSpPr/>
          <p:nvPr/>
        </p:nvSpPr>
        <p:spPr>
          <a:xfrm rot="20973610">
            <a:off x="5103776" y="1841826"/>
            <a:ext cx="720080" cy="371734"/>
          </a:xfrm>
          <a:prstGeom prst="star10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黑体" pitchFamily="49" charset="-122"/>
                <a:ea typeface="黑体" pitchFamily="49" charset="-122"/>
              </a:rPr>
              <a:t>说明</a:t>
            </a:r>
          </a:p>
        </p:txBody>
      </p:sp>
      <p:sp>
        <p:nvSpPr>
          <p:cNvPr id="18" name="十角星 17"/>
          <p:cNvSpPr/>
          <p:nvPr/>
        </p:nvSpPr>
        <p:spPr>
          <a:xfrm rot="20973610">
            <a:off x="5129978" y="3426001"/>
            <a:ext cx="720080" cy="371734"/>
          </a:xfrm>
          <a:prstGeom prst="star10">
            <a:avLst/>
          </a:prstGeom>
          <a:solidFill>
            <a:srgbClr val="CD7371"/>
          </a:solidFill>
          <a:ln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黑体" pitchFamily="49" charset="-122"/>
                <a:ea typeface="黑体" pitchFamily="49" charset="-122"/>
              </a:rPr>
              <a:t>注意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612EE866-E70F-62DC-32E1-B452C5279D20}"/>
                  </a:ext>
                </a:extLst>
              </p14:cNvPr>
              <p14:cNvContentPartPr/>
              <p14:nvPr/>
            </p14:nvContentPartPr>
            <p14:xfrm>
              <a:off x="6667560" y="4224240"/>
              <a:ext cx="2410200" cy="5148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612EE866-E70F-62DC-32E1-B452C5279D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58200" y="4214880"/>
                <a:ext cx="2428920" cy="53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9805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341987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34563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b="1" dirty="0">
                <a:solidFill>
                  <a:schemeClr val="bg1"/>
                </a:solidFill>
              </a:rPr>
              <a:t>下载调试验证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15616" y="4155925"/>
            <a:ext cx="72728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sz="1600" b="1" dirty="0">
                <a:solidFill>
                  <a:prstClr val="black"/>
                </a:solidFill>
              </a:rPr>
              <a:t>     单击</a:t>
            </a:r>
            <a:r>
              <a:rPr lang="en-GB" altLang="zh-CN" sz="1600" b="1" dirty="0" err="1">
                <a:solidFill>
                  <a:prstClr val="black"/>
                </a:solidFill>
              </a:rPr>
              <a:t>keil</a:t>
            </a:r>
            <a:r>
              <a:rPr lang="en-GB" altLang="zh-CN" sz="1600" b="1" dirty="0">
                <a:solidFill>
                  <a:prstClr val="black"/>
                </a:solidFill>
              </a:rPr>
              <a:t> uVision5</a:t>
            </a:r>
            <a:r>
              <a:rPr lang="zh-CN" altLang="en-US" sz="1600" b="1" dirty="0">
                <a:solidFill>
                  <a:prstClr val="black"/>
                </a:solidFill>
              </a:rPr>
              <a:t>工具栏的魔法棒 “</a:t>
            </a:r>
            <a:r>
              <a:rPr lang="en-GB" altLang="zh-CN" sz="1600" b="1" dirty="0">
                <a:solidFill>
                  <a:prstClr val="black"/>
                </a:solidFill>
              </a:rPr>
              <a:t>Options for Target”</a:t>
            </a:r>
            <a:r>
              <a:rPr lang="zh-CN" altLang="en-US" sz="1600" b="1" dirty="0">
                <a:solidFill>
                  <a:prstClr val="black"/>
                </a:solidFill>
              </a:rPr>
              <a:t>按钮，打开配置窗口页面，在“</a:t>
            </a:r>
            <a:r>
              <a:rPr lang="en-GB" altLang="zh-CN" sz="1600" b="1" dirty="0">
                <a:solidFill>
                  <a:prstClr val="black"/>
                </a:solidFill>
              </a:rPr>
              <a:t>Target</a:t>
            </a:r>
            <a:r>
              <a:rPr lang="zh-CN" altLang="en-US" sz="1600" b="1" dirty="0">
                <a:solidFill>
                  <a:prstClr val="black"/>
                </a:solidFill>
              </a:rPr>
              <a:t>”选项卡中将“</a:t>
            </a:r>
            <a:r>
              <a:rPr lang="en-GB" altLang="zh-CN" sz="1600" b="1" dirty="0" err="1">
                <a:solidFill>
                  <a:prstClr val="black"/>
                </a:solidFill>
              </a:rPr>
              <a:t>Xtal</a:t>
            </a:r>
            <a:r>
              <a:rPr lang="en-GB" altLang="zh-CN" sz="1600" b="1" dirty="0">
                <a:solidFill>
                  <a:prstClr val="black"/>
                </a:solidFill>
              </a:rPr>
              <a:t>(MHz)</a:t>
            </a:r>
            <a:r>
              <a:rPr lang="zh-CN" altLang="en-US" sz="1600" b="1" dirty="0">
                <a:solidFill>
                  <a:prstClr val="black"/>
                </a:solidFill>
              </a:rPr>
              <a:t>”改为</a:t>
            </a:r>
            <a:r>
              <a:rPr lang="en-US" altLang="zh-CN" sz="1600" b="1" dirty="0">
                <a:solidFill>
                  <a:prstClr val="black"/>
                </a:solidFill>
              </a:rPr>
              <a:t>8.0</a:t>
            </a:r>
            <a:r>
              <a:rPr lang="zh-CN" altLang="en-US" sz="1600" b="1" dirty="0">
                <a:solidFill>
                  <a:prstClr val="black"/>
                </a:solidFill>
              </a:rPr>
              <a:t>，采用</a:t>
            </a:r>
            <a:r>
              <a:rPr lang="en-US" altLang="zh-CN" sz="1600" b="1" dirty="0">
                <a:solidFill>
                  <a:prstClr val="black"/>
                </a:solidFill>
              </a:rPr>
              <a:t>8</a:t>
            </a:r>
            <a:r>
              <a:rPr lang="en-GB" altLang="zh-CN" sz="1600" b="1" dirty="0">
                <a:solidFill>
                  <a:prstClr val="black"/>
                </a:solidFill>
              </a:rPr>
              <a:t>MHz</a:t>
            </a:r>
            <a:r>
              <a:rPr lang="zh-CN" altLang="en-US" sz="1600" b="1" dirty="0">
                <a:solidFill>
                  <a:prstClr val="black"/>
                </a:solidFill>
              </a:rPr>
              <a:t>外部晶振</a:t>
            </a:r>
            <a:endParaRPr lang="en-GB" altLang="zh-CN" sz="1600" b="1" dirty="0">
              <a:solidFill>
                <a:prstClr val="black"/>
              </a:solidFill>
            </a:endParaRPr>
          </a:p>
        </p:txBody>
      </p:sp>
      <p:pic>
        <p:nvPicPr>
          <p:cNvPr id="14" name="图片 13" descr="C:\Users\TF\Desktop\Snipaste_2019-01-07_09-26-28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253" y="987574"/>
            <a:ext cx="5472608" cy="309634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4067944" y="462614"/>
            <a:ext cx="41764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prstClr val="black"/>
                </a:solidFill>
              </a:rPr>
              <a:t>配置</a:t>
            </a:r>
            <a:r>
              <a:rPr lang="en-US" altLang="zh-CN" sz="1600" b="1" dirty="0">
                <a:solidFill>
                  <a:prstClr val="black"/>
                </a:solidFill>
              </a:rPr>
              <a:t>K</a:t>
            </a:r>
            <a:r>
              <a:rPr lang="en-GB" altLang="zh-CN" sz="1600" b="1" dirty="0">
                <a:solidFill>
                  <a:prstClr val="black"/>
                </a:solidFill>
              </a:rPr>
              <a:t>eil5</a:t>
            </a:r>
            <a:r>
              <a:rPr lang="zh-CN" altLang="en-US" sz="1600" b="1" dirty="0">
                <a:solidFill>
                  <a:prstClr val="black"/>
                </a:solidFill>
              </a:rPr>
              <a:t>相关工程，重新编译。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14F615C-0450-819A-8F51-830013755E20}"/>
                  </a:ext>
                </a:extLst>
              </p14:cNvPr>
              <p14:cNvContentPartPr/>
              <p14:nvPr/>
            </p14:nvContentPartPr>
            <p14:xfrm>
              <a:off x="4091040" y="4495680"/>
              <a:ext cx="2719800" cy="3528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14F615C-0450-819A-8F51-830013755E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1680" y="4486320"/>
                <a:ext cx="2738520" cy="37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72409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356388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40324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b="1" dirty="0">
                <a:solidFill>
                  <a:schemeClr val="bg1"/>
                </a:solidFill>
              </a:rPr>
              <a:t>下载调试验证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" name="图片 9" descr="C:\Users\TF\Desktop\Snipaste_2019-01-07_09-26-45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118" y="1275606"/>
            <a:ext cx="445008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圆角矩形标注 10"/>
          <p:cNvSpPr/>
          <p:nvPr/>
        </p:nvSpPr>
        <p:spPr>
          <a:xfrm>
            <a:off x="954640" y="1534434"/>
            <a:ext cx="2016224" cy="2499864"/>
          </a:xfrm>
          <a:prstGeom prst="wedgeRoundRectCallout">
            <a:avLst>
              <a:gd name="adj1" fmla="val 110678"/>
              <a:gd name="adj2" fmla="val -13932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prstClr val="black"/>
                </a:solidFill>
              </a:rPr>
              <a:t>     在</a:t>
            </a:r>
            <a:r>
              <a:rPr lang="en-US" altLang="zh-CN" sz="1600" b="1" dirty="0">
                <a:solidFill>
                  <a:prstClr val="black"/>
                </a:solidFill>
              </a:rPr>
              <a:t>Output</a:t>
            </a:r>
            <a:r>
              <a:rPr lang="zh-CN" altLang="en-US" sz="1600" b="1" dirty="0">
                <a:solidFill>
                  <a:prstClr val="black"/>
                </a:solidFill>
              </a:rPr>
              <a:t>选项卡中，勾选</a:t>
            </a:r>
            <a:r>
              <a:rPr lang="en-US" altLang="zh-CN" sz="1600" b="1" dirty="0">
                <a:solidFill>
                  <a:prstClr val="black"/>
                </a:solidFill>
              </a:rPr>
              <a:t>Create HEX File</a:t>
            </a:r>
            <a:r>
              <a:rPr lang="zh-CN" altLang="en-US" sz="1600" b="1" dirty="0">
                <a:solidFill>
                  <a:prstClr val="black"/>
                </a:solidFill>
              </a:rPr>
              <a:t>选项，在工程重新编译后，会生成相应的</a:t>
            </a:r>
            <a:r>
              <a:rPr lang="en-US" altLang="zh-CN" sz="1600" b="1" dirty="0">
                <a:solidFill>
                  <a:prstClr val="black"/>
                </a:solidFill>
              </a:rPr>
              <a:t>HEX</a:t>
            </a:r>
            <a:r>
              <a:rPr lang="zh-CN" altLang="en-US" sz="1600" b="1" dirty="0">
                <a:solidFill>
                  <a:prstClr val="black"/>
                </a:solidFill>
              </a:rPr>
              <a:t>文件。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1368947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C:\Users\TF\Desktop\Snipaste_2019-01-07_09-35-08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347614"/>
            <a:ext cx="4104640" cy="278384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/>
          <p:cNvSpPr/>
          <p:nvPr/>
        </p:nvSpPr>
        <p:spPr>
          <a:xfrm>
            <a:off x="1" y="339503"/>
            <a:ext cx="349187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36724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b="1" dirty="0">
                <a:solidFill>
                  <a:schemeClr val="bg1"/>
                </a:solidFill>
              </a:rPr>
              <a:t>下载调试验证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圆角矩形标注 10"/>
          <p:cNvSpPr/>
          <p:nvPr/>
        </p:nvSpPr>
        <p:spPr>
          <a:xfrm>
            <a:off x="5122247" y="596542"/>
            <a:ext cx="3041351" cy="1292323"/>
          </a:xfrm>
          <a:prstGeom prst="wedgeRoundRectCallout">
            <a:avLst>
              <a:gd name="adj1" fmla="val -97709"/>
              <a:gd name="adj2" fmla="val 73006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prstClr val="black"/>
                </a:solidFill>
              </a:rPr>
              <a:t>    在“</a:t>
            </a:r>
            <a:r>
              <a:rPr lang="en-US" altLang="zh-CN" sz="1600" b="1" dirty="0">
                <a:solidFill>
                  <a:prstClr val="black"/>
                </a:solidFill>
              </a:rPr>
              <a:t>Debug</a:t>
            </a:r>
            <a:r>
              <a:rPr lang="zh-CN" altLang="en-US" sz="1600" b="1" dirty="0">
                <a:solidFill>
                  <a:prstClr val="black"/>
                </a:solidFill>
              </a:rPr>
              <a:t>”选项卡中，根据所使用的开发板下载调试工具，选择相应的选项，这里选择</a:t>
            </a:r>
            <a:r>
              <a:rPr lang="en-US" altLang="zh-CN" sz="1600" b="1" dirty="0">
                <a:solidFill>
                  <a:prstClr val="black"/>
                </a:solidFill>
              </a:rPr>
              <a:t>ST-Link</a:t>
            </a:r>
            <a:r>
              <a:rPr lang="zh-CN" altLang="en-US" sz="1600" b="1" dirty="0">
                <a:solidFill>
                  <a:prstClr val="black"/>
                </a:solidFill>
              </a:rPr>
              <a:t>调试下载器</a:t>
            </a:r>
            <a:endParaRPr lang="zh-CN" altLang="en-US" sz="1600" b="1" dirty="0"/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2339229869"/>
              </p:ext>
            </p:extLst>
          </p:nvPr>
        </p:nvGraphicFramePr>
        <p:xfrm>
          <a:off x="4499992" y="1851670"/>
          <a:ext cx="4572000" cy="2736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AC7EC55-0688-7E69-890F-AB0F1F66DA45}"/>
                  </a:ext>
                </a:extLst>
              </p14:cNvPr>
              <p14:cNvContentPartPr/>
              <p14:nvPr/>
            </p14:nvContentPartPr>
            <p14:xfrm>
              <a:off x="5014800" y="1552680"/>
              <a:ext cx="3501000" cy="22766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AC7EC55-0688-7E69-890F-AB0F1F66DA4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05440" y="1543320"/>
                <a:ext cx="3519720" cy="229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06858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883135" y="1893592"/>
            <a:ext cx="7019690" cy="1542866"/>
            <a:chOff x="1703539" y="2755900"/>
            <a:chExt cx="8826197" cy="2006600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8785225" y="2844800"/>
              <a:ext cx="1479550" cy="191770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/>
            <p:cNvGrpSpPr/>
            <p:nvPr/>
          </p:nvGrpSpPr>
          <p:grpSpPr>
            <a:xfrm>
              <a:off x="1703539" y="2755900"/>
              <a:ext cx="8826197" cy="2006600"/>
              <a:chOff x="1703539" y="2755900"/>
              <a:chExt cx="8826197" cy="2006600"/>
            </a:xfrm>
          </p:grpSpPr>
          <p:cxnSp>
            <p:nvCxnSpPr>
              <p:cNvPr id="16" name="直接连接符 15"/>
              <p:cNvCxnSpPr>
                <a:stCxn id="13" idx="5"/>
              </p:cNvCxnSpPr>
              <p:nvPr/>
            </p:nvCxnSpPr>
            <p:spPr>
              <a:xfrm flipV="1">
                <a:off x="1703539" y="2755900"/>
                <a:ext cx="658661" cy="960286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2362200" y="2755900"/>
                <a:ext cx="1357313" cy="189865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3719513" y="2755900"/>
                <a:ext cx="1969293" cy="189865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>
                <a:off x="5688806" y="2755900"/>
                <a:ext cx="2210594" cy="200660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 flipV="1">
                <a:off x="7891066" y="2844800"/>
                <a:ext cx="894159" cy="191770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>
                <a:endCxn id="12" idx="1"/>
              </p:cNvCxnSpPr>
              <p:nvPr/>
            </p:nvCxnSpPr>
            <p:spPr>
              <a:xfrm flipV="1">
                <a:off x="10264775" y="4005414"/>
                <a:ext cx="264961" cy="757086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椭圆 11"/>
          <p:cNvSpPr/>
          <p:nvPr/>
        </p:nvSpPr>
        <p:spPr>
          <a:xfrm flipV="1">
            <a:off x="7856229" y="2591788"/>
            <a:ext cx="318170" cy="30759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73"/>
            <a:endParaRPr lang="zh-CN" altLang="en-US" sz="1867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 flipV="1">
            <a:off x="611560" y="2586905"/>
            <a:ext cx="318170" cy="30759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73"/>
            <a:endParaRPr lang="zh-CN" altLang="en-US" sz="1867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3096796" y="2141261"/>
            <a:ext cx="1015113" cy="981381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Freeform 173"/>
          <p:cNvSpPr>
            <a:spLocks noChangeAspect="1" noEditPoints="1"/>
          </p:cNvSpPr>
          <p:nvPr/>
        </p:nvSpPr>
        <p:spPr bwMode="auto">
          <a:xfrm>
            <a:off x="3421771" y="2466059"/>
            <a:ext cx="365162" cy="376452"/>
          </a:xfrm>
          <a:custGeom>
            <a:avLst/>
            <a:gdLst>
              <a:gd name="T0" fmla="*/ 75 w 89"/>
              <a:gd name="T1" fmla="*/ 22 h 95"/>
              <a:gd name="T2" fmla="*/ 89 w 89"/>
              <a:gd name="T3" fmla="*/ 53 h 95"/>
              <a:gd name="T4" fmla="*/ 78 w 89"/>
              <a:gd name="T5" fmla="*/ 80 h 95"/>
              <a:gd name="T6" fmla="*/ 47 w 89"/>
              <a:gd name="T7" fmla="*/ 53 h 95"/>
              <a:gd name="T8" fmla="*/ 75 w 89"/>
              <a:gd name="T9" fmla="*/ 22 h 95"/>
              <a:gd name="T10" fmla="*/ 76 w 89"/>
              <a:gd name="T11" fmla="*/ 83 h 95"/>
              <a:gd name="T12" fmla="*/ 69 w 89"/>
              <a:gd name="T13" fmla="*/ 88 h 95"/>
              <a:gd name="T14" fmla="*/ 74 w 89"/>
              <a:gd name="T15" fmla="*/ 81 h 95"/>
              <a:gd name="T16" fmla="*/ 76 w 89"/>
              <a:gd name="T17" fmla="*/ 83 h 95"/>
              <a:gd name="T18" fmla="*/ 64 w 89"/>
              <a:gd name="T19" fmla="*/ 92 h 95"/>
              <a:gd name="T20" fmla="*/ 72 w 89"/>
              <a:gd name="T21" fmla="*/ 79 h 95"/>
              <a:gd name="T22" fmla="*/ 70 w 89"/>
              <a:gd name="T23" fmla="*/ 77 h 95"/>
              <a:gd name="T24" fmla="*/ 60 w 89"/>
              <a:gd name="T25" fmla="*/ 94 h 95"/>
              <a:gd name="T26" fmla="*/ 64 w 89"/>
              <a:gd name="T27" fmla="*/ 92 h 95"/>
              <a:gd name="T28" fmla="*/ 58 w 89"/>
              <a:gd name="T29" fmla="*/ 91 h 95"/>
              <a:gd name="T30" fmla="*/ 67 w 89"/>
              <a:gd name="T31" fmla="*/ 75 h 95"/>
              <a:gd name="T32" fmla="*/ 65 w 89"/>
              <a:gd name="T33" fmla="*/ 74 h 95"/>
              <a:gd name="T34" fmla="*/ 57 w 89"/>
              <a:gd name="T35" fmla="*/ 88 h 95"/>
              <a:gd name="T36" fmla="*/ 58 w 89"/>
              <a:gd name="T37" fmla="*/ 91 h 95"/>
              <a:gd name="T38" fmla="*/ 56 w 89"/>
              <a:gd name="T39" fmla="*/ 84 h 95"/>
              <a:gd name="T40" fmla="*/ 63 w 89"/>
              <a:gd name="T41" fmla="*/ 72 h 95"/>
              <a:gd name="T42" fmla="*/ 61 w 89"/>
              <a:gd name="T43" fmla="*/ 70 h 95"/>
              <a:gd name="T44" fmla="*/ 55 w 89"/>
              <a:gd name="T45" fmla="*/ 81 h 95"/>
              <a:gd name="T46" fmla="*/ 56 w 89"/>
              <a:gd name="T47" fmla="*/ 84 h 95"/>
              <a:gd name="T48" fmla="*/ 53 w 89"/>
              <a:gd name="T49" fmla="*/ 78 h 95"/>
              <a:gd name="T50" fmla="*/ 59 w 89"/>
              <a:gd name="T51" fmla="*/ 68 h 95"/>
              <a:gd name="T52" fmla="*/ 57 w 89"/>
              <a:gd name="T53" fmla="*/ 66 h 95"/>
              <a:gd name="T54" fmla="*/ 52 w 89"/>
              <a:gd name="T55" fmla="*/ 75 h 95"/>
              <a:gd name="T56" fmla="*/ 53 w 89"/>
              <a:gd name="T57" fmla="*/ 78 h 95"/>
              <a:gd name="T58" fmla="*/ 51 w 89"/>
              <a:gd name="T59" fmla="*/ 71 h 95"/>
              <a:gd name="T60" fmla="*/ 55 w 89"/>
              <a:gd name="T61" fmla="*/ 64 h 95"/>
              <a:gd name="T62" fmla="*/ 53 w 89"/>
              <a:gd name="T63" fmla="*/ 62 h 95"/>
              <a:gd name="T64" fmla="*/ 50 w 89"/>
              <a:gd name="T65" fmla="*/ 68 h 95"/>
              <a:gd name="T66" fmla="*/ 51 w 89"/>
              <a:gd name="T67" fmla="*/ 71 h 95"/>
              <a:gd name="T68" fmla="*/ 48 w 89"/>
              <a:gd name="T69" fmla="*/ 65 h 95"/>
              <a:gd name="T70" fmla="*/ 51 w 89"/>
              <a:gd name="T71" fmla="*/ 61 h 95"/>
              <a:gd name="T72" fmla="*/ 49 w 89"/>
              <a:gd name="T73" fmla="*/ 59 h 95"/>
              <a:gd name="T74" fmla="*/ 47 w 89"/>
              <a:gd name="T75" fmla="*/ 61 h 95"/>
              <a:gd name="T76" fmla="*/ 48 w 89"/>
              <a:gd name="T77" fmla="*/ 65 h 95"/>
              <a:gd name="T78" fmla="*/ 46 w 89"/>
              <a:gd name="T79" fmla="*/ 58 h 95"/>
              <a:gd name="T80" fmla="*/ 45 w 89"/>
              <a:gd name="T81" fmla="*/ 55 h 95"/>
              <a:gd name="T82" fmla="*/ 47 w 89"/>
              <a:gd name="T83" fmla="*/ 57 h 95"/>
              <a:gd name="T84" fmla="*/ 46 w 89"/>
              <a:gd name="T85" fmla="*/ 58 h 95"/>
              <a:gd name="T86" fmla="*/ 59 w 89"/>
              <a:gd name="T87" fmla="*/ 17 h 95"/>
              <a:gd name="T88" fmla="*/ 41 w 89"/>
              <a:gd name="T89" fmla="*/ 54 h 95"/>
              <a:gd name="T90" fmla="*/ 36 w 89"/>
              <a:gd name="T91" fmla="*/ 13 h 95"/>
              <a:gd name="T92" fmla="*/ 0 w 89"/>
              <a:gd name="T93" fmla="*/ 54 h 95"/>
              <a:gd name="T94" fmla="*/ 41 w 89"/>
              <a:gd name="T95" fmla="*/ 95 h 95"/>
              <a:gd name="T96" fmla="*/ 55 w 89"/>
              <a:gd name="T97" fmla="*/ 93 h 95"/>
              <a:gd name="T98" fmla="*/ 41 w 89"/>
              <a:gd name="T99" fmla="*/ 54 h 95"/>
              <a:gd name="T100" fmla="*/ 68 w 89"/>
              <a:gd name="T101" fmla="*/ 23 h 95"/>
              <a:gd name="T102" fmla="*/ 59 w 89"/>
              <a:gd name="T103" fmla="*/ 17 h 95"/>
              <a:gd name="T104" fmla="*/ 43 w 89"/>
              <a:gd name="T105" fmla="*/ 0 h 95"/>
              <a:gd name="T106" fmla="*/ 38 w 89"/>
              <a:gd name="T107" fmla="*/ 0 h 95"/>
              <a:gd name="T108" fmla="*/ 43 w 89"/>
              <a:gd name="T109" fmla="*/ 41 h 95"/>
              <a:gd name="T110" fmla="*/ 61 w 89"/>
              <a:gd name="T111" fmla="*/ 4 h 95"/>
              <a:gd name="T112" fmla="*/ 43 w 89"/>
              <a:gd name="T113" fmla="*/ 0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" h="95">
                <a:moveTo>
                  <a:pt x="75" y="22"/>
                </a:moveTo>
                <a:cubicBezTo>
                  <a:pt x="83" y="29"/>
                  <a:pt x="89" y="40"/>
                  <a:pt x="89" y="53"/>
                </a:cubicBezTo>
                <a:cubicBezTo>
                  <a:pt x="89" y="63"/>
                  <a:pt x="85" y="73"/>
                  <a:pt x="78" y="80"/>
                </a:cubicBezTo>
                <a:cubicBezTo>
                  <a:pt x="47" y="53"/>
                  <a:pt x="47" y="53"/>
                  <a:pt x="47" y="53"/>
                </a:cubicBezTo>
                <a:cubicBezTo>
                  <a:pt x="75" y="22"/>
                  <a:pt x="75" y="22"/>
                  <a:pt x="75" y="22"/>
                </a:cubicBezTo>
                <a:close/>
                <a:moveTo>
                  <a:pt x="76" y="83"/>
                </a:moveTo>
                <a:cubicBezTo>
                  <a:pt x="74" y="85"/>
                  <a:pt x="72" y="87"/>
                  <a:pt x="69" y="88"/>
                </a:cubicBezTo>
                <a:cubicBezTo>
                  <a:pt x="74" y="81"/>
                  <a:pt x="74" y="81"/>
                  <a:pt x="74" y="81"/>
                </a:cubicBezTo>
                <a:cubicBezTo>
                  <a:pt x="76" y="83"/>
                  <a:pt x="76" y="83"/>
                  <a:pt x="76" y="83"/>
                </a:cubicBezTo>
                <a:close/>
                <a:moveTo>
                  <a:pt x="64" y="92"/>
                </a:moveTo>
                <a:cubicBezTo>
                  <a:pt x="72" y="79"/>
                  <a:pt x="72" y="79"/>
                  <a:pt x="72" y="79"/>
                </a:cubicBezTo>
                <a:cubicBezTo>
                  <a:pt x="70" y="77"/>
                  <a:pt x="70" y="77"/>
                  <a:pt x="70" y="77"/>
                </a:cubicBezTo>
                <a:cubicBezTo>
                  <a:pt x="60" y="94"/>
                  <a:pt x="60" y="94"/>
                  <a:pt x="60" y="94"/>
                </a:cubicBezTo>
                <a:cubicBezTo>
                  <a:pt x="61" y="93"/>
                  <a:pt x="63" y="92"/>
                  <a:pt x="64" y="92"/>
                </a:cubicBezTo>
                <a:close/>
                <a:moveTo>
                  <a:pt x="58" y="91"/>
                </a:moveTo>
                <a:cubicBezTo>
                  <a:pt x="67" y="75"/>
                  <a:pt x="67" y="75"/>
                  <a:pt x="67" y="75"/>
                </a:cubicBezTo>
                <a:cubicBezTo>
                  <a:pt x="65" y="74"/>
                  <a:pt x="65" y="74"/>
                  <a:pt x="65" y="74"/>
                </a:cubicBezTo>
                <a:cubicBezTo>
                  <a:pt x="57" y="88"/>
                  <a:pt x="57" y="88"/>
                  <a:pt x="57" y="88"/>
                </a:cubicBezTo>
                <a:cubicBezTo>
                  <a:pt x="58" y="91"/>
                  <a:pt x="58" y="91"/>
                  <a:pt x="58" y="91"/>
                </a:cubicBezTo>
                <a:close/>
                <a:moveTo>
                  <a:pt x="56" y="84"/>
                </a:moveTo>
                <a:cubicBezTo>
                  <a:pt x="63" y="72"/>
                  <a:pt x="63" y="72"/>
                  <a:pt x="63" y="72"/>
                </a:cubicBezTo>
                <a:cubicBezTo>
                  <a:pt x="61" y="70"/>
                  <a:pt x="61" y="70"/>
                  <a:pt x="61" y="70"/>
                </a:cubicBezTo>
                <a:cubicBezTo>
                  <a:pt x="55" y="81"/>
                  <a:pt x="55" y="81"/>
                  <a:pt x="55" y="81"/>
                </a:cubicBezTo>
                <a:cubicBezTo>
                  <a:pt x="56" y="84"/>
                  <a:pt x="56" y="84"/>
                  <a:pt x="56" y="84"/>
                </a:cubicBezTo>
                <a:close/>
                <a:moveTo>
                  <a:pt x="53" y="78"/>
                </a:moveTo>
                <a:cubicBezTo>
                  <a:pt x="59" y="68"/>
                  <a:pt x="59" y="68"/>
                  <a:pt x="59" y="68"/>
                </a:cubicBezTo>
                <a:cubicBezTo>
                  <a:pt x="57" y="66"/>
                  <a:pt x="57" y="66"/>
                  <a:pt x="57" y="66"/>
                </a:cubicBezTo>
                <a:cubicBezTo>
                  <a:pt x="52" y="75"/>
                  <a:pt x="52" y="75"/>
                  <a:pt x="52" y="75"/>
                </a:cubicBezTo>
                <a:cubicBezTo>
                  <a:pt x="53" y="78"/>
                  <a:pt x="53" y="78"/>
                  <a:pt x="53" y="78"/>
                </a:cubicBezTo>
                <a:close/>
                <a:moveTo>
                  <a:pt x="51" y="71"/>
                </a:moveTo>
                <a:cubicBezTo>
                  <a:pt x="55" y="64"/>
                  <a:pt x="55" y="64"/>
                  <a:pt x="55" y="64"/>
                </a:cubicBezTo>
                <a:cubicBezTo>
                  <a:pt x="53" y="62"/>
                  <a:pt x="53" y="62"/>
                  <a:pt x="53" y="62"/>
                </a:cubicBezTo>
                <a:cubicBezTo>
                  <a:pt x="50" y="68"/>
                  <a:pt x="50" y="68"/>
                  <a:pt x="50" y="68"/>
                </a:cubicBezTo>
                <a:cubicBezTo>
                  <a:pt x="51" y="71"/>
                  <a:pt x="51" y="71"/>
                  <a:pt x="51" y="71"/>
                </a:cubicBezTo>
                <a:close/>
                <a:moveTo>
                  <a:pt x="48" y="65"/>
                </a:moveTo>
                <a:cubicBezTo>
                  <a:pt x="51" y="61"/>
                  <a:pt x="51" y="61"/>
                  <a:pt x="51" y="61"/>
                </a:cubicBezTo>
                <a:cubicBezTo>
                  <a:pt x="49" y="59"/>
                  <a:pt x="49" y="59"/>
                  <a:pt x="49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48" y="65"/>
                  <a:pt x="48" y="65"/>
                  <a:pt x="48" y="65"/>
                </a:cubicBezTo>
                <a:close/>
                <a:moveTo>
                  <a:pt x="46" y="58"/>
                </a:moveTo>
                <a:cubicBezTo>
                  <a:pt x="45" y="55"/>
                  <a:pt x="45" y="55"/>
                  <a:pt x="45" y="55"/>
                </a:cubicBezTo>
                <a:cubicBezTo>
                  <a:pt x="47" y="57"/>
                  <a:pt x="47" y="57"/>
                  <a:pt x="47" y="57"/>
                </a:cubicBezTo>
                <a:cubicBezTo>
                  <a:pt x="46" y="58"/>
                  <a:pt x="46" y="58"/>
                  <a:pt x="46" y="58"/>
                </a:cubicBezTo>
                <a:close/>
                <a:moveTo>
                  <a:pt x="59" y="17"/>
                </a:moveTo>
                <a:cubicBezTo>
                  <a:pt x="41" y="54"/>
                  <a:pt x="41" y="54"/>
                  <a:pt x="41" y="54"/>
                </a:cubicBezTo>
                <a:cubicBezTo>
                  <a:pt x="41" y="54"/>
                  <a:pt x="38" y="28"/>
                  <a:pt x="36" y="13"/>
                </a:cubicBezTo>
                <a:cubicBezTo>
                  <a:pt x="16" y="15"/>
                  <a:pt x="0" y="33"/>
                  <a:pt x="0" y="54"/>
                </a:cubicBezTo>
                <a:cubicBezTo>
                  <a:pt x="0" y="77"/>
                  <a:pt x="18" y="95"/>
                  <a:pt x="41" y="95"/>
                </a:cubicBezTo>
                <a:cubicBezTo>
                  <a:pt x="46" y="95"/>
                  <a:pt x="51" y="94"/>
                  <a:pt x="55" y="93"/>
                </a:cubicBezTo>
                <a:cubicBezTo>
                  <a:pt x="41" y="54"/>
                  <a:pt x="41" y="54"/>
                  <a:pt x="41" y="54"/>
                </a:cubicBezTo>
                <a:cubicBezTo>
                  <a:pt x="68" y="23"/>
                  <a:pt x="68" y="23"/>
                  <a:pt x="68" y="23"/>
                </a:cubicBezTo>
                <a:cubicBezTo>
                  <a:pt x="66" y="20"/>
                  <a:pt x="63" y="18"/>
                  <a:pt x="59" y="17"/>
                </a:cubicBezTo>
                <a:close/>
                <a:moveTo>
                  <a:pt x="43" y="0"/>
                </a:moveTo>
                <a:cubicBezTo>
                  <a:pt x="41" y="0"/>
                  <a:pt x="40" y="0"/>
                  <a:pt x="38" y="0"/>
                </a:cubicBezTo>
                <a:cubicBezTo>
                  <a:pt x="40" y="15"/>
                  <a:pt x="43" y="41"/>
                  <a:pt x="43" y="41"/>
                </a:cubicBezTo>
                <a:cubicBezTo>
                  <a:pt x="61" y="4"/>
                  <a:pt x="61" y="4"/>
                  <a:pt x="61" y="4"/>
                </a:cubicBezTo>
                <a:cubicBezTo>
                  <a:pt x="56" y="1"/>
                  <a:pt x="49" y="0"/>
                  <a:pt x="4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273"/>
            <a:endParaRPr lang="zh-CN" altLang="en-US" sz="1867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6596177" y="2141261"/>
            <a:ext cx="1015113" cy="981381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Freeform 122"/>
          <p:cNvSpPr>
            <a:spLocks noChangeAspect="1" noEditPoints="1"/>
          </p:cNvSpPr>
          <p:nvPr/>
        </p:nvSpPr>
        <p:spPr bwMode="auto">
          <a:xfrm>
            <a:off x="6976991" y="2466058"/>
            <a:ext cx="253487" cy="376452"/>
          </a:xfrm>
          <a:custGeom>
            <a:avLst/>
            <a:gdLst>
              <a:gd name="T0" fmla="*/ 31 w 70"/>
              <a:gd name="T1" fmla="*/ 20 h 108"/>
              <a:gd name="T2" fmla="*/ 36 w 70"/>
              <a:gd name="T3" fmla="*/ 20 h 108"/>
              <a:gd name="T4" fmla="*/ 51 w 70"/>
              <a:gd name="T5" fmla="*/ 32 h 108"/>
              <a:gd name="T6" fmla="*/ 62 w 70"/>
              <a:gd name="T7" fmla="*/ 51 h 108"/>
              <a:gd name="T8" fmla="*/ 64 w 70"/>
              <a:gd name="T9" fmla="*/ 69 h 108"/>
              <a:gd name="T10" fmla="*/ 63 w 70"/>
              <a:gd name="T11" fmla="*/ 74 h 108"/>
              <a:gd name="T12" fmla="*/ 54 w 70"/>
              <a:gd name="T13" fmla="*/ 60 h 108"/>
              <a:gd name="T14" fmla="*/ 49 w 70"/>
              <a:gd name="T15" fmla="*/ 55 h 108"/>
              <a:gd name="T16" fmla="*/ 41 w 70"/>
              <a:gd name="T17" fmla="*/ 42 h 108"/>
              <a:gd name="T18" fmla="*/ 40 w 70"/>
              <a:gd name="T19" fmla="*/ 34 h 108"/>
              <a:gd name="T20" fmla="*/ 31 w 70"/>
              <a:gd name="T21" fmla="*/ 20 h 108"/>
              <a:gd name="T22" fmla="*/ 39 w 70"/>
              <a:gd name="T23" fmla="*/ 60 h 108"/>
              <a:gd name="T24" fmla="*/ 36 w 70"/>
              <a:gd name="T25" fmla="*/ 70 h 108"/>
              <a:gd name="T26" fmla="*/ 54 w 70"/>
              <a:gd name="T27" fmla="*/ 103 h 108"/>
              <a:gd name="T28" fmla="*/ 65 w 70"/>
              <a:gd name="T29" fmla="*/ 106 h 108"/>
              <a:gd name="T30" fmla="*/ 65 w 70"/>
              <a:gd name="T31" fmla="*/ 106 h 108"/>
              <a:gd name="T32" fmla="*/ 68 w 70"/>
              <a:gd name="T33" fmla="*/ 95 h 108"/>
              <a:gd name="T34" fmla="*/ 49 w 70"/>
              <a:gd name="T35" fmla="*/ 63 h 108"/>
              <a:gd name="T36" fmla="*/ 39 w 70"/>
              <a:gd name="T37" fmla="*/ 60 h 108"/>
              <a:gd name="T38" fmla="*/ 39 w 70"/>
              <a:gd name="T39" fmla="*/ 60 h 108"/>
              <a:gd name="T40" fmla="*/ 5 w 70"/>
              <a:gd name="T41" fmla="*/ 2 h 108"/>
              <a:gd name="T42" fmla="*/ 2 w 70"/>
              <a:gd name="T43" fmla="*/ 13 h 108"/>
              <a:gd name="T44" fmla="*/ 21 w 70"/>
              <a:gd name="T45" fmla="*/ 45 h 108"/>
              <a:gd name="T46" fmla="*/ 32 w 70"/>
              <a:gd name="T47" fmla="*/ 48 h 108"/>
              <a:gd name="T48" fmla="*/ 32 w 70"/>
              <a:gd name="T49" fmla="*/ 48 h 108"/>
              <a:gd name="T50" fmla="*/ 35 w 70"/>
              <a:gd name="T51" fmla="*/ 37 h 108"/>
              <a:gd name="T52" fmla="*/ 16 w 70"/>
              <a:gd name="T53" fmla="*/ 5 h 108"/>
              <a:gd name="T54" fmla="*/ 5 w 70"/>
              <a:gd name="T55" fmla="*/ 2 h 108"/>
              <a:gd name="T56" fmla="*/ 5 w 70"/>
              <a:gd name="T57" fmla="*/ 2 h 108"/>
              <a:gd name="T58" fmla="*/ 39 w 70"/>
              <a:gd name="T59" fmla="*/ 88 h 108"/>
              <a:gd name="T60" fmla="*/ 31 w 70"/>
              <a:gd name="T61" fmla="*/ 73 h 108"/>
              <a:gd name="T62" fmla="*/ 29 w 70"/>
              <a:gd name="T63" fmla="*/ 66 h 108"/>
              <a:gd name="T64" fmla="*/ 22 w 70"/>
              <a:gd name="T65" fmla="*/ 53 h 108"/>
              <a:gd name="T66" fmla="*/ 16 w 70"/>
              <a:gd name="T67" fmla="*/ 48 h 108"/>
              <a:gd name="T68" fmla="*/ 8 w 70"/>
              <a:gd name="T69" fmla="*/ 33 h 108"/>
              <a:gd name="T70" fmla="*/ 6 w 70"/>
              <a:gd name="T71" fmla="*/ 38 h 108"/>
              <a:gd name="T72" fmla="*/ 8 w 70"/>
              <a:gd name="T73" fmla="*/ 57 h 108"/>
              <a:gd name="T74" fmla="*/ 19 w 70"/>
              <a:gd name="T75" fmla="*/ 75 h 108"/>
              <a:gd name="T76" fmla="*/ 34 w 70"/>
              <a:gd name="T77" fmla="*/ 87 h 108"/>
              <a:gd name="T78" fmla="*/ 39 w 70"/>
              <a:gd name="T79" fmla="*/ 8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0" h="108">
                <a:moveTo>
                  <a:pt x="31" y="20"/>
                </a:moveTo>
                <a:cubicBezTo>
                  <a:pt x="33" y="20"/>
                  <a:pt x="34" y="20"/>
                  <a:pt x="36" y="20"/>
                </a:cubicBezTo>
                <a:cubicBezTo>
                  <a:pt x="42" y="22"/>
                  <a:pt x="48" y="26"/>
                  <a:pt x="51" y="32"/>
                </a:cubicBezTo>
                <a:cubicBezTo>
                  <a:pt x="62" y="51"/>
                  <a:pt x="62" y="51"/>
                  <a:pt x="62" y="51"/>
                </a:cubicBezTo>
                <a:cubicBezTo>
                  <a:pt x="65" y="56"/>
                  <a:pt x="66" y="63"/>
                  <a:pt x="64" y="69"/>
                </a:cubicBezTo>
                <a:cubicBezTo>
                  <a:pt x="64" y="71"/>
                  <a:pt x="63" y="73"/>
                  <a:pt x="63" y="74"/>
                </a:cubicBezTo>
                <a:cubicBezTo>
                  <a:pt x="54" y="60"/>
                  <a:pt x="54" y="60"/>
                  <a:pt x="54" y="60"/>
                </a:cubicBezTo>
                <a:cubicBezTo>
                  <a:pt x="53" y="58"/>
                  <a:pt x="51" y="56"/>
                  <a:pt x="49" y="55"/>
                </a:cubicBezTo>
                <a:cubicBezTo>
                  <a:pt x="41" y="42"/>
                  <a:pt x="41" y="42"/>
                  <a:pt x="41" y="42"/>
                </a:cubicBezTo>
                <a:cubicBezTo>
                  <a:pt x="41" y="39"/>
                  <a:pt x="41" y="37"/>
                  <a:pt x="40" y="34"/>
                </a:cubicBezTo>
                <a:cubicBezTo>
                  <a:pt x="31" y="20"/>
                  <a:pt x="31" y="20"/>
                  <a:pt x="31" y="20"/>
                </a:cubicBezTo>
                <a:close/>
                <a:moveTo>
                  <a:pt x="39" y="60"/>
                </a:moveTo>
                <a:cubicBezTo>
                  <a:pt x="35" y="62"/>
                  <a:pt x="34" y="67"/>
                  <a:pt x="36" y="70"/>
                </a:cubicBezTo>
                <a:cubicBezTo>
                  <a:pt x="54" y="103"/>
                  <a:pt x="54" y="103"/>
                  <a:pt x="54" y="103"/>
                </a:cubicBezTo>
                <a:cubicBezTo>
                  <a:pt x="57" y="107"/>
                  <a:pt x="61" y="108"/>
                  <a:pt x="65" y="106"/>
                </a:cubicBezTo>
                <a:cubicBezTo>
                  <a:pt x="65" y="106"/>
                  <a:pt x="65" y="106"/>
                  <a:pt x="65" y="106"/>
                </a:cubicBezTo>
                <a:cubicBezTo>
                  <a:pt x="69" y="104"/>
                  <a:pt x="70" y="99"/>
                  <a:pt x="68" y="95"/>
                </a:cubicBezTo>
                <a:cubicBezTo>
                  <a:pt x="49" y="63"/>
                  <a:pt x="49" y="63"/>
                  <a:pt x="49" y="63"/>
                </a:cubicBezTo>
                <a:cubicBezTo>
                  <a:pt x="47" y="59"/>
                  <a:pt x="42" y="57"/>
                  <a:pt x="39" y="60"/>
                </a:cubicBezTo>
                <a:cubicBezTo>
                  <a:pt x="39" y="60"/>
                  <a:pt x="39" y="60"/>
                  <a:pt x="39" y="60"/>
                </a:cubicBezTo>
                <a:close/>
                <a:moveTo>
                  <a:pt x="5" y="2"/>
                </a:moveTo>
                <a:cubicBezTo>
                  <a:pt x="2" y="4"/>
                  <a:pt x="0" y="9"/>
                  <a:pt x="2" y="13"/>
                </a:cubicBezTo>
                <a:cubicBezTo>
                  <a:pt x="21" y="45"/>
                  <a:pt x="21" y="45"/>
                  <a:pt x="21" y="45"/>
                </a:cubicBezTo>
                <a:cubicBezTo>
                  <a:pt x="23" y="49"/>
                  <a:pt x="28" y="50"/>
                  <a:pt x="32" y="48"/>
                </a:cubicBezTo>
                <a:cubicBezTo>
                  <a:pt x="32" y="48"/>
                  <a:pt x="32" y="48"/>
                  <a:pt x="32" y="48"/>
                </a:cubicBezTo>
                <a:cubicBezTo>
                  <a:pt x="36" y="46"/>
                  <a:pt x="37" y="41"/>
                  <a:pt x="35" y="37"/>
                </a:cubicBezTo>
                <a:cubicBezTo>
                  <a:pt x="16" y="5"/>
                  <a:pt x="16" y="5"/>
                  <a:pt x="16" y="5"/>
                </a:cubicBezTo>
                <a:cubicBezTo>
                  <a:pt x="14" y="1"/>
                  <a:pt x="9" y="0"/>
                  <a:pt x="5" y="2"/>
                </a:cubicBezTo>
                <a:cubicBezTo>
                  <a:pt x="5" y="2"/>
                  <a:pt x="5" y="2"/>
                  <a:pt x="5" y="2"/>
                </a:cubicBezTo>
                <a:close/>
                <a:moveTo>
                  <a:pt x="39" y="88"/>
                </a:moveTo>
                <a:cubicBezTo>
                  <a:pt x="31" y="73"/>
                  <a:pt x="31" y="73"/>
                  <a:pt x="31" y="73"/>
                </a:cubicBezTo>
                <a:cubicBezTo>
                  <a:pt x="30" y="71"/>
                  <a:pt x="29" y="69"/>
                  <a:pt x="29" y="66"/>
                </a:cubicBezTo>
                <a:cubicBezTo>
                  <a:pt x="22" y="53"/>
                  <a:pt x="22" y="53"/>
                  <a:pt x="22" y="53"/>
                </a:cubicBezTo>
                <a:cubicBezTo>
                  <a:pt x="19" y="52"/>
                  <a:pt x="18" y="50"/>
                  <a:pt x="16" y="48"/>
                </a:cubicBezTo>
                <a:cubicBezTo>
                  <a:pt x="8" y="33"/>
                  <a:pt x="8" y="33"/>
                  <a:pt x="8" y="33"/>
                </a:cubicBezTo>
                <a:cubicBezTo>
                  <a:pt x="7" y="34"/>
                  <a:pt x="6" y="36"/>
                  <a:pt x="6" y="38"/>
                </a:cubicBezTo>
                <a:cubicBezTo>
                  <a:pt x="4" y="44"/>
                  <a:pt x="5" y="51"/>
                  <a:pt x="8" y="57"/>
                </a:cubicBezTo>
                <a:cubicBezTo>
                  <a:pt x="19" y="75"/>
                  <a:pt x="19" y="75"/>
                  <a:pt x="19" y="75"/>
                </a:cubicBezTo>
                <a:cubicBezTo>
                  <a:pt x="22" y="81"/>
                  <a:pt x="28" y="85"/>
                  <a:pt x="34" y="87"/>
                </a:cubicBezTo>
                <a:cubicBezTo>
                  <a:pt x="36" y="87"/>
                  <a:pt x="38" y="88"/>
                  <a:pt x="39" y="8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273"/>
            <a:endParaRPr lang="zh-CN" altLang="en-US" sz="1867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418402" y="2141261"/>
            <a:ext cx="1015113" cy="981381"/>
            <a:chOff x="2209800" y="3219450"/>
            <a:chExt cx="1276350" cy="1276350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29" name="椭圆 28"/>
            <p:cNvSpPr/>
            <p:nvPr/>
          </p:nvSpPr>
          <p:spPr>
            <a:xfrm>
              <a:off x="2209800" y="3219450"/>
              <a:ext cx="1276350" cy="127635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0" name="Freeform 357"/>
            <p:cNvSpPr>
              <a:spLocks noChangeAspect="1" noEditPoints="1"/>
            </p:cNvSpPr>
            <p:nvPr/>
          </p:nvSpPr>
          <p:spPr bwMode="auto">
            <a:xfrm>
              <a:off x="2543114" y="3641625"/>
              <a:ext cx="609723" cy="432000"/>
            </a:xfrm>
            <a:custGeom>
              <a:avLst/>
              <a:gdLst>
                <a:gd name="T0" fmla="*/ 47 w 94"/>
                <a:gd name="T1" fmla="*/ 17 h 67"/>
                <a:gd name="T2" fmla="*/ 31 w 94"/>
                <a:gd name="T3" fmla="*/ 33 h 67"/>
                <a:gd name="T4" fmla="*/ 47 w 94"/>
                <a:gd name="T5" fmla="*/ 49 h 67"/>
                <a:gd name="T6" fmla="*/ 63 w 94"/>
                <a:gd name="T7" fmla="*/ 33 h 67"/>
                <a:gd name="T8" fmla="*/ 47 w 94"/>
                <a:gd name="T9" fmla="*/ 17 h 67"/>
                <a:gd name="T10" fmla="*/ 71 w 94"/>
                <a:gd name="T11" fmla="*/ 10 h 67"/>
                <a:gd name="T12" fmla="*/ 65 w 94"/>
                <a:gd name="T13" fmla="*/ 15 h 67"/>
                <a:gd name="T14" fmla="*/ 72 w 94"/>
                <a:gd name="T15" fmla="*/ 33 h 67"/>
                <a:gd name="T16" fmla="*/ 65 w 94"/>
                <a:gd name="T17" fmla="*/ 51 h 67"/>
                <a:gd name="T18" fmla="*/ 71 w 94"/>
                <a:gd name="T19" fmla="*/ 57 h 67"/>
                <a:gd name="T20" fmla="*/ 80 w 94"/>
                <a:gd name="T21" fmla="*/ 33 h 67"/>
                <a:gd name="T22" fmla="*/ 71 w 94"/>
                <a:gd name="T23" fmla="*/ 10 h 67"/>
                <a:gd name="T24" fmla="*/ 81 w 94"/>
                <a:gd name="T25" fmla="*/ 0 h 67"/>
                <a:gd name="T26" fmla="*/ 75 w 94"/>
                <a:gd name="T27" fmla="*/ 5 h 67"/>
                <a:gd name="T28" fmla="*/ 86 w 94"/>
                <a:gd name="T29" fmla="*/ 33 h 67"/>
                <a:gd name="T30" fmla="*/ 75 w 94"/>
                <a:gd name="T31" fmla="*/ 61 h 67"/>
                <a:gd name="T32" fmla="*/ 81 w 94"/>
                <a:gd name="T33" fmla="*/ 67 h 67"/>
                <a:gd name="T34" fmla="*/ 94 w 94"/>
                <a:gd name="T35" fmla="*/ 33 h 67"/>
                <a:gd name="T36" fmla="*/ 81 w 94"/>
                <a:gd name="T37" fmla="*/ 0 h 67"/>
                <a:gd name="T38" fmla="*/ 24 w 94"/>
                <a:gd name="T39" fmla="*/ 10 h 67"/>
                <a:gd name="T40" fmla="*/ 14 w 94"/>
                <a:gd name="T41" fmla="*/ 33 h 67"/>
                <a:gd name="T42" fmla="*/ 24 w 94"/>
                <a:gd name="T43" fmla="*/ 57 h 67"/>
                <a:gd name="T44" fmla="*/ 30 w 94"/>
                <a:gd name="T45" fmla="*/ 51 h 67"/>
                <a:gd name="T46" fmla="*/ 22 w 94"/>
                <a:gd name="T47" fmla="*/ 33 h 67"/>
                <a:gd name="T48" fmla="*/ 30 w 94"/>
                <a:gd name="T49" fmla="*/ 15 h 67"/>
                <a:gd name="T50" fmla="*/ 24 w 94"/>
                <a:gd name="T51" fmla="*/ 10 h 67"/>
                <a:gd name="T52" fmla="*/ 19 w 94"/>
                <a:gd name="T53" fmla="*/ 5 h 67"/>
                <a:gd name="T54" fmla="*/ 14 w 94"/>
                <a:gd name="T55" fmla="*/ 0 h 67"/>
                <a:gd name="T56" fmla="*/ 0 w 94"/>
                <a:gd name="T57" fmla="*/ 33 h 67"/>
                <a:gd name="T58" fmla="*/ 14 w 94"/>
                <a:gd name="T59" fmla="*/ 67 h 67"/>
                <a:gd name="T60" fmla="*/ 19 w 94"/>
                <a:gd name="T61" fmla="*/ 61 h 67"/>
                <a:gd name="T62" fmla="*/ 8 w 94"/>
                <a:gd name="T63" fmla="*/ 33 h 67"/>
                <a:gd name="T64" fmla="*/ 19 w 94"/>
                <a:gd name="T65" fmla="*/ 5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4" h="67">
                  <a:moveTo>
                    <a:pt x="47" y="17"/>
                  </a:moveTo>
                  <a:cubicBezTo>
                    <a:pt x="38" y="17"/>
                    <a:pt x="31" y="24"/>
                    <a:pt x="31" y="33"/>
                  </a:cubicBezTo>
                  <a:cubicBezTo>
                    <a:pt x="31" y="42"/>
                    <a:pt x="38" y="49"/>
                    <a:pt x="47" y="49"/>
                  </a:cubicBezTo>
                  <a:cubicBezTo>
                    <a:pt x="56" y="49"/>
                    <a:pt x="63" y="42"/>
                    <a:pt x="63" y="33"/>
                  </a:cubicBezTo>
                  <a:cubicBezTo>
                    <a:pt x="63" y="24"/>
                    <a:pt x="56" y="17"/>
                    <a:pt x="47" y="17"/>
                  </a:cubicBezTo>
                  <a:close/>
                  <a:moveTo>
                    <a:pt x="71" y="10"/>
                  </a:moveTo>
                  <a:cubicBezTo>
                    <a:pt x="65" y="15"/>
                    <a:pt x="65" y="15"/>
                    <a:pt x="65" y="15"/>
                  </a:cubicBezTo>
                  <a:cubicBezTo>
                    <a:pt x="69" y="20"/>
                    <a:pt x="72" y="26"/>
                    <a:pt x="72" y="33"/>
                  </a:cubicBezTo>
                  <a:cubicBezTo>
                    <a:pt x="72" y="40"/>
                    <a:pt x="69" y="46"/>
                    <a:pt x="65" y="51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7" y="50"/>
                    <a:pt x="80" y="42"/>
                    <a:pt x="80" y="33"/>
                  </a:cubicBezTo>
                  <a:cubicBezTo>
                    <a:pt x="80" y="24"/>
                    <a:pt x="77" y="16"/>
                    <a:pt x="71" y="10"/>
                  </a:cubicBezTo>
                  <a:close/>
                  <a:moveTo>
                    <a:pt x="81" y="0"/>
                  </a:moveTo>
                  <a:cubicBezTo>
                    <a:pt x="75" y="5"/>
                    <a:pt x="75" y="5"/>
                    <a:pt x="75" y="5"/>
                  </a:cubicBezTo>
                  <a:cubicBezTo>
                    <a:pt x="82" y="13"/>
                    <a:pt x="86" y="22"/>
                    <a:pt x="86" y="33"/>
                  </a:cubicBezTo>
                  <a:cubicBezTo>
                    <a:pt x="86" y="44"/>
                    <a:pt x="82" y="54"/>
                    <a:pt x="75" y="61"/>
                  </a:cubicBezTo>
                  <a:cubicBezTo>
                    <a:pt x="81" y="67"/>
                    <a:pt x="81" y="67"/>
                    <a:pt x="81" y="67"/>
                  </a:cubicBezTo>
                  <a:cubicBezTo>
                    <a:pt x="89" y="58"/>
                    <a:pt x="94" y="46"/>
                    <a:pt x="94" y="33"/>
                  </a:cubicBezTo>
                  <a:cubicBezTo>
                    <a:pt x="94" y="20"/>
                    <a:pt x="89" y="8"/>
                    <a:pt x="81" y="0"/>
                  </a:cubicBezTo>
                  <a:close/>
                  <a:moveTo>
                    <a:pt x="24" y="10"/>
                  </a:moveTo>
                  <a:cubicBezTo>
                    <a:pt x="18" y="16"/>
                    <a:pt x="14" y="24"/>
                    <a:pt x="14" y="33"/>
                  </a:cubicBezTo>
                  <a:cubicBezTo>
                    <a:pt x="14" y="42"/>
                    <a:pt x="18" y="50"/>
                    <a:pt x="24" y="5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5" y="46"/>
                    <a:pt x="22" y="40"/>
                    <a:pt x="22" y="33"/>
                  </a:cubicBezTo>
                  <a:cubicBezTo>
                    <a:pt x="22" y="26"/>
                    <a:pt x="25" y="20"/>
                    <a:pt x="30" y="15"/>
                  </a:cubicBezTo>
                  <a:lnTo>
                    <a:pt x="24" y="10"/>
                  </a:lnTo>
                  <a:close/>
                  <a:moveTo>
                    <a:pt x="19" y="5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5" y="8"/>
                    <a:pt x="0" y="20"/>
                    <a:pt x="0" y="33"/>
                  </a:cubicBezTo>
                  <a:cubicBezTo>
                    <a:pt x="0" y="46"/>
                    <a:pt x="5" y="58"/>
                    <a:pt x="14" y="67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12" y="54"/>
                    <a:pt x="8" y="44"/>
                    <a:pt x="8" y="33"/>
                  </a:cubicBezTo>
                  <a:cubicBezTo>
                    <a:pt x="8" y="22"/>
                    <a:pt x="12" y="12"/>
                    <a:pt x="19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273"/>
              <a:endParaRPr lang="zh-CN" altLang="en-US" sz="1867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888562" y="2141261"/>
            <a:ext cx="1015113" cy="981381"/>
            <a:chOff x="6724650" y="3219450"/>
            <a:chExt cx="1276350" cy="1276350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32" name="椭圆 31"/>
            <p:cNvSpPr/>
            <p:nvPr/>
          </p:nvSpPr>
          <p:spPr>
            <a:xfrm>
              <a:off x="6724650" y="3219450"/>
              <a:ext cx="1276350" cy="127635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3" name="Freeform 359"/>
            <p:cNvSpPr>
              <a:spLocks noChangeAspect="1" noEditPoints="1"/>
            </p:cNvSpPr>
            <p:nvPr/>
          </p:nvSpPr>
          <p:spPr bwMode="auto">
            <a:xfrm>
              <a:off x="7167647" y="3612825"/>
              <a:ext cx="390357" cy="489600"/>
            </a:xfrm>
            <a:custGeom>
              <a:avLst/>
              <a:gdLst>
                <a:gd name="T0" fmla="*/ 144 w 177"/>
                <a:gd name="T1" fmla="*/ 61 h 222"/>
                <a:gd name="T2" fmla="*/ 144 w 177"/>
                <a:gd name="T3" fmla="*/ 222 h 222"/>
                <a:gd name="T4" fmla="*/ 177 w 177"/>
                <a:gd name="T5" fmla="*/ 222 h 222"/>
                <a:gd name="T6" fmla="*/ 177 w 177"/>
                <a:gd name="T7" fmla="*/ 61 h 222"/>
                <a:gd name="T8" fmla="*/ 144 w 177"/>
                <a:gd name="T9" fmla="*/ 61 h 222"/>
                <a:gd name="T10" fmla="*/ 96 w 177"/>
                <a:gd name="T11" fmla="*/ 222 h 222"/>
                <a:gd name="T12" fmla="*/ 130 w 177"/>
                <a:gd name="T13" fmla="*/ 222 h 222"/>
                <a:gd name="T14" fmla="*/ 130 w 177"/>
                <a:gd name="T15" fmla="*/ 90 h 222"/>
                <a:gd name="T16" fmla="*/ 96 w 177"/>
                <a:gd name="T17" fmla="*/ 90 h 222"/>
                <a:gd name="T18" fmla="*/ 96 w 177"/>
                <a:gd name="T19" fmla="*/ 222 h 222"/>
                <a:gd name="T20" fmla="*/ 47 w 177"/>
                <a:gd name="T21" fmla="*/ 222 h 222"/>
                <a:gd name="T22" fmla="*/ 80 w 177"/>
                <a:gd name="T23" fmla="*/ 222 h 222"/>
                <a:gd name="T24" fmla="*/ 80 w 177"/>
                <a:gd name="T25" fmla="*/ 0 h 222"/>
                <a:gd name="T26" fmla="*/ 47 w 177"/>
                <a:gd name="T27" fmla="*/ 0 h 222"/>
                <a:gd name="T28" fmla="*/ 47 w 177"/>
                <a:gd name="T29" fmla="*/ 222 h 222"/>
                <a:gd name="T30" fmla="*/ 0 w 177"/>
                <a:gd name="T31" fmla="*/ 222 h 222"/>
                <a:gd name="T32" fmla="*/ 33 w 177"/>
                <a:gd name="T33" fmla="*/ 222 h 222"/>
                <a:gd name="T34" fmla="*/ 33 w 177"/>
                <a:gd name="T35" fmla="*/ 139 h 222"/>
                <a:gd name="T36" fmla="*/ 0 w 177"/>
                <a:gd name="T37" fmla="*/ 139 h 222"/>
                <a:gd name="T38" fmla="*/ 0 w 177"/>
                <a:gd name="T39" fmla="*/ 2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7" h="222">
                  <a:moveTo>
                    <a:pt x="144" y="61"/>
                  </a:moveTo>
                  <a:lnTo>
                    <a:pt x="144" y="222"/>
                  </a:lnTo>
                  <a:lnTo>
                    <a:pt x="177" y="222"/>
                  </a:lnTo>
                  <a:lnTo>
                    <a:pt x="177" y="61"/>
                  </a:lnTo>
                  <a:lnTo>
                    <a:pt x="144" y="61"/>
                  </a:lnTo>
                  <a:close/>
                  <a:moveTo>
                    <a:pt x="96" y="222"/>
                  </a:moveTo>
                  <a:lnTo>
                    <a:pt x="130" y="222"/>
                  </a:lnTo>
                  <a:lnTo>
                    <a:pt x="130" y="90"/>
                  </a:lnTo>
                  <a:lnTo>
                    <a:pt x="96" y="90"/>
                  </a:lnTo>
                  <a:lnTo>
                    <a:pt x="96" y="222"/>
                  </a:lnTo>
                  <a:close/>
                  <a:moveTo>
                    <a:pt x="47" y="222"/>
                  </a:moveTo>
                  <a:lnTo>
                    <a:pt x="80" y="222"/>
                  </a:lnTo>
                  <a:lnTo>
                    <a:pt x="80" y="0"/>
                  </a:lnTo>
                  <a:lnTo>
                    <a:pt x="47" y="0"/>
                  </a:lnTo>
                  <a:lnTo>
                    <a:pt x="47" y="222"/>
                  </a:lnTo>
                  <a:close/>
                  <a:moveTo>
                    <a:pt x="0" y="222"/>
                  </a:moveTo>
                  <a:lnTo>
                    <a:pt x="33" y="222"/>
                  </a:lnTo>
                  <a:lnTo>
                    <a:pt x="33" y="139"/>
                  </a:lnTo>
                  <a:lnTo>
                    <a:pt x="0" y="139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273"/>
              <a:endParaRPr lang="zh-CN" altLang="en-US" sz="1867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2985622" y="3417864"/>
            <a:ext cx="1237460" cy="379648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 defTabSz="914273"/>
            <a:r>
              <a:rPr lang="en-GB" altLang="zh-CN" sz="1867" b="1" dirty="0" err="1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main.c</a:t>
            </a:r>
            <a:r>
              <a:rPr lang="en-GB" altLang="zh-CN" sz="1867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1867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563176" y="3447645"/>
            <a:ext cx="1095918" cy="379648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 defTabSz="914273"/>
            <a:r>
              <a:rPr lang="en-GB" altLang="zh-CN" sz="1867" b="1" dirty="0" err="1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gpio.c</a:t>
            </a:r>
            <a:endParaRPr lang="en-US" altLang="zh-CN" sz="1867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386198" y="1491630"/>
            <a:ext cx="1237460" cy="379648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 defTabSz="914273"/>
            <a:r>
              <a:rPr lang="en-GB" altLang="zh-CN" sz="1867" b="1" dirty="0" err="1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main.h</a:t>
            </a:r>
            <a:r>
              <a:rPr lang="en-GB" altLang="zh-CN" sz="1867" b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1867" b="1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848159" y="1531799"/>
            <a:ext cx="1095918" cy="379648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 defTabSz="914273"/>
            <a:r>
              <a:rPr lang="en-GB" altLang="zh-CN" sz="1867" b="1" dirty="0" err="1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gpio.h</a:t>
            </a:r>
            <a:endParaRPr lang="en-US" altLang="zh-CN" sz="1867" b="1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66419" y="419657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/>
              <a:t>针对</a:t>
            </a:r>
            <a:r>
              <a:rPr lang="en-US" altLang="zh-CN" b="1" dirty="0"/>
              <a:t>GPIO-LED</a:t>
            </a:r>
            <a:r>
              <a:rPr lang="zh-CN" altLang="en-US" b="1" dirty="0"/>
              <a:t>闪烁工程相关源码共四个文件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B4B6887-4DE3-512A-8E45-4203E7E07364}"/>
                  </a:ext>
                </a:extLst>
              </p14:cNvPr>
              <p14:cNvContentPartPr/>
              <p14:nvPr/>
            </p14:nvContentPartPr>
            <p14:xfrm>
              <a:off x="2023920" y="2066760"/>
              <a:ext cx="41004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B4B6887-4DE3-512A-8E45-4203E7E073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14560" y="2057400"/>
                <a:ext cx="42876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838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8" grpId="0"/>
      <p:bldP spid="44" grpId="0"/>
      <p:bldP spid="4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611560" y="1072738"/>
            <a:ext cx="3904172" cy="3600986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/>
              <a:t>        /* Includes </a:t>
            </a:r>
            <a:r>
              <a:rPr lang="zh-CN" altLang="en-US" sz="1200" b="1" dirty="0"/>
              <a:t>头文件*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include "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main.h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"</a:t>
            </a:r>
          </a:p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#include "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gpio.h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"</a:t>
            </a:r>
          </a:p>
          <a:p>
            <a:endParaRPr lang="en-US" sz="1200" b="1" dirty="0"/>
          </a:p>
          <a:p>
            <a:r>
              <a:rPr lang="en-US" sz="1200" b="1" dirty="0"/>
              <a:t>       /* </a:t>
            </a:r>
            <a:r>
              <a:rPr lang="zh-CN" altLang="en-US" sz="1200" b="1" dirty="0"/>
              <a:t>函数声明 *</a:t>
            </a:r>
            <a:r>
              <a:rPr lang="en-US" altLang="zh-CN" sz="1200" b="1" dirty="0"/>
              <a:t>/</a:t>
            </a:r>
          </a:p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SystemClock_Config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(void); </a:t>
            </a:r>
            <a:r>
              <a:rPr lang="en-US" sz="1200" b="1" dirty="0"/>
              <a:t>//</a:t>
            </a:r>
            <a:r>
              <a:rPr lang="zh-CN" altLang="en-US" sz="1200" b="1" dirty="0"/>
              <a:t>设置系统时钟</a:t>
            </a:r>
          </a:p>
          <a:p>
            <a:endParaRPr lang="zh-CN" altLang="en-US" sz="1200" b="1" dirty="0"/>
          </a:p>
          <a:p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main(void)</a:t>
            </a:r>
          </a:p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{</a:t>
            </a:r>
          </a:p>
          <a:p>
            <a:r>
              <a:rPr lang="en-US" sz="1200" b="1" dirty="0"/>
              <a:t>            /* </a:t>
            </a:r>
            <a:r>
              <a:rPr lang="zh-CN" altLang="en-US" sz="1200" b="1" dirty="0"/>
              <a:t>将所有的外设复位，</a:t>
            </a:r>
            <a:endParaRPr lang="en-GB" altLang="zh-CN" sz="1200" b="1" dirty="0"/>
          </a:p>
          <a:p>
            <a:r>
              <a:rPr lang="en-GB" altLang="zh-CN" sz="1200" b="1" dirty="0"/>
              <a:t>                 </a:t>
            </a:r>
            <a:r>
              <a:rPr lang="zh-CN" altLang="en-US" sz="1200" b="1" dirty="0"/>
              <a:t>并初始化</a:t>
            </a:r>
            <a:r>
              <a:rPr lang="en-US" sz="1200" b="1" dirty="0"/>
              <a:t>Flash</a:t>
            </a:r>
            <a:r>
              <a:rPr lang="zh-CN" altLang="en-US" sz="1200" b="1" dirty="0"/>
              <a:t>和系统滴答时钟</a:t>
            </a:r>
            <a:r>
              <a:rPr lang="en-US" sz="1200" b="1" dirty="0" err="1"/>
              <a:t>Systick</a:t>
            </a:r>
            <a:r>
              <a:rPr lang="en-US" sz="1200" b="1" dirty="0"/>
              <a:t> */</a:t>
            </a:r>
          </a:p>
          <a:p>
            <a:r>
              <a:rPr lang="en-US" sz="1200" b="1" dirty="0"/>
              <a:t> 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HAL_Init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();</a:t>
            </a:r>
          </a:p>
          <a:p>
            <a:r>
              <a:rPr lang="en-US" sz="1200" b="1" dirty="0"/>
              <a:t>          /*</a:t>
            </a:r>
            <a:r>
              <a:rPr lang="zh-CN" altLang="en-US" sz="1200" b="1" dirty="0"/>
              <a:t>配置系统时钟*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SystemClock_Config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();</a:t>
            </a:r>
          </a:p>
          <a:p>
            <a:r>
              <a:rPr lang="en-US" sz="1200" b="1" dirty="0"/>
              <a:t>           /***GPIO</a:t>
            </a:r>
            <a:r>
              <a:rPr lang="zh-CN" altLang="en-US" sz="1200" b="1" dirty="0"/>
              <a:t>初始化，函数实现定义在</a:t>
            </a:r>
            <a:r>
              <a:rPr lang="en-US" sz="1200" b="1" dirty="0" err="1"/>
              <a:t>gpio.c</a:t>
            </a:r>
            <a:r>
              <a:rPr lang="zh-CN" altLang="en-US" sz="1200" b="1" dirty="0"/>
              <a:t>文件中</a:t>
            </a:r>
          </a:p>
          <a:p>
            <a:r>
              <a:rPr lang="zh-CN" altLang="en-US" sz="1200" b="1" dirty="0"/>
              <a:t>             *此代码对应于</a:t>
            </a:r>
            <a:r>
              <a:rPr lang="en-US" sz="1200" b="1" dirty="0"/>
              <a:t>STM32CubeMX</a:t>
            </a:r>
            <a:r>
              <a:rPr lang="zh-CN" altLang="en-US" sz="1200" b="1" dirty="0"/>
              <a:t>软件中的</a:t>
            </a:r>
            <a:r>
              <a:rPr lang="en-US" sz="1200" b="1" dirty="0" err="1"/>
              <a:t>Pinout</a:t>
            </a:r>
            <a:r>
              <a:rPr lang="en-US" sz="1200" b="1" dirty="0"/>
              <a:t> &amp;  </a:t>
            </a:r>
          </a:p>
          <a:p>
            <a:r>
              <a:rPr lang="en-US" sz="1200" b="1" dirty="0"/>
              <a:t>             Configuration</a:t>
            </a:r>
            <a:r>
              <a:rPr lang="zh-CN" altLang="en-US" sz="1200" b="1" dirty="0"/>
              <a:t>设置的引脚参数</a:t>
            </a:r>
          </a:p>
          <a:p>
            <a:r>
              <a:rPr lang="zh-CN" altLang="en-US" sz="1200" b="1" dirty="0"/>
              <a:t>          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MX_GPIO_Init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();</a:t>
            </a:r>
            <a:endParaRPr lang="zh-CN" altLang="en-US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31373" y="1257404"/>
            <a:ext cx="3573075" cy="3231654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while (1)</a:t>
            </a:r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  {</a:t>
            </a:r>
          </a:p>
          <a:p>
            <a:r>
              <a:rPr lang="en-US" altLang="zh-CN" sz="1200" b="1" dirty="0"/>
              <a:t>          //</a:t>
            </a:r>
            <a:r>
              <a:rPr lang="zh-CN" altLang="en-US" sz="1200" b="1" dirty="0"/>
              <a:t>以下为用户编写的应用程序代码</a:t>
            </a:r>
          </a:p>
          <a:p>
            <a:endParaRPr lang="zh-CN" altLang="en-US" sz="1200" b="1" dirty="0"/>
          </a:p>
          <a:p>
            <a:r>
              <a:rPr lang="en-US" altLang="zh-CN" sz="1200" b="1" dirty="0"/>
              <a:t>            /*</a:t>
            </a:r>
            <a:r>
              <a:rPr lang="zh-CN" altLang="en-US" sz="1200" b="1" dirty="0"/>
              <a:t>调用</a:t>
            </a:r>
            <a:r>
              <a:rPr lang="en-US" altLang="zh-CN" sz="1200" b="1" dirty="0" err="1"/>
              <a:t>HAL_GPIO_TogglePin</a:t>
            </a:r>
            <a:r>
              <a:rPr lang="zh-CN" altLang="en-US" sz="1200" b="1" dirty="0"/>
              <a:t>函数</a:t>
            </a:r>
            <a:endParaRPr lang="en-GB" altLang="zh-CN" sz="1200" b="1" dirty="0"/>
          </a:p>
          <a:p>
            <a:r>
              <a:rPr lang="en-GB" altLang="zh-CN" sz="1200" b="1" dirty="0"/>
              <a:t>                 </a:t>
            </a:r>
            <a:r>
              <a:rPr lang="zh-CN" altLang="en-US" sz="1200" b="1" dirty="0"/>
              <a:t>使</a:t>
            </a:r>
            <a:r>
              <a:rPr lang="en-US" altLang="zh-CN" sz="1200" b="1" dirty="0"/>
              <a:t>LED1---PB5</a:t>
            </a:r>
            <a:r>
              <a:rPr lang="zh-CN" altLang="en-US" sz="1200" b="1" dirty="0"/>
              <a:t>状态翻转 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	 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HAL_GPIO_TogglePin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(LED1_GPIO_Port,LED1_Pin); </a:t>
            </a:r>
          </a:p>
          <a:p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HAL_Delay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(100); </a:t>
            </a:r>
          </a:p>
          <a:p>
            <a:r>
              <a:rPr lang="en-US" altLang="zh-CN" sz="1200" b="1" dirty="0"/>
              <a:t>           //</a:t>
            </a:r>
            <a:r>
              <a:rPr lang="zh-CN" altLang="en-US" sz="1200" b="1" dirty="0"/>
              <a:t>调用</a:t>
            </a:r>
            <a:r>
              <a:rPr lang="en-US" altLang="zh-CN" sz="1200" b="1" dirty="0"/>
              <a:t>HAL</a:t>
            </a:r>
            <a:r>
              <a:rPr lang="zh-CN" altLang="en-US" sz="1200" b="1" dirty="0"/>
              <a:t>库函数</a:t>
            </a:r>
            <a:r>
              <a:rPr lang="en-US" altLang="zh-CN" sz="1200" b="1" dirty="0" err="1"/>
              <a:t>HAL_Delay</a:t>
            </a:r>
            <a:r>
              <a:rPr lang="zh-CN" altLang="en-US" sz="1200" b="1" dirty="0"/>
              <a:t>延时</a:t>
            </a:r>
            <a:r>
              <a:rPr lang="en-US" altLang="zh-CN" sz="1200" b="1" dirty="0"/>
              <a:t>100</a:t>
            </a:r>
            <a:r>
              <a:rPr lang="zh-CN" altLang="en-US" sz="1200" b="1" dirty="0"/>
              <a:t>毫秒</a:t>
            </a:r>
          </a:p>
          <a:p>
            <a:r>
              <a:rPr lang="en-US" altLang="zh-CN" sz="1200" b="1" dirty="0"/>
              <a:t>           /*</a:t>
            </a:r>
            <a:r>
              <a:rPr lang="zh-CN" altLang="en-US" sz="1200" b="1" dirty="0"/>
              <a:t>调用</a:t>
            </a:r>
            <a:r>
              <a:rPr lang="en-US" altLang="zh-CN" sz="1200" b="1" dirty="0" err="1"/>
              <a:t>HAL_GPIO_TogglePin</a:t>
            </a:r>
            <a:r>
              <a:rPr lang="zh-CN" altLang="en-US" sz="1200" b="1" dirty="0"/>
              <a:t>函数</a:t>
            </a:r>
            <a:endParaRPr lang="en-GB" altLang="zh-CN" sz="1200" b="1" dirty="0"/>
          </a:p>
          <a:p>
            <a:r>
              <a:rPr lang="zh-CN" altLang="en-US" sz="1200" b="1" dirty="0"/>
              <a:t>                使</a:t>
            </a:r>
            <a:r>
              <a:rPr lang="en-US" altLang="zh-CN" sz="1200" b="1" dirty="0"/>
              <a:t>LED2---PE5</a:t>
            </a:r>
            <a:r>
              <a:rPr lang="zh-CN" altLang="en-US" sz="1200" b="1" dirty="0"/>
              <a:t>状态翻转 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 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HAL_GPIO_TogglePin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(LED2_GPIO_Port,LED2_Pin); </a:t>
            </a:r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   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HAL_Delay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(100); </a:t>
            </a:r>
          </a:p>
          <a:p>
            <a:r>
              <a:rPr lang="en-US" altLang="zh-CN" sz="1200" b="1" dirty="0"/>
              <a:t>             //</a:t>
            </a:r>
            <a:r>
              <a:rPr lang="zh-CN" altLang="en-US" sz="1200" b="1" dirty="0"/>
              <a:t>调用</a:t>
            </a:r>
            <a:r>
              <a:rPr lang="en-US" altLang="zh-CN" sz="1200" b="1" dirty="0"/>
              <a:t>HAL</a:t>
            </a:r>
            <a:r>
              <a:rPr lang="zh-CN" altLang="en-US" sz="1200" b="1" dirty="0"/>
              <a:t>库函数</a:t>
            </a:r>
            <a:r>
              <a:rPr lang="en-US" altLang="zh-CN" sz="1200" b="1" dirty="0" err="1"/>
              <a:t>HAL_Delay</a:t>
            </a:r>
            <a:r>
              <a:rPr lang="zh-CN" altLang="en-US" sz="1200" b="1" dirty="0"/>
              <a:t>延时</a:t>
            </a:r>
            <a:r>
              <a:rPr lang="en-US" altLang="zh-CN" sz="1200" b="1" dirty="0"/>
              <a:t>100</a:t>
            </a:r>
            <a:r>
              <a:rPr lang="zh-CN" altLang="en-US" sz="1200" b="1" dirty="0"/>
              <a:t>毫秒</a:t>
            </a:r>
          </a:p>
          <a:p>
            <a:r>
              <a:rPr lang="zh-CN" altLang="en-US" sz="1200" b="1" dirty="0"/>
              <a:t> 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}</a:t>
            </a:r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} </a:t>
            </a:r>
            <a:endParaRPr lang="zh-CN" altLang="en-US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732240" y="339503"/>
            <a:ext cx="11817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>
                <a:solidFill>
                  <a:schemeClr val="accent5">
                    <a:lumMod val="75000"/>
                  </a:schemeClr>
                </a:solidFill>
              </a:rPr>
              <a:t>main.c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6A3216D-0D08-272B-9094-B9BC353D0727}"/>
                  </a:ext>
                </a:extLst>
              </p14:cNvPr>
              <p14:cNvContentPartPr/>
              <p14:nvPr/>
            </p14:nvContentPartPr>
            <p14:xfrm>
              <a:off x="2600280" y="2886120"/>
              <a:ext cx="1229040" cy="5097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6A3216D-0D08-272B-9094-B9BC353D07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90920" y="2876760"/>
                <a:ext cx="1247760" cy="52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4943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3"/>
            <a:ext cx="67510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5.4.2 HAL</a:t>
            </a:r>
            <a:r>
              <a:rPr lang="zh-CN" altLang="en-US" sz="2400" b="1" dirty="0">
                <a:solidFill>
                  <a:schemeClr val="bg1"/>
                </a:solidFill>
              </a:rPr>
              <a:t>库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应用实例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</a:rPr>
              <a:t>源码分析</a:t>
            </a: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395536" y="1002422"/>
            <a:ext cx="8496944" cy="3785652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        </a:t>
            </a:r>
            <a:r>
              <a:rPr lang="en-US" altLang="zh-CN" sz="1600" b="1" dirty="0"/>
              <a:t>/***</a:t>
            </a:r>
            <a:r>
              <a:rPr lang="zh-CN" altLang="en-US" sz="1600" b="1" dirty="0"/>
              <a:t>系统时钟配置，对应于</a:t>
            </a:r>
            <a:r>
              <a:rPr lang="en-US" sz="1600" b="1" dirty="0"/>
              <a:t>STM32CubeMX</a:t>
            </a:r>
            <a:r>
              <a:rPr lang="zh-CN" altLang="en-US" sz="1600" b="1" dirty="0"/>
              <a:t>软件中的系统时钟操作*</a:t>
            </a:r>
            <a:r>
              <a:rPr lang="en-US" altLang="zh-CN" sz="1600" b="1" dirty="0"/>
              <a:t>/</a:t>
            </a: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SystemClock_Config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(void)</a:t>
            </a: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{</a:t>
            </a:r>
          </a:p>
          <a:p>
            <a:r>
              <a:rPr lang="en-US" sz="1600" b="1" dirty="0"/>
              <a:t>            /*OSC</a:t>
            </a:r>
            <a:r>
              <a:rPr lang="zh-CN" altLang="en-US" sz="1600" b="1" dirty="0"/>
              <a:t>外部晶振初始化结构体变量，用于打开</a:t>
            </a:r>
            <a:r>
              <a:rPr lang="en-US" sz="1600" b="1" dirty="0"/>
              <a:t>HSE，</a:t>
            </a:r>
            <a:r>
              <a:rPr lang="zh-CN" altLang="en-US" sz="1600" b="1" dirty="0"/>
              <a:t>设置</a:t>
            </a:r>
            <a:r>
              <a:rPr lang="en-US" sz="1600" b="1" dirty="0"/>
              <a:t>PLL</a:t>
            </a:r>
            <a:r>
              <a:rPr lang="zh-CN" altLang="en-US" sz="1600" b="1" dirty="0"/>
              <a:t>等 *</a:t>
            </a:r>
            <a:r>
              <a:rPr lang="en-US" altLang="zh-CN" sz="1600" b="1" dirty="0"/>
              <a:t>/</a:t>
            </a:r>
          </a:p>
          <a:p>
            <a:r>
              <a:rPr lang="en-US" altLang="zh-CN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RCC_OscInitTypeDef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{0}; </a:t>
            </a:r>
          </a:p>
          <a:p>
            <a:r>
              <a:rPr lang="en-US" sz="1600" b="1" dirty="0"/>
              <a:t>           /*SYSCLK</a:t>
            </a:r>
            <a:r>
              <a:rPr lang="zh-CN" altLang="en-US" sz="1600" b="1" dirty="0"/>
              <a:t>初始化结构体变量，用于选择</a:t>
            </a:r>
            <a:r>
              <a:rPr lang="en-US" sz="1600" b="1" dirty="0" err="1"/>
              <a:t>sysclk</a:t>
            </a:r>
            <a:r>
              <a:rPr lang="zh-CN" altLang="en-US" sz="1600" b="1" dirty="0"/>
              <a:t>的时钟源、设置</a:t>
            </a:r>
            <a:r>
              <a:rPr lang="en-US" sz="1600" b="1" dirty="0"/>
              <a:t>AHB</a:t>
            </a:r>
            <a:r>
              <a:rPr lang="zh-CN" altLang="en-US" sz="1600" b="1" dirty="0"/>
              <a:t>预分频系数*</a:t>
            </a:r>
            <a:r>
              <a:rPr lang="en-US" altLang="zh-CN" sz="1600" b="1" dirty="0"/>
              <a:t>/</a:t>
            </a:r>
          </a:p>
          <a:p>
            <a:r>
              <a:rPr lang="en-US" altLang="zh-CN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RCC_ClkInitTypeDef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RCC_ClkInitStruct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{0}; </a:t>
            </a:r>
            <a:endParaRPr lang="en-US" sz="1600" b="1" dirty="0"/>
          </a:p>
          <a:p>
            <a:r>
              <a:rPr lang="en-US" sz="1600" b="1" dirty="0"/>
              <a:t>          /* </a:t>
            </a:r>
            <a:r>
              <a:rPr lang="zh-CN" altLang="en-US" sz="1600" b="1" dirty="0"/>
              <a:t>给</a:t>
            </a:r>
            <a:r>
              <a:rPr lang="en-US" sz="1600" b="1" dirty="0" err="1"/>
              <a:t>RCC_OscInitStruct</a:t>
            </a:r>
            <a:r>
              <a:rPr lang="zh-CN" altLang="en-US" sz="1600" b="1" dirty="0"/>
              <a:t>的成员赋值，用于选择系统时钟源，设置</a:t>
            </a:r>
            <a:r>
              <a:rPr lang="en-US" sz="1600" b="1" dirty="0" err="1"/>
              <a:t>PLL、PLLMul</a:t>
            </a:r>
            <a:r>
              <a:rPr lang="zh-CN" altLang="en-US" sz="1600" b="1" dirty="0"/>
              <a:t>的值等 *</a:t>
            </a:r>
            <a:r>
              <a:rPr lang="en-US" altLang="zh-CN" sz="1600" b="1" dirty="0"/>
              <a:t>/</a:t>
            </a:r>
          </a:p>
          <a:p>
            <a:r>
              <a:rPr lang="en-US" altLang="zh-CN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RCC_OscInitStruct.OscillatorType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RCC_OSCILLATORTYPE_HSE;</a:t>
            </a:r>
            <a:r>
              <a:rPr lang="en-US" sz="1600" b="1" dirty="0"/>
              <a:t>//HSE</a:t>
            </a:r>
            <a:r>
              <a:rPr lang="zh-CN" altLang="en-US" sz="1600" b="1" dirty="0"/>
              <a:t>为外部晶振</a:t>
            </a:r>
            <a:r>
              <a:rPr lang="en-US" altLang="zh-CN" sz="1600" b="1" dirty="0"/>
              <a:t>8</a:t>
            </a:r>
            <a:r>
              <a:rPr lang="en-US" sz="1600" b="1" dirty="0"/>
              <a:t>MHz</a:t>
            </a:r>
          </a:p>
          <a:p>
            <a:r>
              <a:rPr lang="en-US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RCC_OscInitStruct.HSEState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RCC_HSE_ON; </a:t>
            </a:r>
            <a:r>
              <a:rPr lang="en-US" sz="1600" b="1" dirty="0"/>
              <a:t>//</a:t>
            </a:r>
            <a:r>
              <a:rPr lang="zh-CN" altLang="en-US" sz="1600" b="1" dirty="0"/>
              <a:t>打开</a:t>
            </a:r>
            <a:r>
              <a:rPr lang="en-US" sz="1600" b="1" dirty="0"/>
              <a:t>HSE</a:t>
            </a:r>
          </a:p>
          <a:p>
            <a:r>
              <a:rPr lang="en-US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RCC_OscInitStruct.HSEPredivValue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RCC_HSE_PREDIV_DIV1;</a:t>
            </a:r>
            <a:r>
              <a:rPr lang="en-US" sz="1600" b="1" dirty="0"/>
              <a:t>//</a:t>
            </a:r>
            <a:r>
              <a:rPr lang="zh-CN" altLang="en-US" sz="1600" b="1" dirty="0"/>
              <a:t>设置</a:t>
            </a:r>
            <a:r>
              <a:rPr lang="en-US" sz="1600" b="1" dirty="0"/>
              <a:t>HSE</a:t>
            </a:r>
            <a:r>
              <a:rPr lang="zh-CN" altLang="en-US" sz="1600" b="1" dirty="0"/>
              <a:t>预分频系数为</a:t>
            </a:r>
            <a:r>
              <a:rPr lang="en-US" altLang="zh-CN" sz="1600" b="1" dirty="0"/>
              <a:t>1</a:t>
            </a:r>
          </a:p>
          <a:p>
            <a:r>
              <a:rPr lang="en-US" altLang="zh-CN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RCC_OscInitStruct.HSIState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RCC_HSI_ON; </a:t>
            </a:r>
            <a:r>
              <a:rPr lang="en-US" sz="1600" b="1" dirty="0"/>
              <a:t>//</a:t>
            </a:r>
            <a:r>
              <a:rPr lang="zh-CN" altLang="en-US" sz="1600" b="1" dirty="0"/>
              <a:t>打开</a:t>
            </a:r>
            <a:r>
              <a:rPr lang="en-US" sz="1600" b="1" dirty="0"/>
              <a:t>HSI（</a:t>
            </a:r>
            <a:r>
              <a:rPr lang="zh-CN" altLang="en-US" sz="1600" b="1" dirty="0"/>
              <a:t>高速内部时钟，</a:t>
            </a:r>
            <a:r>
              <a:rPr lang="en-US" sz="1600" b="1" dirty="0"/>
              <a:t>HSI=8MHz）</a:t>
            </a:r>
          </a:p>
          <a:p>
            <a:r>
              <a:rPr lang="en-US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RCC_OscInitStruct.PLL.PLLState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RCC_PLL_ON;</a:t>
            </a:r>
            <a:r>
              <a:rPr lang="en-US" sz="1600" b="1" dirty="0"/>
              <a:t>//</a:t>
            </a:r>
            <a:r>
              <a:rPr lang="zh-CN" altLang="en-US" sz="1600" b="1" dirty="0"/>
              <a:t>打开</a:t>
            </a:r>
            <a:r>
              <a:rPr lang="en-US" sz="1600" b="1" dirty="0"/>
              <a:t>PLL</a:t>
            </a:r>
          </a:p>
          <a:p>
            <a:r>
              <a:rPr lang="en-US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RCC_OscInitStruct.PLL.PLLSource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RCC_PLLSOURCE_HSE;</a:t>
            </a:r>
            <a:r>
              <a:rPr lang="en-US" sz="1600" b="1" dirty="0"/>
              <a:t>//PLL</a:t>
            </a:r>
            <a:r>
              <a:rPr lang="zh-CN" altLang="en-US" sz="1600" b="1" dirty="0"/>
              <a:t>的输入时钟选择为</a:t>
            </a:r>
            <a:r>
              <a:rPr lang="en-US" sz="1600" b="1" dirty="0"/>
              <a:t>HSE</a:t>
            </a:r>
          </a:p>
          <a:p>
            <a:r>
              <a:rPr lang="en-US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RCC_OscInitStruct.PLL.PLLMUL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RCC_PLL_MUL9;</a:t>
            </a:r>
            <a:r>
              <a:rPr lang="en-US" sz="1600" b="1" dirty="0"/>
              <a:t>//</a:t>
            </a:r>
            <a:r>
              <a:rPr lang="zh-CN" altLang="en-US" sz="1600" b="1" dirty="0"/>
              <a:t>设置</a:t>
            </a:r>
            <a:r>
              <a:rPr lang="en-US" sz="1600" b="1" dirty="0" err="1"/>
              <a:t>PLLMul</a:t>
            </a:r>
            <a:r>
              <a:rPr lang="zh-CN" altLang="en-US" sz="1600" b="1" dirty="0"/>
              <a:t>为</a:t>
            </a:r>
            <a:r>
              <a:rPr lang="en-US" altLang="zh-CN" sz="1600" b="1" dirty="0"/>
              <a:t>9</a:t>
            </a:r>
            <a:r>
              <a:rPr lang="zh-CN" altLang="en-US" sz="1600" b="1" dirty="0"/>
              <a:t>，倍频到</a:t>
            </a:r>
            <a:r>
              <a:rPr lang="en-US" altLang="zh-CN" sz="1600" b="1" dirty="0"/>
              <a:t>72</a:t>
            </a:r>
            <a:r>
              <a:rPr lang="en-US" sz="1600" b="1" dirty="0"/>
              <a:t>MHz</a:t>
            </a:r>
          </a:p>
        </p:txBody>
      </p:sp>
      <p:sp>
        <p:nvSpPr>
          <p:cNvPr id="3" name="矩形 2"/>
          <p:cNvSpPr/>
          <p:nvPr/>
        </p:nvSpPr>
        <p:spPr>
          <a:xfrm>
            <a:off x="6732240" y="339503"/>
            <a:ext cx="11817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>
                <a:solidFill>
                  <a:schemeClr val="accent5">
                    <a:lumMod val="75000"/>
                  </a:schemeClr>
                </a:solidFill>
              </a:rPr>
              <a:t>main.c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54F17B45-4F6D-E481-AA51-1E0542D8495E}"/>
                  </a:ext>
                </a:extLst>
              </p14:cNvPr>
              <p14:cNvContentPartPr/>
              <p14:nvPr/>
            </p14:nvContentPartPr>
            <p14:xfrm>
              <a:off x="2176560" y="1400040"/>
              <a:ext cx="6615360" cy="16722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54F17B45-4F6D-E481-AA51-1E0542D849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7200" y="1390680"/>
                <a:ext cx="6634080" cy="169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86887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27584" y="1100232"/>
            <a:ext cx="7776865" cy="3785652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b="1" dirty="0"/>
              <a:t>          /***</a:t>
            </a:r>
            <a:r>
              <a:rPr lang="zh-CN" altLang="zh-CN" sz="1200" b="1" dirty="0"/>
              <a:t>调用</a:t>
            </a:r>
            <a:r>
              <a:rPr lang="en-US" altLang="zh-CN" sz="1200" b="1" dirty="0" err="1"/>
              <a:t>HAL_RCC_OscConfig</a:t>
            </a:r>
            <a:r>
              <a:rPr lang="en-US" altLang="zh-CN" sz="1200" b="1" dirty="0"/>
              <a:t>()</a:t>
            </a:r>
            <a:r>
              <a:rPr lang="zh-CN" altLang="zh-CN" sz="1200" b="1" dirty="0"/>
              <a:t>函数对系统时钟进行初始化配置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 </a:t>
            </a:r>
            <a:r>
              <a:rPr lang="zh-CN" altLang="zh-CN" sz="1200" b="1" dirty="0"/>
              <a:t>通过</a:t>
            </a:r>
            <a:r>
              <a:rPr lang="en-US" altLang="zh-CN" sz="1200" b="1" dirty="0"/>
              <a:t>if</a:t>
            </a:r>
            <a:r>
              <a:rPr lang="zh-CN" altLang="zh-CN" sz="1200" b="1" dirty="0"/>
              <a:t>语句判断是否成功，</a:t>
            </a:r>
            <a:endParaRPr lang="en-US" altLang="zh-CN" sz="1200" b="1" dirty="0"/>
          </a:p>
          <a:p>
            <a:r>
              <a:rPr lang="en-US" altLang="zh-CN" sz="1200" b="1" dirty="0"/>
              <a:t>                 </a:t>
            </a:r>
            <a:r>
              <a:rPr lang="zh-CN" altLang="zh-CN" sz="1200" b="1" dirty="0"/>
              <a:t>如果初始化配置不成功，则由</a:t>
            </a:r>
            <a:r>
              <a:rPr lang="en-US" altLang="zh-CN" sz="1200" b="1" dirty="0" err="1"/>
              <a:t>Error_Handler</a:t>
            </a:r>
            <a:r>
              <a:rPr lang="en-US" altLang="zh-CN" sz="1200" b="1" dirty="0"/>
              <a:t>()</a:t>
            </a:r>
            <a:r>
              <a:rPr lang="zh-CN" altLang="zh-CN" sz="1200" b="1" dirty="0"/>
              <a:t>进行处理</a:t>
            </a:r>
            <a:r>
              <a:rPr lang="en-US" altLang="zh-CN" sz="1200" b="1" dirty="0"/>
              <a:t>*/</a:t>
            </a:r>
            <a:endParaRPr lang="zh-CN" altLang="zh-CN" sz="1200" b="1" dirty="0"/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if (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HAL_RCC_OscConfig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(&amp;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RCC_OscInitStruct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) != HAL_OK)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200" b="1" dirty="0"/>
              <a:t>  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{      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Error_Handler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();</a:t>
            </a:r>
            <a:r>
              <a:rPr lang="en-US" altLang="zh-CN" sz="1200" b="1" dirty="0"/>
              <a:t>//</a:t>
            </a:r>
            <a:r>
              <a:rPr lang="zh-CN" altLang="zh-CN" sz="1200" b="1" dirty="0"/>
              <a:t>出错处理函数</a:t>
            </a:r>
            <a:r>
              <a:rPr lang="en-US" altLang="zh-CN" sz="1200" b="1" dirty="0"/>
              <a:t>     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}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200" b="1" dirty="0"/>
              <a:t>         /*</a:t>
            </a:r>
            <a:r>
              <a:rPr lang="zh-CN" altLang="zh-CN" sz="1200" b="1" dirty="0"/>
              <a:t>给</a:t>
            </a:r>
            <a:r>
              <a:rPr lang="en-US" altLang="zh-CN" sz="1200" b="1" dirty="0" err="1"/>
              <a:t>RCC_ClkInitStruct</a:t>
            </a:r>
            <a:r>
              <a:rPr lang="zh-CN" altLang="zh-CN" sz="1200" b="1" dirty="0"/>
              <a:t>的成员赋值，用于选择</a:t>
            </a:r>
            <a:r>
              <a:rPr lang="en-US" altLang="zh-CN" sz="1200" b="1" dirty="0"/>
              <a:t>SYSCLK</a:t>
            </a:r>
            <a:r>
              <a:rPr lang="zh-CN" altLang="zh-CN" sz="1200" b="1" dirty="0"/>
              <a:t>的时钟源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 </a:t>
            </a:r>
            <a:r>
              <a:rPr lang="zh-CN" altLang="zh-CN" sz="1200" b="1" dirty="0"/>
              <a:t>设置</a:t>
            </a:r>
            <a:r>
              <a:rPr lang="en-US" altLang="zh-CN" sz="1200" b="1" dirty="0"/>
              <a:t>AHB</a:t>
            </a:r>
            <a:r>
              <a:rPr lang="zh-CN" altLang="zh-CN" sz="1200" b="1" dirty="0"/>
              <a:t>、</a:t>
            </a:r>
            <a:r>
              <a:rPr lang="en-US" altLang="zh-CN" sz="1200" b="1" dirty="0"/>
              <a:t>APB1</a:t>
            </a:r>
            <a:r>
              <a:rPr lang="zh-CN" altLang="zh-CN" sz="1200" b="1" dirty="0"/>
              <a:t>、</a:t>
            </a:r>
            <a:r>
              <a:rPr lang="en-US" altLang="zh-CN" sz="1200" b="1" dirty="0"/>
              <a:t>APB2</a:t>
            </a:r>
            <a:r>
              <a:rPr lang="zh-CN" altLang="zh-CN" sz="1200" b="1" dirty="0"/>
              <a:t>的时钟</a:t>
            </a:r>
            <a:r>
              <a:rPr lang="zh-CN" altLang="en-US" sz="1200" b="1" dirty="0"/>
              <a:t>，</a:t>
            </a:r>
            <a:endParaRPr lang="en-US" altLang="zh-CN" sz="1200" b="1" dirty="0"/>
          </a:p>
          <a:p>
            <a:r>
              <a:rPr lang="en-US" altLang="zh-CN" sz="1200" b="1" dirty="0"/>
              <a:t>          </a:t>
            </a:r>
            <a:r>
              <a:rPr lang="zh-CN" altLang="zh-CN" sz="1200" b="1" dirty="0"/>
              <a:t>此代码对应于</a:t>
            </a:r>
            <a:r>
              <a:rPr lang="en-US" altLang="zh-CN" sz="1200" b="1" dirty="0"/>
              <a:t>STM32CubeMX</a:t>
            </a:r>
            <a:r>
              <a:rPr lang="zh-CN" altLang="zh-CN" sz="1200" b="1" dirty="0"/>
              <a:t>软件中的</a:t>
            </a:r>
            <a:r>
              <a:rPr lang="en-US" altLang="zh-CN" sz="1200" b="1" dirty="0"/>
              <a:t>Clock Configuration</a:t>
            </a:r>
            <a:r>
              <a:rPr lang="zh-CN" altLang="zh-CN" sz="1200" b="1" dirty="0"/>
              <a:t>配置的系统时钟操作</a:t>
            </a:r>
            <a:r>
              <a:rPr lang="en-US" altLang="zh-CN" sz="1200" b="1" dirty="0"/>
              <a:t> */</a:t>
            </a:r>
            <a:endParaRPr lang="zh-CN" altLang="zh-CN" sz="1200" b="1" dirty="0"/>
          </a:p>
          <a:p>
            <a:r>
              <a:rPr lang="en-US" altLang="zh-CN" sz="1200" b="1" dirty="0"/>
              <a:t>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RCC_ClkInitStruct.ClockType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 = RCC_CLOCKTYPE_HCLK|RCC_CLOCKTYPE_SYSCLK|RCC_CLOCKTYPE_PCLK1|RCC_CLOCKTYPE_PCLK2;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200" b="1" dirty="0"/>
              <a:t>              /*</a:t>
            </a:r>
            <a:r>
              <a:rPr lang="zh-CN" altLang="zh-CN" sz="1200" b="1" dirty="0"/>
              <a:t>将</a:t>
            </a:r>
            <a:r>
              <a:rPr lang="en-US" altLang="zh-CN" sz="1200" b="1" dirty="0"/>
              <a:t> SYSCLK</a:t>
            </a:r>
            <a:r>
              <a:rPr lang="zh-CN" altLang="zh-CN" sz="1200" b="1" dirty="0"/>
              <a:t>的时钟源选为</a:t>
            </a:r>
            <a:r>
              <a:rPr lang="en-US" altLang="zh-CN" sz="1200" b="1" dirty="0"/>
              <a:t>PLLCLK */</a:t>
            </a:r>
            <a:endParaRPr lang="zh-CN" altLang="zh-CN" sz="1200" b="1" dirty="0"/>
          </a:p>
          <a:p>
            <a:r>
              <a:rPr lang="en-US" altLang="zh-CN" sz="1200" b="1" dirty="0"/>
              <a:t> 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RCC_ClkInitStruct.SYSCLKSource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 = RCC_SYSCLKSOURCE_PLLCLK;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200" b="1" dirty="0"/>
              <a:t>             /* </a:t>
            </a:r>
            <a:r>
              <a:rPr lang="zh-CN" altLang="zh-CN" sz="1200" b="1" dirty="0"/>
              <a:t>将</a:t>
            </a:r>
            <a:r>
              <a:rPr lang="en-US" altLang="zh-CN" sz="1200" b="1" dirty="0"/>
              <a:t>AHB </a:t>
            </a:r>
            <a:r>
              <a:rPr lang="en-US" altLang="zh-CN" sz="1200" b="1" dirty="0" err="1"/>
              <a:t>Prescaler</a:t>
            </a:r>
            <a:r>
              <a:rPr lang="zh-CN" altLang="zh-CN" sz="1200" b="1" dirty="0"/>
              <a:t>的分频值设为</a:t>
            </a:r>
            <a:r>
              <a:rPr lang="en-US" altLang="zh-CN" sz="1200" b="1" dirty="0"/>
              <a:t> 1</a:t>
            </a:r>
            <a:r>
              <a:rPr lang="zh-CN" altLang="zh-CN" sz="1200" b="1" dirty="0"/>
              <a:t>，</a:t>
            </a:r>
            <a:r>
              <a:rPr lang="en-US" altLang="zh-CN" sz="1200" b="1" dirty="0"/>
              <a:t>AHB</a:t>
            </a:r>
            <a:r>
              <a:rPr lang="zh-CN" altLang="zh-CN" sz="1200" b="1" dirty="0"/>
              <a:t>时钟频率</a:t>
            </a:r>
            <a:r>
              <a:rPr lang="en-US" altLang="zh-CN" sz="1200" b="1" dirty="0"/>
              <a:t>=72MHz*/</a:t>
            </a:r>
            <a:endParaRPr lang="zh-CN" altLang="zh-CN" sz="1200" b="1" dirty="0"/>
          </a:p>
          <a:p>
            <a:r>
              <a:rPr lang="en-US" altLang="zh-CN" sz="1200" b="1" dirty="0"/>
              <a:t> 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RCC_ClkInitStruct.AHBCLKDivider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 = RCC_SYSCLK_DIV1;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200" b="1" dirty="0"/>
              <a:t>            /* </a:t>
            </a:r>
            <a:r>
              <a:rPr lang="zh-CN" altLang="zh-CN" sz="1200" b="1" dirty="0"/>
              <a:t>将</a:t>
            </a:r>
            <a:r>
              <a:rPr lang="en-US" altLang="zh-CN" sz="1200" b="1" dirty="0"/>
              <a:t>APB1 </a:t>
            </a:r>
            <a:r>
              <a:rPr lang="en-US" altLang="zh-CN" sz="1200" b="1" dirty="0" err="1"/>
              <a:t>Prescaler</a:t>
            </a:r>
            <a:r>
              <a:rPr lang="zh-CN" altLang="zh-CN" sz="1200" b="1" dirty="0"/>
              <a:t>的分频值设为</a:t>
            </a:r>
            <a:r>
              <a:rPr lang="en-US" altLang="zh-CN" sz="1200" b="1" dirty="0"/>
              <a:t>2</a:t>
            </a:r>
            <a:r>
              <a:rPr lang="zh-CN" altLang="zh-CN" sz="1200" b="1" dirty="0"/>
              <a:t>，</a:t>
            </a:r>
            <a:r>
              <a:rPr lang="en-US" altLang="zh-CN" sz="1200" b="1" dirty="0"/>
              <a:t>APB2</a:t>
            </a:r>
            <a:r>
              <a:rPr lang="zh-CN" altLang="zh-CN" sz="1200" b="1" dirty="0"/>
              <a:t>时钟频率</a:t>
            </a:r>
            <a:r>
              <a:rPr lang="en-US" altLang="zh-CN" sz="1200" b="1" dirty="0"/>
              <a:t>=PCLK1 = 36 MHz*/</a:t>
            </a:r>
            <a:endParaRPr lang="zh-CN" altLang="zh-CN" sz="1200" b="1" dirty="0"/>
          </a:p>
          <a:p>
            <a:r>
              <a:rPr lang="en-US" altLang="zh-CN" sz="1200" b="1" dirty="0"/>
              <a:t>  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RCC_ClkInitStruct.APB1CLKDivider = RCC_HCLK_DIV2;</a:t>
            </a:r>
          </a:p>
          <a:p>
            <a:r>
              <a:rPr lang="en-US" altLang="zh-CN" sz="1200" b="1" dirty="0"/>
              <a:t>            /*</a:t>
            </a:r>
            <a:r>
              <a:rPr lang="zh-CN" altLang="zh-CN" sz="1200" b="1" dirty="0"/>
              <a:t>将</a:t>
            </a:r>
            <a:r>
              <a:rPr lang="en-US" altLang="zh-CN" sz="1200" b="1" dirty="0"/>
              <a:t>APB2 </a:t>
            </a:r>
            <a:r>
              <a:rPr lang="en-US" altLang="zh-CN" sz="1200" b="1" dirty="0" err="1"/>
              <a:t>Prescaler</a:t>
            </a:r>
            <a:r>
              <a:rPr lang="zh-CN" altLang="zh-CN" sz="1200" b="1" dirty="0"/>
              <a:t>的分频值设为</a:t>
            </a:r>
            <a:r>
              <a:rPr lang="en-US" altLang="zh-CN" sz="1200" b="1" dirty="0"/>
              <a:t>1</a:t>
            </a:r>
            <a:r>
              <a:rPr lang="zh-CN" altLang="zh-CN" sz="1200" b="1" dirty="0"/>
              <a:t>，</a:t>
            </a:r>
            <a:r>
              <a:rPr lang="en-US" altLang="zh-CN" sz="1200" b="1" dirty="0"/>
              <a:t>APB2</a:t>
            </a:r>
            <a:r>
              <a:rPr lang="zh-CN" altLang="zh-CN" sz="1200" b="1" dirty="0"/>
              <a:t>时钟频率</a:t>
            </a:r>
            <a:r>
              <a:rPr lang="en-US" altLang="zh-CN" sz="1200" b="1" dirty="0"/>
              <a:t>=PCLK2 = 72MHz */</a:t>
            </a:r>
            <a:endParaRPr lang="zh-CN" altLang="zh-CN" sz="1200" b="1" dirty="0"/>
          </a:p>
          <a:p>
            <a:r>
              <a:rPr lang="en-US" altLang="zh-CN" sz="1200" b="1" dirty="0"/>
              <a:t>  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RCC_ClkInitStruct.APB2CLKDivider = RCC_HCLK_DIV1;</a:t>
            </a:r>
          </a:p>
          <a:p>
            <a:r>
              <a:rPr lang="en-US" altLang="zh-CN" sz="1200" b="1" dirty="0"/>
              <a:t>            /*</a:t>
            </a:r>
            <a:r>
              <a:rPr lang="zh-CN" altLang="zh-CN" sz="1200" b="1" dirty="0"/>
              <a:t>判断</a:t>
            </a:r>
            <a:r>
              <a:rPr lang="en-US" altLang="zh-CN" sz="1200" b="1" dirty="0"/>
              <a:t>SYSCLK</a:t>
            </a:r>
            <a:r>
              <a:rPr lang="zh-CN" altLang="zh-CN" sz="1200" b="1" dirty="0"/>
              <a:t>时钟初始化配置是否成功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 </a:t>
            </a:r>
            <a:r>
              <a:rPr lang="zh-CN" altLang="zh-CN" sz="1200" b="1" dirty="0"/>
              <a:t>如果初始化配置不成功，则由</a:t>
            </a:r>
            <a:r>
              <a:rPr lang="en-US" altLang="zh-CN" sz="1200" b="1" dirty="0" err="1"/>
              <a:t>Error_Handler</a:t>
            </a:r>
            <a:r>
              <a:rPr lang="en-US" altLang="zh-CN" sz="1200" b="1" dirty="0"/>
              <a:t>()</a:t>
            </a:r>
            <a:r>
              <a:rPr lang="zh-CN" altLang="zh-CN" sz="1200" b="1" dirty="0"/>
              <a:t>进行处理</a:t>
            </a:r>
            <a:r>
              <a:rPr lang="en-US" altLang="zh-CN" sz="1200" b="1" dirty="0"/>
              <a:t>*/</a:t>
            </a:r>
            <a:endParaRPr lang="zh-CN" altLang="zh-CN" sz="1200" b="1" dirty="0"/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if (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HAL_RCC_ClockConfig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(&amp;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RCC_ClkInitStruct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, FLASH_LATENCY_2) != HAL_OK)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  {   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Error_Handler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();      }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}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732240" y="339503"/>
            <a:ext cx="11817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>
                <a:solidFill>
                  <a:schemeClr val="accent5">
                    <a:lumMod val="75000"/>
                  </a:schemeClr>
                </a:solidFill>
              </a:rPr>
              <a:t>main.c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</a:p>
        </p:txBody>
      </p:sp>
    </p:spTree>
    <p:extLst>
      <p:ext uri="{BB962C8B-B14F-4D97-AF65-F5344CB8AC3E}">
        <p14:creationId xmlns:p14="http://schemas.microsoft.com/office/powerpoint/2010/main" val="23931846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3"/>
            <a:ext cx="67510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5.4.2 HAL</a:t>
            </a:r>
            <a:r>
              <a:rPr lang="zh-CN" altLang="en-US" sz="2400" b="1" dirty="0">
                <a:solidFill>
                  <a:schemeClr val="bg1"/>
                </a:solidFill>
              </a:rPr>
              <a:t>库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应用实例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</a:rPr>
              <a:t>源码分析</a:t>
            </a:r>
          </a:p>
        </p:txBody>
      </p:sp>
      <p:sp>
        <p:nvSpPr>
          <p:cNvPr id="7" name="矩形 6"/>
          <p:cNvSpPr/>
          <p:nvPr/>
        </p:nvSpPr>
        <p:spPr>
          <a:xfrm>
            <a:off x="1331640" y="987574"/>
            <a:ext cx="6408712" cy="3785652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600" b="1" dirty="0"/>
              <a:t>/* </a:t>
            </a:r>
            <a:r>
              <a:rPr lang="zh-CN" altLang="en-US" sz="1600" b="1" dirty="0"/>
              <a:t>错误处理函数 *</a:t>
            </a:r>
            <a:r>
              <a:rPr lang="en-US" altLang="zh-CN" sz="1600" b="1" dirty="0"/>
              <a:t>/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</a:rPr>
              <a:t>Error_Handler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(void)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{</a:t>
            </a:r>
          </a:p>
          <a:p>
            <a:r>
              <a:rPr lang="en-US" altLang="zh-CN" sz="1600" b="1" dirty="0"/>
              <a:t>	//</a:t>
            </a:r>
            <a:r>
              <a:rPr lang="zh-CN" altLang="en-US" sz="1600" b="1" dirty="0"/>
              <a:t>错误处理代码由用户编写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}</a:t>
            </a:r>
          </a:p>
          <a:p>
            <a:endParaRPr lang="en-US" altLang="zh-CN" sz="1600" b="1" dirty="0"/>
          </a:p>
          <a:p>
            <a:endParaRPr lang="en-US" altLang="zh-CN" sz="1600" b="1" dirty="0"/>
          </a:p>
          <a:p>
            <a:r>
              <a:rPr lang="en-US" altLang="zh-CN" sz="1600" b="1" dirty="0"/>
              <a:t>/* </a:t>
            </a:r>
            <a:r>
              <a:rPr lang="zh-CN" altLang="en-US" sz="1600" b="1" dirty="0"/>
              <a:t>断言函数，如果使用断言的话，需定义宏</a:t>
            </a:r>
            <a:r>
              <a:rPr lang="en-US" altLang="zh-CN" sz="1600" b="1" dirty="0"/>
              <a:t>USE_FULL_ASSERT </a:t>
            </a:r>
            <a:r>
              <a:rPr lang="zh-CN" altLang="en-US" sz="1600" b="1" dirty="0"/>
              <a:t>，这里没有使用断言*</a:t>
            </a:r>
            <a:r>
              <a:rPr lang="en-US" altLang="zh-CN" sz="1600" b="1" dirty="0"/>
              <a:t>/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</a:rPr>
              <a:t>ifdef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USE_FULL_ASSERT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</a:rPr>
              <a:t>assert_failed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(uint8_t *file, uint32_t line)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{ </a:t>
            </a:r>
          </a:p>
          <a:p>
            <a:r>
              <a:rPr lang="en-US" altLang="zh-CN" sz="1600" b="1" dirty="0"/>
              <a:t>      //</a:t>
            </a:r>
            <a:r>
              <a:rPr lang="zh-CN" altLang="en-US" sz="1600" b="1" dirty="0"/>
              <a:t>断言失败函数，具体处理代码由用户编写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}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</a:rPr>
              <a:t>endif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sz="1600" b="1" dirty="0"/>
              <a:t>/* USE_FULL_ASSERT */</a:t>
            </a:r>
          </a:p>
        </p:txBody>
      </p:sp>
      <p:sp>
        <p:nvSpPr>
          <p:cNvPr id="3" name="矩形 2"/>
          <p:cNvSpPr/>
          <p:nvPr/>
        </p:nvSpPr>
        <p:spPr>
          <a:xfrm>
            <a:off x="6732240" y="339503"/>
            <a:ext cx="11817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>
                <a:solidFill>
                  <a:schemeClr val="accent5">
                    <a:lumMod val="75000"/>
                  </a:schemeClr>
                </a:solidFill>
              </a:rPr>
              <a:t>main.c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</a:p>
        </p:txBody>
      </p:sp>
    </p:spTree>
    <p:extLst>
      <p:ext uri="{BB962C8B-B14F-4D97-AF65-F5344CB8AC3E}">
        <p14:creationId xmlns:p14="http://schemas.microsoft.com/office/powerpoint/2010/main" val="33123995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3"/>
            <a:ext cx="67510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5.4.2 HAL</a:t>
            </a:r>
            <a:r>
              <a:rPr lang="zh-CN" altLang="en-US" sz="2400" b="1" dirty="0">
                <a:solidFill>
                  <a:schemeClr val="bg1"/>
                </a:solidFill>
              </a:rPr>
              <a:t>库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应用实例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</a:rPr>
              <a:t>源码分析</a:t>
            </a: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388573" y="987574"/>
            <a:ext cx="4327443" cy="3816429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/>
              <a:t>    /* Includes </a:t>
            </a:r>
            <a:r>
              <a:rPr lang="zh-CN" altLang="en-US" sz="1100" b="1" dirty="0"/>
              <a:t>头文件*</a:t>
            </a:r>
            <a:r>
              <a:rPr lang="en-US" altLang="zh-CN" sz="1100" b="1" dirty="0"/>
              <a:t>/</a:t>
            </a:r>
          </a:p>
          <a:p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include "</a:t>
            </a:r>
            <a:r>
              <a:rPr lang="en-US" sz="1100" b="1" dirty="0" err="1">
                <a:solidFill>
                  <a:schemeClr val="accent5">
                    <a:lumMod val="75000"/>
                  </a:schemeClr>
                </a:solidFill>
              </a:rPr>
              <a:t>gpio.h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"</a:t>
            </a:r>
          </a:p>
          <a:p>
            <a:endParaRPr lang="en-US" sz="1100" b="1" dirty="0"/>
          </a:p>
          <a:p>
            <a:r>
              <a:rPr lang="en-US" sz="1100" b="1" dirty="0"/>
              <a:t>/***GPIO</a:t>
            </a:r>
            <a:r>
              <a:rPr lang="zh-CN" altLang="en-US" sz="1100" b="1" dirty="0"/>
              <a:t>初始化，方式和标准外设库的</a:t>
            </a:r>
            <a:r>
              <a:rPr lang="en-US" sz="1100" b="1" dirty="0" err="1"/>
              <a:t>GPIO_Init</a:t>
            </a:r>
            <a:r>
              <a:rPr lang="zh-CN" altLang="en-US" sz="1100" b="1" dirty="0"/>
              <a:t>类似</a:t>
            </a:r>
          </a:p>
          <a:p>
            <a:r>
              <a:rPr lang="zh-CN" altLang="en-US" sz="1100" b="1" dirty="0"/>
              <a:t>*此代码对应于</a:t>
            </a:r>
            <a:r>
              <a:rPr lang="en-US" sz="1100" b="1" dirty="0"/>
              <a:t>STM32CubeMX</a:t>
            </a:r>
            <a:r>
              <a:rPr lang="zh-CN" altLang="en-US" sz="1100" b="1" dirty="0"/>
              <a:t>软件中的</a:t>
            </a:r>
            <a:r>
              <a:rPr lang="en-US" sz="1100" b="1" dirty="0" err="1"/>
              <a:t>Pinout</a:t>
            </a:r>
            <a:r>
              <a:rPr lang="en-US" sz="1100" b="1" dirty="0"/>
              <a:t> &amp; Configuration</a:t>
            </a:r>
            <a:r>
              <a:rPr lang="zh-CN" altLang="en-US" sz="1100" b="1" dirty="0"/>
              <a:t>设置的引脚参数*</a:t>
            </a:r>
            <a:r>
              <a:rPr lang="en-US" altLang="zh-CN" sz="1100" b="1" dirty="0"/>
              <a:t>/</a:t>
            </a:r>
          </a:p>
          <a:p>
            <a:endParaRPr lang="en-US" altLang="zh-CN" sz="1100" b="1" dirty="0"/>
          </a:p>
          <a:p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US" sz="1100" b="1" dirty="0" err="1">
                <a:solidFill>
                  <a:schemeClr val="accent5">
                    <a:lumMod val="75000"/>
                  </a:schemeClr>
                </a:solidFill>
              </a:rPr>
              <a:t>MX_GPIO_Init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(void)</a:t>
            </a:r>
          </a:p>
          <a:p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{</a:t>
            </a:r>
          </a:p>
          <a:p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sz="1100" b="1" dirty="0" err="1">
                <a:solidFill>
                  <a:schemeClr val="accent5">
                    <a:lumMod val="75000"/>
                  </a:schemeClr>
                </a:solidFill>
              </a:rPr>
              <a:t>GPIO_InitTypeDef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100" b="1" dirty="0" err="1">
                <a:solidFill>
                  <a:schemeClr val="accent5">
                    <a:lumMod val="75000"/>
                  </a:schemeClr>
                </a:solidFill>
              </a:rPr>
              <a:t>GPIO_InitStruct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 = {0};</a:t>
            </a:r>
          </a:p>
          <a:p>
            <a:endParaRPr lang="en-US" sz="1100" b="1" dirty="0"/>
          </a:p>
          <a:p>
            <a:r>
              <a:rPr lang="en-US" sz="1100" b="1" dirty="0"/>
              <a:t>        /* </a:t>
            </a:r>
            <a:r>
              <a:rPr lang="zh-CN" altLang="en-US" sz="1100" b="1" dirty="0"/>
              <a:t>使能</a:t>
            </a:r>
            <a:r>
              <a:rPr lang="en-US" sz="1100" b="1" dirty="0"/>
              <a:t>GPIOB、GPIOE</a:t>
            </a:r>
            <a:r>
              <a:rPr lang="zh-CN" altLang="en-US" sz="1100" b="1" dirty="0"/>
              <a:t>端口时钟 *</a:t>
            </a:r>
            <a:r>
              <a:rPr lang="en-US" altLang="zh-CN" sz="1100" b="1" dirty="0"/>
              <a:t>/</a:t>
            </a:r>
          </a:p>
          <a:p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 __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HAL_RCC_GPIOE_CLK_ENABLE();</a:t>
            </a:r>
          </a:p>
          <a:p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  __HAL_RCC_GPIOB_CLK_ENABLE();</a:t>
            </a:r>
          </a:p>
          <a:p>
            <a:endParaRPr lang="en-US" sz="1100" b="1" dirty="0"/>
          </a:p>
          <a:p>
            <a:r>
              <a:rPr lang="en-US" altLang="zh-CN" sz="1100" dirty="0"/>
              <a:t>       </a:t>
            </a:r>
            <a:r>
              <a:rPr lang="en-US" altLang="zh-CN" sz="1100" b="1" dirty="0"/>
              <a:t>/* </a:t>
            </a:r>
            <a:r>
              <a:rPr lang="zh-CN" altLang="zh-CN" sz="1100" b="1" dirty="0"/>
              <a:t>配置</a:t>
            </a:r>
            <a:r>
              <a:rPr lang="en-US" altLang="zh-CN" sz="1100" b="1" dirty="0"/>
              <a:t>GPIO</a:t>
            </a:r>
            <a:r>
              <a:rPr lang="zh-CN" altLang="zh-CN" sz="1100" b="1" dirty="0"/>
              <a:t>初始引脚</a:t>
            </a:r>
            <a:r>
              <a:rPr lang="en-US" altLang="zh-CN" sz="1100" b="1" dirty="0"/>
              <a:t>LED2-PE5</a:t>
            </a:r>
            <a:r>
              <a:rPr lang="zh-CN" altLang="zh-CN" sz="1100" b="1" dirty="0"/>
              <a:t>为低电平</a:t>
            </a:r>
            <a:r>
              <a:rPr lang="en-US" altLang="zh-CN" sz="1100" b="1" dirty="0"/>
              <a:t> */</a:t>
            </a:r>
            <a:endParaRPr lang="zh-CN" altLang="zh-CN" sz="1100" b="1" dirty="0"/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HAL_GPIO_WritePin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(LED2_GPIO_Port, LED2_Pin, GPIO_PIN_RESET);</a:t>
            </a:r>
            <a:endParaRPr lang="zh-CN" altLang="zh-CN" sz="11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100" b="1" dirty="0"/>
              <a:t> </a:t>
            </a:r>
            <a:endParaRPr lang="zh-CN" altLang="zh-CN" sz="1100" b="1" dirty="0"/>
          </a:p>
          <a:p>
            <a:r>
              <a:rPr lang="en-US" altLang="zh-CN" sz="1100" b="1" dirty="0"/>
              <a:t>     /* </a:t>
            </a:r>
            <a:r>
              <a:rPr lang="zh-CN" altLang="zh-CN" sz="1100" b="1" dirty="0"/>
              <a:t>配置</a:t>
            </a:r>
            <a:r>
              <a:rPr lang="en-US" altLang="zh-CN" sz="1100" b="1" dirty="0"/>
              <a:t>GPIO</a:t>
            </a:r>
            <a:r>
              <a:rPr lang="zh-CN" altLang="zh-CN" sz="1100" b="1" dirty="0"/>
              <a:t>初始引脚</a:t>
            </a:r>
            <a:r>
              <a:rPr lang="en-US" altLang="zh-CN" sz="1100" b="1" dirty="0"/>
              <a:t>LED1-PB5</a:t>
            </a:r>
            <a:r>
              <a:rPr lang="zh-CN" altLang="zh-CN" sz="1100" b="1" dirty="0"/>
              <a:t>为低电平</a:t>
            </a:r>
            <a:r>
              <a:rPr lang="en-US" altLang="zh-CN" sz="1100" b="1" dirty="0"/>
              <a:t> */</a:t>
            </a:r>
            <a:endParaRPr lang="zh-CN" altLang="zh-CN" sz="1100" b="1" dirty="0"/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HAL_GPIO_WritePin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(LED1_GPIO_Port, LED1_Pin, GPIO_PIN_RESET);</a:t>
            </a:r>
            <a:endParaRPr lang="en-GB" sz="11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GB" sz="1100" b="1" dirty="0"/>
          </a:p>
          <a:p>
            <a:endParaRPr lang="en-US" sz="1100" b="1" dirty="0"/>
          </a:p>
        </p:txBody>
      </p:sp>
      <p:sp>
        <p:nvSpPr>
          <p:cNvPr id="7" name="矩形 6"/>
          <p:cNvSpPr/>
          <p:nvPr/>
        </p:nvSpPr>
        <p:spPr>
          <a:xfrm>
            <a:off x="4980288" y="1156850"/>
            <a:ext cx="3885582" cy="3477875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100" b="1" dirty="0"/>
              <a:t>         /* LED2-PE5</a:t>
            </a:r>
            <a:r>
              <a:rPr lang="zh-CN" altLang="zh-CN" sz="1100" b="1" dirty="0"/>
              <a:t>引脚参数配置</a:t>
            </a:r>
            <a:r>
              <a:rPr lang="en-US" altLang="zh-CN" sz="1100" b="1" dirty="0"/>
              <a:t> */</a:t>
            </a:r>
            <a:endParaRPr lang="zh-CN" altLang="zh-CN" sz="1100" b="1" dirty="0"/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GPIO_InitStruct.Pin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LED2_Pin; </a:t>
            </a:r>
            <a:r>
              <a:rPr lang="en-US" altLang="zh-CN" sz="1100" b="1" dirty="0"/>
              <a:t>//I/O</a:t>
            </a:r>
            <a:r>
              <a:rPr lang="zh-CN" altLang="zh-CN" sz="1100" b="1" dirty="0"/>
              <a:t>引脚设置为</a:t>
            </a:r>
            <a:r>
              <a:rPr lang="en-US" altLang="zh-CN" sz="1100" b="1" dirty="0"/>
              <a:t>LED2-PE5</a:t>
            </a:r>
            <a:endParaRPr lang="zh-CN" altLang="zh-CN" sz="1100" b="1" dirty="0"/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GPIO_InitStruct.Mode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GPIO_MODE_OUTPUT_PP; </a:t>
            </a:r>
          </a:p>
          <a:p>
            <a:r>
              <a:rPr lang="en-US" altLang="zh-CN" sz="1100" b="1" dirty="0"/>
              <a:t>        //</a:t>
            </a:r>
            <a:r>
              <a:rPr lang="zh-CN" altLang="zh-CN" sz="1100" b="1" dirty="0"/>
              <a:t>引脚模式设置为推挽输出</a:t>
            </a:r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GPIO_InitStruct.Pull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GPIO_NOPULL; </a:t>
            </a:r>
            <a:r>
              <a:rPr lang="en-US" altLang="zh-CN" sz="1100" b="1" dirty="0"/>
              <a:t>//</a:t>
            </a:r>
            <a:r>
              <a:rPr lang="zh-CN" altLang="zh-CN" sz="1100" b="1" dirty="0"/>
              <a:t>无上拉</a:t>
            </a:r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GPIO_InitStruct.Speed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GPIO_SPEED_FREQ_LOW; </a:t>
            </a:r>
          </a:p>
          <a:p>
            <a:r>
              <a:rPr lang="en-US" altLang="zh-CN" sz="1100" b="1" dirty="0"/>
              <a:t>          //</a:t>
            </a:r>
            <a:r>
              <a:rPr lang="zh-CN" altLang="zh-CN" sz="1100" b="1" dirty="0"/>
              <a:t>输出速度为低速</a:t>
            </a:r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HAL_GPIO_Init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(LED2_GPIO_Port, &amp;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); </a:t>
            </a:r>
          </a:p>
          <a:p>
            <a:r>
              <a:rPr lang="en-US" altLang="zh-CN" sz="1100" b="1" dirty="0"/>
              <a:t>         //</a:t>
            </a:r>
            <a:r>
              <a:rPr lang="zh-CN" altLang="zh-CN" sz="1100" b="1" dirty="0"/>
              <a:t>调用初始化函数初始化</a:t>
            </a:r>
            <a:r>
              <a:rPr lang="en-US" altLang="zh-CN" sz="1100" b="1" dirty="0"/>
              <a:t>PE5</a:t>
            </a:r>
            <a:endParaRPr lang="zh-CN" altLang="zh-CN" sz="1100" b="1" dirty="0"/>
          </a:p>
          <a:p>
            <a:r>
              <a:rPr lang="en-US" altLang="zh-CN" sz="1100" b="1" dirty="0"/>
              <a:t> </a:t>
            </a:r>
            <a:endParaRPr lang="zh-CN" altLang="zh-CN" sz="1100" b="1" dirty="0"/>
          </a:p>
          <a:p>
            <a:r>
              <a:rPr lang="en-US" altLang="zh-CN" sz="1100" b="1" dirty="0"/>
              <a:t>          /* LED1-PB5</a:t>
            </a:r>
            <a:r>
              <a:rPr lang="zh-CN" altLang="zh-CN" sz="1100" b="1" dirty="0"/>
              <a:t>引脚参数配置</a:t>
            </a:r>
            <a:r>
              <a:rPr lang="en-US" altLang="zh-CN" sz="1100" b="1" dirty="0"/>
              <a:t> */</a:t>
            </a:r>
            <a:endParaRPr lang="zh-CN" altLang="zh-CN" sz="1100" b="1" dirty="0"/>
          </a:p>
          <a:p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GPIO_InitStruct.Pin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LED1_Pin; </a:t>
            </a:r>
            <a:r>
              <a:rPr lang="en-US" altLang="zh-CN" sz="1100" b="1" dirty="0"/>
              <a:t>//I/O</a:t>
            </a:r>
            <a:r>
              <a:rPr lang="zh-CN" altLang="zh-CN" sz="1100" b="1" dirty="0"/>
              <a:t>引脚设置为</a:t>
            </a:r>
            <a:r>
              <a:rPr lang="en-US" altLang="zh-CN" sz="1100" b="1" dirty="0"/>
              <a:t>LED1-PB5</a:t>
            </a:r>
            <a:endParaRPr lang="zh-CN" altLang="zh-CN" sz="1100" b="1" dirty="0"/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GPIO_InitStruct.Mode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GPIO_MODE_OUTPUT_PP; </a:t>
            </a:r>
          </a:p>
          <a:p>
            <a:r>
              <a:rPr lang="en-US" altLang="zh-CN" sz="1100" b="1" dirty="0"/>
              <a:t>          //</a:t>
            </a:r>
            <a:r>
              <a:rPr lang="zh-CN" altLang="zh-CN" sz="1100" b="1" dirty="0"/>
              <a:t>引脚模式设置为推挽输出</a:t>
            </a:r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GPIO_InitStruct.Pull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GPIO_NOPULL; </a:t>
            </a:r>
            <a:r>
              <a:rPr lang="en-US" altLang="zh-CN" sz="1100" b="1" dirty="0"/>
              <a:t>//</a:t>
            </a:r>
            <a:r>
              <a:rPr lang="zh-CN" altLang="zh-CN" sz="1100" b="1" dirty="0"/>
              <a:t>无上拉</a:t>
            </a:r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GPIO_InitStruct.Speed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GPIO_SPEED_FREQ_LOW; </a:t>
            </a:r>
          </a:p>
          <a:p>
            <a:r>
              <a:rPr lang="en-US" altLang="zh-CN" sz="1100" b="1" dirty="0"/>
              <a:t>           //</a:t>
            </a:r>
            <a:r>
              <a:rPr lang="zh-CN" altLang="zh-CN" sz="1100" b="1" dirty="0"/>
              <a:t>输出速度为低速</a:t>
            </a:r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HAL_GPIO_Init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(LED1_GPIO_Port, &amp;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); </a:t>
            </a:r>
          </a:p>
          <a:p>
            <a:r>
              <a:rPr lang="en-US" altLang="zh-CN" sz="1100" b="1" dirty="0"/>
              <a:t>           //</a:t>
            </a:r>
            <a:r>
              <a:rPr lang="zh-CN" altLang="zh-CN" sz="1100" b="1" dirty="0"/>
              <a:t>调用初始化函数初始化</a:t>
            </a:r>
            <a:r>
              <a:rPr lang="en-US" altLang="zh-CN" sz="1100" b="1" dirty="0"/>
              <a:t>PB5</a:t>
            </a:r>
            <a:endParaRPr lang="zh-CN" altLang="zh-CN" sz="1100" b="1" dirty="0"/>
          </a:p>
          <a:p>
            <a:r>
              <a:rPr lang="en-US" altLang="zh-CN" sz="1100" b="1" dirty="0"/>
              <a:t>}</a:t>
            </a:r>
            <a:endParaRPr lang="zh-CN" altLang="zh-CN" sz="1100" b="1" dirty="0"/>
          </a:p>
        </p:txBody>
      </p:sp>
      <p:sp>
        <p:nvSpPr>
          <p:cNvPr id="3" name="矩形 2"/>
          <p:cNvSpPr/>
          <p:nvPr/>
        </p:nvSpPr>
        <p:spPr>
          <a:xfrm>
            <a:off x="7236296" y="275440"/>
            <a:ext cx="10743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>
                <a:solidFill>
                  <a:schemeClr val="accent5">
                    <a:lumMod val="75000"/>
                  </a:schemeClr>
                </a:solidFill>
              </a:rPr>
              <a:t>gpio.c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BEDE978-BCB6-A584-E923-3B27A7054A8A}"/>
                  </a:ext>
                </a:extLst>
              </p14:cNvPr>
              <p14:cNvContentPartPr/>
              <p14:nvPr/>
            </p14:nvContentPartPr>
            <p14:xfrm>
              <a:off x="2914560" y="1352520"/>
              <a:ext cx="5725080" cy="9482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BEDE978-BCB6-A584-E923-3B27A7054A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5200" y="1343160"/>
                <a:ext cx="5743800" cy="96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83890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3"/>
            <a:ext cx="67510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5.4.2 HAL</a:t>
            </a:r>
            <a:r>
              <a:rPr lang="zh-CN" altLang="en-US" sz="2400" b="1" dirty="0">
                <a:solidFill>
                  <a:schemeClr val="bg1"/>
                </a:solidFill>
              </a:rPr>
              <a:t>库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应用实例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</a:rPr>
              <a:t>源码分析</a:t>
            </a: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451804" y="1522988"/>
            <a:ext cx="4176464" cy="3046988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     /*</a:t>
            </a:r>
            <a:r>
              <a:rPr lang="zh-CN" altLang="en-US" sz="1600" b="1" dirty="0"/>
              <a:t>条件编译，防止头文件被重复包含</a:t>
            </a:r>
            <a:r>
              <a:rPr lang="en-US" sz="1600" b="1" dirty="0"/>
              <a:t>*/</a:t>
            </a:r>
            <a:endParaRPr lang="zh-CN" altLang="en-US" sz="1600" b="1" dirty="0"/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ifndef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__MAIN_H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#define __MAIN_H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/>
              <a:t> </a:t>
            </a:r>
            <a:endParaRPr lang="zh-CN" altLang="en-US" sz="1600" b="1" dirty="0"/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ifdef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__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cplusplus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extern "C" {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endif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/>
              <a:t> </a:t>
            </a:r>
            <a:endParaRPr lang="zh-CN" altLang="en-US" sz="1600" b="1" dirty="0"/>
          </a:p>
          <a:p>
            <a:r>
              <a:rPr lang="en-US" sz="1600" b="1" dirty="0"/>
              <a:t>      /* Includes </a:t>
            </a:r>
            <a:r>
              <a:rPr lang="zh-CN" altLang="en-US" sz="1600" b="1" dirty="0"/>
              <a:t>头文件</a:t>
            </a:r>
            <a:r>
              <a:rPr lang="en-US" sz="1600" b="1" dirty="0"/>
              <a:t>,stm32f1xx_hal.h</a:t>
            </a:r>
            <a:r>
              <a:rPr lang="zh-CN" altLang="en-US" sz="1600" b="1" dirty="0"/>
              <a:t>这个头文件很重要</a:t>
            </a:r>
            <a:r>
              <a:rPr lang="en-US" sz="1600" b="1" dirty="0"/>
              <a:t>*/</a:t>
            </a:r>
            <a:endParaRPr lang="zh-CN" altLang="en-US" sz="1600" b="1" dirty="0"/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#include "stm32f1xx_hal.h"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/>
              <a:t> </a:t>
            </a:r>
            <a:endParaRPr lang="zh-CN" altLang="en-US" sz="1600" b="1" dirty="0"/>
          </a:p>
        </p:txBody>
      </p:sp>
      <p:sp>
        <p:nvSpPr>
          <p:cNvPr id="7" name="矩形 6"/>
          <p:cNvSpPr/>
          <p:nvPr/>
        </p:nvSpPr>
        <p:spPr>
          <a:xfrm>
            <a:off x="5031373" y="1226627"/>
            <a:ext cx="3885582" cy="3293209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600" b="1" dirty="0"/>
              <a:t>      /* </a:t>
            </a:r>
            <a:r>
              <a:rPr lang="zh-CN" altLang="en-US" sz="1600" b="1" dirty="0"/>
              <a:t>函数声明</a:t>
            </a:r>
            <a:r>
              <a:rPr lang="en-US" altLang="zh-CN" sz="1600" b="1" dirty="0"/>
              <a:t> */</a:t>
            </a:r>
            <a:endParaRPr lang="zh-CN" altLang="en-US" sz="1600" b="1" dirty="0"/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</a:rPr>
              <a:t>Error_Handler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(void);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/>
              <a:t>      /* </a:t>
            </a:r>
            <a:r>
              <a:rPr lang="zh-CN" altLang="en-US" sz="1600" b="1" dirty="0"/>
              <a:t>端口引脚的宏定义，方便修改</a:t>
            </a:r>
            <a:r>
              <a:rPr lang="en-US" sz="1600" b="1" dirty="0"/>
              <a:t> */</a:t>
            </a:r>
            <a:endParaRPr lang="zh-CN" altLang="en-US" sz="1600" b="1" dirty="0"/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#define LED2_Pin GPIO_PIN_5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#define LED2_GPIO_Port GPIOE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#define LED1_Pin GPIO_PIN_5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#define LED1_GPIO_Port GPIOB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 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ifdef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__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cplusplus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}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endif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 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endif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600" b="1" dirty="0"/>
              <a:t>/* __MAIN_H */</a:t>
            </a:r>
            <a:endParaRPr lang="zh-CN" altLang="en-US" sz="1600" b="1" dirty="0"/>
          </a:p>
        </p:txBody>
      </p:sp>
      <p:sp>
        <p:nvSpPr>
          <p:cNvPr id="3" name="矩形 2"/>
          <p:cNvSpPr/>
          <p:nvPr/>
        </p:nvSpPr>
        <p:spPr>
          <a:xfrm>
            <a:off x="467544" y="968599"/>
            <a:ext cx="12234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>
                <a:solidFill>
                  <a:schemeClr val="accent5">
                    <a:lumMod val="75000"/>
                  </a:schemeClr>
                </a:solidFill>
              </a:rPr>
              <a:t>main.h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3D5FD81-7E8B-361B-6327-1FA3D5234677}"/>
                  </a:ext>
                </a:extLst>
              </p14:cNvPr>
              <p14:cNvContentPartPr/>
              <p14:nvPr/>
            </p14:nvContentPartPr>
            <p14:xfrm>
              <a:off x="1300320" y="2762280"/>
              <a:ext cx="738360" cy="525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3D5FD81-7E8B-361B-6327-1FA3D52346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0960" y="2752920"/>
                <a:ext cx="757080" cy="7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77545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2928926" y="1214428"/>
            <a:ext cx="5000660" cy="3539430"/>
          </a:xfrm>
          <a:prstGeom prst="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      /* 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条件编译，防止头文件被重复包含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*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/</a:t>
            </a:r>
            <a:endParaRPr kumimoji="0" lang="en-US" altLang="zh-CN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#</a:t>
            </a:r>
            <a:r>
              <a:rPr kumimoji="0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ifndef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__</a:t>
            </a:r>
            <a:r>
              <a:rPr kumimoji="0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gpio_H</a:t>
            </a:r>
            <a:endParaRPr kumimoji="0" lang="en-US" altLang="zh-CN" sz="11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#define __</a:t>
            </a:r>
            <a:r>
              <a:rPr kumimoji="0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gpio_H</a:t>
            </a:r>
            <a:endParaRPr kumimoji="0" lang="en-US" altLang="zh-CN" sz="11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#</a:t>
            </a:r>
            <a:r>
              <a:rPr kumimoji="0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ifdef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__</a:t>
            </a:r>
            <a:r>
              <a:rPr kumimoji="0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cplusplus</a:t>
            </a:r>
            <a:endParaRPr kumimoji="0" lang="en-US" altLang="zh-CN" sz="11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extern "C" {</a:t>
            </a:r>
            <a:endParaRPr kumimoji="0" lang="en-US" altLang="zh-CN" sz="11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#</a:t>
            </a:r>
            <a:r>
              <a:rPr kumimoji="0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endif</a:t>
            </a:r>
            <a:endParaRPr kumimoji="0" lang="en-US" altLang="zh-CN" sz="11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    /* Includes 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头文件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*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/</a:t>
            </a:r>
            <a:endParaRPr kumimoji="0" lang="en-US" altLang="zh-CN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#include "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main.h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"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    /* 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函数声明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*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/</a:t>
            </a:r>
            <a:endParaRPr kumimoji="0" lang="en-US" altLang="zh-CN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void 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MX_GPIO_Init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(void);</a:t>
            </a:r>
          </a:p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#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ifdef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 __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cplusplus</a:t>
            </a:r>
            <a:endParaRPr lang="en-US" altLang="zh-CN" sz="1600" b="1" dirty="0">
              <a:solidFill>
                <a:schemeClr val="accent5">
                  <a:lumMod val="75000"/>
                </a:schemeClr>
              </a:solidFill>
              <a:latin typeface="Arial" pitchFamily="34" charset="0"/>
              <a:ea typeface="宋体" pitchFamily="2" charset="-122"/>
              <a:cs typeface="Times New Roman" pitchFamily="18" charset="0"/>
            </a:endParaRPr>
          </a:p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}</a:t>
            </a:r>
          </a:p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#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endif</a:t>
            </a:r>
            <a:endParaRPr lang="en-US" altLang="zh-CN" sz="1600" b="1" dirty="0">
              <a:solidFill>
                <a:schemeClr val="accent5">
                  <a:lumMod val="75000"/>
                </a:schemeClr>
              </a:solidFill>
              <a:latin typeface="Arial" pitchFamily="34" charset="0"/>
              <a:ea typeface="宋体" pitchFamily="2" charset="-122"/>
              <a:cs typeface="Times New Roman" pitchFamily="18" charset="0"/>
            </a:endParaRPr>
          </a:p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#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endif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 /*__ 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pinoutConfig_H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 */</a:t>
            </a:r>
          </a:p>
        </p:txBody>
      </p:sp>
      <p:sp>
        <p:nvSpPr>
          <p:cNvPr id="8" name="矩形 7"/>
          <p:cNvSpPr/>
          <p:nvPr/>
        </p:nvSpPr>
        <p:spPr>
          <a:xfrm>
            <a:off x="785936" y="2427734"/>
            <a:ext cx="16017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</a:rPr>
              <a:t>源码</a:t>
            </a:r>
            <a:r>
              <a:rPr lang="en-US" altLang="zh-CN" sz="2400" b="1" dirty="0" err="1">
                <a:solidFill>
                  <a:schemeClr val="accent5">
                    <a:lumMod val="75000"/>
                  </a:schemeClr>
                </a:solidFill>
              </a:rPr>
              <a:t>gpio.h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</a:p>
        </p:txBody>
      </p:sp>
    </p:spTree>
    <p:extLst>
      <p:ext uri="{BB962C8B-B14F-4D97-AF65-F5344CB8AC3E}">
        <p14:creationId xmlns:p14="http://schemas.microsoft.com/office/powerpoint/2010/main" val="19483890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46805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5.4.3 </a:t>
            </a:r>
            <a:r>
              <a:rPr lang="zh-CN" altLang="en-US" sz="2400" b="1" dirty="0">
                <a:solidFill>
                  <a:schemeClr val="bg1"/>
                </a:solidFill>
              </a:rPr>
              <a:t>基于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库开发的一般流程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2475044764"/>
              </p:ext>
            </p:extLst>
          </p:nvPr>
        </p:nvGraphicFramePr>
        <p:xfrm>
          <a:off x="428596" y="1491630"/>
          <a:ext cx="8352928" cy="3294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矩形 3"/>
          <p:cNvSpPr/>
          <p:nvPr/>
        </p:nvSpPr>
        <p:spPr>
          <a:xfrm>
            <a:off x="1042580" y="993558"/>
            <a:ext cx="66967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类似于基于标准库的开发，基于</a:t>
            </a:r>
            <a:r>
              <a:rPr lang="en-US" altLang="zh-CN" b="1" dirty="0">
                <a:solidFill>
                  <a:prstClr val="black"/>
                </a:solidFill>
              </a:rPr>
              <a:t>HAL</a:t>
            </a:r>
            <a:r>
              <a:rPr lang="zh-CN" altLang="en-US" b="1" dirty="0">
                <a:solidFill>
                  <a:prstClr val="black"/>
                </a:solidFill>
              </a:rPr>
              <a:t>库的开发主要有以下流程：</a:t>
            </a:r>
          </a:p>
        </p:txBody>
      </p:sp>
      <p:sp>
        <p:nvSpPr>
          <p:cNvPr id="10" name="右箭头 9"/>
          <p:cNvSpPr/>
          <p:nvPr/>
        </p:nvSpPr>
        <p:spPr>
          <a:xfrm>
            <a:off x="2000232" y="3000378"/>
            <a:ext cx="288032" cy="273546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3714744" y="3000378"/>
            <a:ext cx="288032" cy="273546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429256" y="3000378"/>
            <a:ext cx="288032" cy="273546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7143768" y="3000378"/>
            <a:ext cx="288032" cy="273546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C47215EC-66E4-0262-6DDA-0DEAE8EA7736}"/>
                  </a:ext>
                </a:extLst>
              </p14:cNvPr>
              <p14:cNvContentPartPr/>
              <p14:nvPr/>
            </p14:nvContentPartPr>
            <p14:xfrm>
              <a:off x="538200" y="1824120"/>
              <a:ext cx="7791840" cy="1954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C47215EC-66E4-0262-6DDA-0DEAE8EA77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8840" y="1814760"/>
                <a:ext cx="7810560" cy="21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39332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40324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5.5 </a:t>
            </a:r>
            <a:r>
              <a:rPr lang="zh-CN" altLang="en-US" sz="2400" b="1" dirty="0">
                <a:solidFill>
                  <a:schemeClr val="bg1"/>
                </a:solidFill>
              </a:rPr>
              <a:t>编程思想之模块化编程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00186" y="1059582"/>
            <a:ext cx="7920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Clr>
                <a:schemeClr val="accent4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>
                <a:solidFill>
                  <a:srgbClr val="D38583"/>
                </a:solidFill>
                <a:latin typeface="隶书" pitchFamily="49" charset="-122"/>
                <a:ea typeface="隶书" pitchFamily="49" charset="-122"/>
              </a:rPr>
              <a:t>拓展</a:t>
            </a:r>
            <a:r>
              <a:rPr lang="en-US" altLang="zh-CN" b="1" dirty="0">
                <a:solidFill>
                  <a:srgbClr val="D38583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b="1" dirty="0">
                <a:solidFill>
                  <a:srgbClr val="D38583"/>
                </a:solidFill>
                <a:latin typeface="隶书" pitchFamily="49" charset="-122"/>
                <a:ea typeface="隶书" pitchFamily="49" charset="-122"/>
              </a:rPr>
              <a:t>：通过已有的库函数实现更为复杂的功能函数，通过对函数的进一步封装，来简化函数调用。</a:t>
            </a:r>
          </a:p>
        </p:txBody>
      </p:sp>
      <p:sp>
        <p:nvSpPr>
          <p:cNvPr id="3" name="矩形 2"/>
          <p:cNvSpPr/>
          <p:nvPr/>
        </p:nvSpPr>
        <p:spPr>
          <a:xfrm>
            <a:off x="483817" y="1923678"/>
            <a:ext cx="8353613" cy="36004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/>
              <a:t>    </a:t>
            </a:r>
            <a:r>
              <a:rPr lang="zh-CN" altLang="en-US" sz="1600" b="1" dirty="0"/>
              <a:t>例：</a:t>
            </a:r>
            <a:r>
              <a:rPr lang="zh-CN" altLang="zh-CN" sz="1600" b="1" dirty="0"/>
              <a:t>通过</a:t>
            </a:r>
            <a:r>
              <a:rPr lang="en-US" altLang="zh-CN" sz="1600" b="1" dirty="0"/>
              <a:t>HAL</a:t>
            </a:r>
            <a:r>
              <a:rPr lang="zh-CN" altLang="zh-CN" sz="1600" b="1" dirty="0"/>
              <a:t>库的</a:t>
            </a:r>
            <a:r>
              <a:rPr lang="en-US" altLang="zh-CN" sz="1600" b="1" dirty="0" err="1"/>
              <a:t>WritePin</a:t>
            </a:r>
            <a:r>
              <a:rPr lang="zh-CN" altLang="zh-CN" sz="1600" b="1" dirty="0"/>
              <a:t>函数和</a:t>
            </a:r>
            <a:r>
              <a:rPr lang="en-US" altLang="zh-CN" sz="1600" b="1" dirty="0" err="1"/>
              <a:t>ReadPin</a:t>
            </a:r>
            <a:r>
              <a:rPr lang="zh-CN" altLang="zh-CN" sz="1600" b="1" dirty="0"/>
              <a:t>函数，实现</a:t>
            </a:r>
            <a:r>
              <a:rPr lang="en-US" altLang="zh-CN" sz="1600" b="1" dirty="0" err="1"/>
              <a:t>TogglePin</a:t>
            </a:r>
            <a:r>
              <a:rPr lang="zh-CN" altLang="zh-CN" sz="1600" b="1" dirty="0"/>
              <a:t>（</a:t>
            </a:r>
            <a:r>
              <a:rPr lang="en-US" altLang="zh-CN" sz="1600" b="1" dirty="0"/>
              <a:t>I/O</a:t>
            </a:r>
            <a:r>
              <a:rPr lang="zh-CN" altLang="zh-CN" sz="1600" b="1" dirty="0"/>
              <a:t>状态翻转）功能函数</a:t>
            </a:r>
            <a:endParaRPr lang="zh-CN" altLang="en-US" sz="1600" b="1" dirty="0"/>
          </a:p>
        </p:txBody>
      </p:sp>
      <p:sp>
        <p:nvSpPr>
          <p:cNvPr id="6" name="矩形 5"/>
          <p:cNvSpPr/>
          <p:nvPr/>
        </p:nvSpPr>
        <p:spPr>
          <a:xfrm>
            <a:off x="611560" y="2715766"/>
            <a:ext cx="84249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/>
              <a:t>void </a:t>
            </a:r>
            <a:r>
              <a:rPr lang="en-US" altLang="zh-CN" sz="1600" b="1" dirty="0" err="1"/>
              <a:t>BSP_GPIO_TogglePin</a:t>
            </a:r>
            <a:r>
              <a:rPr lang="en-US" altLang="zh-CN" sz="1600" b="1" dirty="0"/>
              <a:t>(</a:t>
            </a:r>
            <a:r>
              <a:rPr lang="en-US" altLang="zh-CN" sz="1600" b="1" dirty="0" err="1"/>
              <a:t>GPIO_TypeDef</a:t>
            </a:r>
            <a:r>
              <a:rPr lang="en-US" altLang="zh-CN" sz="1600" b="1" dirty="0"/>
              <a:t> *</a:t>
            </a:r>
            <a:r>
              <a:rPr lang="en-US" altLang="zh-CN" sz="1600" b="1" dirty="0" err="1"/>
              <a:t>GPIOx</a:t>
            </a:r>
            <a:r>
              <a:rPr lang="en-US" altLang="zh-CN" sz="1600" b="1" dirty="0"/>
              <a:t>, uint16_t </a:t>
            </a:r>
            <a:r>
              <a:rPr lang="en-US" altLang="zh-CN" sz="1600" b="1" dirty="0" err="1"/>
              <a:t>GPIO_Pin</a:t>
            </a:r>
            <a:r>
              <a:rPr lang="en-US" altLang="zh-CN" sz="1600" b="1" dirty="0"/>
              <a:t>)</a:t>
            </a:r>
            <a:endParaRPr lang="zh-CN" altLang="zh-CN" sz="1600" b="1" dirty="0"/>
          </a:p>
          <a:p>
            <a:r>
              <a:rPr lang="en-US" altLang="zh-CN" sz="1600" b="1" dirty="0"/>
              <a:t>{</a:t>
            </a:r>
            <a:endParaRPr lang="zh-CN" altLang="zh-CN" sz="1600" b="1" dirty="0"/>
          </a:p>
          <a:p>
            <a:r>
              <a:rPr lang="en-US" altLang="zh-CN" sz="1600" b="1" dirty="0"/>
              <a:t>     </a:t>
            </a:r>
            <a:r>
              <a:rPr lang="en-US" altLang="zh-CN" sz="1600" b="1" dirty="0" err="1"/>
              <a:t>HAL_GPIO_WritePin</a:t>
            </a:r>
            <a:r>
              <a:rPr lang="en-US" altLang="zh-CN" sz="1600" b="1" dirty="0"/>
              <a:t>(</a:t>
            </a:r>
            <a:r>
              <a:rPr lang="en-US" altLang="zh-CN" sz="1600" b="1" dirty="0" err="1"/>
              <a:t>GPIOx,GPIO_Pin</a:t>
            </a:r>
            <a:r>
              <a:rPr lang="en-US" altLang="zh-CN" sz="1600" b="1" dirty="0"/>
              <a:t>,( </a:t>
            </a:r>
            <a:r>
              <a:rPr lang="en-US" altLang="zh-CN" sz="1600" b="1" dirty="0" err="1"/>
              <a:t>GPIO_PinState</a:t>
            </a:r>
            <a:r>
              <a:rPr lang="en-US" altLang="zh-CN" sz="1600" b="1" dirty="0"/>
              <a:t>)((1-GPIO_ReadPin(</a:t>
            </a:r>
            <a:r>
              <a:rPr lang="en-US" altLang="zh-CN" sz="1600" b="1" dirty="0" err="1"/>
              <a:t>GPIOx,GPIO_Pin</a:t>
            </a:r>
            <a:r>
              <a:rPr lang="en-US" altLang="zh-CN" sz="1600" b="1" dirty="0"/>
              <a:t>))));</a:t>
            </a:r>
          </a:p>
          <a:p>
            <a:r>
              <a:rPr lang="en-US" altLang="zh-CN" sz="1600" b="1" dirty="0"/>
              <a:t>     </a:t>
            </a:r>
            <a:r>
              <a:rPr lang="en-US" altLang="zh-CN" sz="1600" b="1" dirty="0" err="1"/>
              <a:t>HAL_Delay</a:t>
            </a:r>
            <a:r>
              <a:rPr lang="en-US" altLang="zh-CN" sz="1600" b="1" dirty="0"/>
              <a:t>(h);</a:t>
            </a:r>
          </a:p>
          <a:p>
            <a:r>
              <a:rPr lang="en-US" altLang="zh-CN" sz="1600" b="1" dirty="0"/>
              <a:t>}</a:t>
            </a:r>
            <a:endParaRPr lang="zh-CN" altLang="zh-CN" sz="16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FF8FDEBA-0D52-E486-F7CC-111A91F68987}"/>
                  </a:ext>
                </a:extLst>
              </p14:cNvPr>
              <p14:cNvContentPartPr/>
              <p14:nvPr/>
            </p14:nvContentPartPr>
            <p14:xfrm>
              <a:off x="847800" y="600120"/>
              <a:ext cx="7834680" cy="323892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FF8FDEBA-0D52-E486-F7CC-111A91F689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440" y="590760"/>
                <a:ext cx="7853400" cy="325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43561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5497" y="339503"/>
            <a:ext cx="5688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5.4.3  HAL</a:t>
            </a:r>
            <a:r>
              <a:rPr lang="zh-CN" altLang="en-US" sz="2400" b="1" dirty="0">
                <a:solidFill>
                  <a:schemeClr val="bg1"/>
                </a:solidFill>
              </a:rPr>
              <a:t>库函数拓展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67544" y="2067694"/>
            <a:ext cx="2124236" cy="10081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600" b="1" dirty="0"/>
              <a:t>在主函数中通过</a:t>
            </a:r>
            <a:r>
              <a:rPr lang="zh-CN" altLang="en-US" sz="1600" b="1" dirty="0"/>
              <a:t>右侧</a:t>
            </a:r>
            <a:r>
              <a:rPr lang="zh-CN" altLang="zh-CN" sz="1600" b="1" dirty="0"/>
              <a:t>代码，实现函数调用。</a:t>
            </a:r>
            <a:endParaRPr lang="zh-CN" altLang="en-US" sz="1600" b="1" dirty="0"/>
          </a:p>
        </p:txBody>
      </p:sp>
      <p:sp>
        <p:nvSpPr>
          <p:cNvPr id="6" name="矩形 5"/>
          <p:cNvSpPr/>
          <p:nvPr/>
        </p:nvSpPr>
        <p:spPr>
          <a:xfrm>
            <a:off x="3059832" y="1316920"/>
            <a:ext cx="583264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err="1"/>
              <a:t>int</a:t>
            </a:r>
            <a:r>
              <a:rPr lang="en-US" altLang="zh-CN" sz="2000" b="1" dirty="0"/>
              <a:t> main(void)</a:t>
            </a:r>
          </a:p>
          <a:p>
            <a:r>
              <a:rPr lang="en-US" altLang="zh-CN" sz="2000" b="1" dirty="0"/>
              <a:t>{</a:t>
            </a:r>
          </a:p>
          <a:p>
            <a:r>
              <a:rPr lang="en-US" altLang="zh-CN" sz="2000" b="1" dirty="0"/>
              <a:t>    ……</a:t>
            </a:r>
          </a:p>
          <a:p>
            <a:r>
              <a:rPr lang="en-US" altLang="zh-CN" sz="2000" b="1" dirty="0"/>
              <a:t>    </a:t>
            </a:r>
            <a:r>
              <a:rPr lang="en-US" altLang="zh-CN" sz="2000" b="1" dirty="0" err="1"/>
              <a:t>MX_GPIO_Init</a:t>
            </a:r>
            <a:r>
              <a:rPr lang="en-US" altLang="zh-CN" sz="2000" b="1" dirty="0"/>
              <a:t>();  // I/O</a:t>
            </a:r>
            <a:r>
              <a:rPr lang="zh-CN" altLang="en-US" sz="2000" b="1" dirty="0"/>
              <a:t>引脚硬件驱动配置初始化</a:t>
            </a:r>
          </a:p>
          <a:p>
            <a:r>
              <a:rPr lang="en-US" altLang="zh-CN" sz="2000" b="1" dirty="0"/>
              <a:t>    while (1)</a:t>
            </a:r>
          </a:p>
          <a:p>
            <a:r>
              <a:rPr lang="en-US" altLang="zh-CN" sz="2000" b="1" dirty="0"/>
              <a:t>     {</a:t>
            </a:r>
          </a:p>
          <a:p>
            <a:r>
              <a:rPr lang="en-US" altLang="zh-CN" sz="2000" b="1" dirty="0"/>
              <a:t>           //</a:t>
            </a:r>
            <a:r>
              <a:rPr lang="zh-CN" altLang="en-US" sz="2000" b="1" dirty="0"/>
              <a:t>将</a:t>
            </a:r>
            <a:r>
              <a:rPr lang="en-US" altLang="zh-CN" sz="2000" b="1" dirty="0"/>
              <a:t>PE5</a:t>
            </a:r>
            <a:r>
              <a:rPr lang="zh-CN" altLang="en-US" sz="2000" b="1" dirty="0"/>
              <a:t>引脚状态每隔</a:t>
            </a:r>
            <a:r>
              <a:rPr lang="en-US" altLang="zh-CN" sz="2000" b="1" dirty="0"/>
              <a:t>100ms</a:t>
            </a:r>
            <a:r>
              <a:rPr lang="zh-CN" altLang="en-US" sz="2000" b="1" dirty="0"/>
              <a:t>进行翻转</a:t>
            </a:r>
          </a:p>
          <a:p>
            <a:r>
              <a:rPr lang="en-US" altLang="zh-CN" sz="2000" b="1" dirty="0"/>
              <a:t>           </a:t>
            </a:r>
            <a:r>
              <a:rPr lang="en-US" altLang="zh-CN" sz="2000" b="1" dirty="0" err="1"/>
              <a:t>BSP_GPIO_TogglePin</a:t>
            </a:r>
            <a:r>
              <a:rPr lang="en-US" altLang="zh-CN" sz="2000" b="1" dirty="0"/>
              <a:t>(GPIOE,GPIO_PIN_5,100); </a:t>
            </a:r>
          </a:p>
          <a:p>
            <a:r>
              <a:rPr lang="en-US" altLang="zh-CN" sz="2000" b="1" dirty="0"/>
              <a:t>     }</a:t>
            </a:r>
          </a:p>
          <a:p>
            <a:r>
              <a:rPr lang="en-US" altLang="zh-CN" sz="2000" b="1" dirty="0"/>
              <a:t>}</a:t>
            </a:r>
          </a:p>
        </p:txBody>
      </p:sp>
      <p:sp>
        <p:nvSpPr>
          <p:cNvPr id="12" name="矩形 11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5497" y="339503"/>
            <a:ext cx="40324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5.5 </a:t>
            </a:r>
            <a:r>
              <a:rPr lang="zh-CN" altLang="en-US" sz="2400" b="1" dirty="0">
                <a:solidFill>
                  <a:schemeClr val="bg1"/>
                </a:solidFill>
              </a:rPr>
              <a:t>编程思想之模块化编程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531FBC0-6C00-B722-720B-945B4BD704D3}"/>
                  </a:ext>
                </a:extLst>
              </p14:cNvPr>
              <p14:cNvContentPartPr/>
              <p14:nvPr/>
            </p14:nvContentPartPr>
            <p14:xfrm>
              <a:off x="5600520" y="3510000"/>
              <a:ext cx="2615040" cy="3718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531FBC0-6C00-B722-720B-945B4BD704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91160" y="3500640"/>
                <a:ext cx="2633760" cy="39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02276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60294" y="1091520"/>
            <a:ext cx="432048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Clr>
                <a:schemeClr val="accent4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拓展</a:t>
            </a:r>
            <a:r>
              <a:rPr lang="en-US" altLang="zh-CN" sz="2000" b="1" dirty="0">
                <a:solidFill>
                  <a:srgbClr val="D38583"/>
                </a:solidFill>
                <a:ea typeface="隶书" pitchFamily="49" charset="-122"/>
              </a:rPr>
              <a:t>2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：模块化编程</a:t>
            </a:r>
            <a:r>
              <a:rPr lang="en-US" altLang="zh-CN" sz="2000" b="1" dirty="0">
                <a:solidFill>
                  <a:srgbClr val="D38583"/>
                </a:solidFill>
                <a:ea typeface="隶书" pitchFamily="49" charset="-122"/>
              </a:rPr>
              <a:t>——BSP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板级驱动函数设计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7038417"/>
              </p:ext>
            </p:extLst>
          </p:nvPr>
        </p:nvGraphicFramePr>
        <p:xfrm>
          <a:off x="4860032" y="699542"/>
          <a:ext cx="3986831" cy="3312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536688" imgH="2104655" progId="Visio.Drawing.11">
                  <p:embed/>
                </p:oleObj>
              </mc:Choice>
              <mc:Fallback>
                <p:oleObj name="Visio" r:id="rId3" imgW="2536688" imgH="2104655" progId="Visio.Drawing.11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699542"/>
                        <a:ext cx="3986831" cy="33123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985681" y="1779662"/>
            <a:ext cx="2869708" cy="70788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prstClr val="black"/>
                </a:solidFill>
              </a:rPr>
              <a:t>     BSP</a:t>
            </a:r>
            <a:r>
              <a:rPr lang="zh-CN" altLang="en-US" sz="2000" b="1" dirty="0">
                <a:solidFill>
                  <a:prstClr val="black"/>
                </a:solidFill>
              </a:rPr>
              <a:t>：</a:t>
            </a:r>
            <a:r>
              <a:rPr lang="en-US" altLang="zh-CN" sz="2000" b="1" dirty="0">
                <a:solidFill>
                  <a:prstClr val="black"/>
                </a:solidFill>
              </a:rPr>
              <a:t>Board Support Packages</a:t>
            </a:r>
            <a:r>
              <a:rPr lang="zh-CN" altLang="en-US" sz="2000" b="1" dirty="0">
                <a:solidFill>
                  <a:prstClr val="black"/>
                </a:solidFill>
              </a:rPr>
              <a:t>，板级支持包。</a:t>
            </a:r>
            <a:endParaRPr lang="zh-CN" altLang="en-US" sz="2800" dirty="0"/>
          </a:p>
        </p:txBody>
      </p:sp>
      <p:sp>
        <p:nvSpPr>
          <p:cNvPr id="13" name="矩形 12"/>
          <p:cNvSpPr/>
          <p:nvPr/>
        </p:nvSpPr>
        <p:spPr>
          <a:xfrm>
            <a:off x="611559" y="2715766"/>
            <a:ext cx="3816423" cy="1823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      BSP</a:t>
            </a:r>
            <a:r>
              <a:rPr lang="zh-CN" altLang="en-US" b="1" dirty="0">
                <a:solidFill>
                  <a:prstClr val="black"/>
                </a:solidFill>
              </a:rPr>
              <a:t>就是一个介于操作系统和底层硬件之间的</a:t>
            </a:r>
            <a:r>
              <a:rPr lang="zh-CN" altLang="en-US" b="1" dirty="0">
                <a:solidFill>
                  <a:srgbClr val="D38583"/>
                </a:solidFill>
              </a:rPr>
              <a:t>软件层次</a:t>
            </a:r>
            <a:r>
              <a:rPr lang="zh-CN" altLang="en-US" b="1" dirty="0">
                <a:solidFill>
                  <a:prstClr val="black"/>
                </a:solidFill>
              </a:rPr>
              <a:t>，包括了系统中大部分与硬件相关的软件模块，在功能上包含两部分：</a:t>
            </a:r>
            <a:r>
              <a:rPr lang="zh-CN" altLang="en-US" b="1" dirty="0">
                <a:solidFill>
                  <a:srgbClr val="FF0000"/>
                </a:solidFill>
              </a:rPr>
              <a:t>系统初始化</a:t>
            </a:r>
            <a:r>
              <a:rPr lang="zh-CN" altLang="en-US" b="1" dirty="0">
                <a:solidFill>
                  <a:prstClr val="black"/>
                </a:solidFill>
              </a:rPr>
              <a:t>及与硬件相关的</a:t>
            </a:r>
            <a:r>
              <a:rPr lang="zh-CN" altLang="en-US" b="1" dirty="0">
                <a:solidFill>
                  <a:srgbClr val="FF0000"/>
                </a:solidFill>
              </a:rPr>
              <a:t>设备驱动</a:t>
            </a:r>
            <a:r>
              <a:rPr lang="zh-CN" altLang="en-US" b="1" dirty="0">
                <a:solidFill>
                  <a:prstClr val="black"/>
                </a:solidFill>
              </a:rPr>
              <a:t>。</a:t>
            </a:r>
          </a:p>
        </p:txBody>
      </p:sp>
      <p:sp>
        <p:nvSpPr>
          <p:cNvPr id="14" name="矩形 13"/>
          <p:cNvSpPr/>
          <p:nvPr/>
        </p:nvSpPr>
        <p:spPr>
          <a:xfrm>
            <a:off x="4546677" y="418604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      BSP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板级驱动函数是在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HAL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库的基础上进行的再次抽象和封装。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5497" y="339503"/>
            <a:ext cx="40324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5.5 </a:t>
            </a:r>
            <a:r>
              <a:rPr lang="zh-CN" altLang="en-US" sz="2400" b="1" dirty="0">
                <a:solidFill>
                  <a:schemeClr val="bg1"/>
                </a:solidFill>
              </a:rPr>
              <a:t>编程思想之模块化编程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DACE8E05-12F5-9196-AF99-15F884D11DE7}"/>
                  </a:ext>
                </a:extLst>
              </p14:cNvPr>
              <p14:cNvContentPartPr/>
              <p14:nvPr/>
            </p14:nvContentPartPr>
            <p14:xfrm>
              <a:off x="1657440" y="1143000"/>
              <a:ext cx="5982120" cy="13338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DACE8E05-12F5-9196-AF99-15F884D11D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48080" y="1133640"/>
                <a:ext cx="6000840" cy="135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17191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5497" y="339503"/>
            <a:ext cx="5688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5.4.3  </a:t>
            </a:r>
            <a:r>
              <a:rPr lang="en-US" altLang="zh-CN" sz="2400" b="1" dirty="0" err="1">
                <a:solidFill>
                  <a:schemeClr val="bg1"/>
                </a:solidFill>
              </a:rPr>
              <a:t>HALv</a:t>
            </a:r>
            <a:r>
              <a:rPr lang="zh-CN" altLang="en-US" sz="2400" b="1" dirty="0">
                <a:solidFill>
                  <a:schemeClr val="bg1"/>
                </a:solidFill>
              </a:rPr>
              <a:t>库函数拓展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557" y="955508"/>
            <a:ext cx="3528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拓展</a:t>
            </a:r>
            <a:r>
              <a:rPr lang="en-US" altLang="zh-CN" sz="2000" b="1" dirty="0">
                <a:solidFill>
                  <a:srgbClr val="D38583"/>
                </a:solidFill>
                <a:ea typeface="隶书" pitchFamily="49" charset="-122"/>
              </a:rPr>
              <a:t>2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：模块化编程</a:t>
            </a:r>
            <a:r>
              <a:rPr lang="en-US" altLang="zh-CN" sz="2000" b="1" dirty="0">
                <a:solidFill>
                  <a:srgbClr val="D38583"/>
                </a:solidFill>
                <a:ea typeface="隶书" pitchFamily="49" charset="-122"/>
              </a:rPr>
              <a:t>——BSP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板级驱动函数设计</a:t>
            </a:r>
          </a:p>
          <a:p>
            <a:pPr marL="285750" lvl="0" indent="-285750">
              <a:buClr>
                <a:schemeClr val="accent4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endParaRPr lang="zh-CN" altLang="en-US" sz="2000" b="1" dirty="0">
              <a:solidFill>
                <a:srgbClr val="D38583"/>
              </a:solidFill>
              <a:ea typeface="隶书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67544" y="1707654"/>
            <a:ext cx="3024336" cy="2862322"/>
          </a:xfrm>
          <a:prstGeom prst="rect">
            <a:avLst/>
          </a:prstGeom>
          <a:ln w="127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/>
              <a:t>     </a:t>
            </a:r>
            <a:r>
              <a:rPr lang="zh-CN" altLang="zh-CN" b="1" dirty="0"/>
              <a:t>模块化的板级驱动函数编程设计以</a:t>
            </a:r>
            <a:r>
              <a:rPr lang="en-GB" altLang="zh-CN" b="1" dirty="0"/>
              <a:t>.c</a:t>
            </a:r>
            <a:r>
              <a:rPr lang="zh-CN" altLang="zh-CN" b="1" dirty="0"/>
              <a:t>源文件和</a:t>
            </a:r>
            <a:r>
              <a:rPr lang="en-GB" altLang="zh-CN" b="1" dirty="0"/>
              <a:t>.h</a:t>
            </a:r>
            <a:r>
              <a:rPr lang="zh-CN" altLang="zh-CN" b="1" dirty="0"/>
              <a:t>头文件的形式实现，</a:t>
            </a:r>
            <a:r>
              <a:rPr lang="en-GB" altLang="zh-CN" b="1" dirty="0"/>
              <a:t>.h</a:t>
            </a:r>
            <a:r>
              <a:rPr lang="zh-CN" altLang="zh-CN" b="1" dirty="0"/>
              <a:t>头文件则用于声明</a:t>
            </a:r>
            <a:r>
              <a:rPr lang="en-GB" altLang="zh-CN" b="1" dirty="0"/>
              <a:t>.c</a:t>
            </a:r>
            <a:r>
              <a:rPr lang="zh-CN" altLang="zh-CN" b="1" dirty="0"/>
              <a:t>源文件中的功能函数、用于隔离和封装底层具体硬件的宏定义及枚举类型、结构体类型等数据类型的定义</a:t>
            </a:r>
            <a:r>
              <a:rPr lang="zh-CN" altLang="en-US" b="1" dirty="0"/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4084067" y="267493"/>
            <a:ext cx="4448373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sz="1600" b="1" dirty="0"/>
              <a:t>#</a:t>
            </a:r>
            <a:r>
              <a:rPr lang="en-GB" altLang="zh-CN" sz="1600" b="1" dirty="0" err="1"/>
              <a:t>ifndef</a:t>
            </a:r>
            <a:r>
              <a:rPr lang="en-GB" altLang="zh-CN" sz="1600" b="1" dirty="0"/>
              <a:t> __LED_H__</a:t>
            </a:r>
          </a:p>
          <a:p>
            <a:r>
              <a:rPr lang="en-GB" altLang="zh-CN" sz="1600" b="1" dirty="0"/>
              <a:t>#define __LED_H__</a:t>
            </a:r>
          </a:p>
          <a:p>
            <a:r>
              <a:rPr lang="en-GB" altLang="zh-CN" sz="1600" b="1" dirty="0"/>
              <a:t>#include “stm32f1xx_hal.h”</a:t>
            </a:r>
          </a:p>
          <a:p>
            <a:r>
              <a:rPr lang="en-GB" altLang="zh-CN" sz="1600" b="1" dirty="0"/>
              <a:t>//</a:t>
            </a:r>
            <a:r>
              <a:rPr lang="zh-CN" altLang="en-US" sz="1600" b="1" dirty="0"/>
              <a:t>采用宏定义，将指示灯</a:t>
            </a:r>
            <a:r>
              <a:rPr lang="en-GB" altLang="zh-CN" sz="1600" b="1" dirty="0"/>
              <a:t>LED0</a:t>
            </a:r>
            <a:r>
              <a:rPr lang="zh-CN" altLang="en-US" sz="1600" b="1" dirty="0"/>
              <a:t>连接的引脚和端口分别定义一个别名</a:t>
            </a:r>
          </a:p>
          <a:p>
            <a:r>
              <a:rPr lang="en-US" altLang="zh-CN" sz="1600" b="1" dirty="0"/>
              <a:t>#</a:t>
            </a:r>
            <a:r>
              <a:rPr lang="en-GB" altLang="zh-CN" sz="1600" b="1" dirty="0"/>
              <a:t>define led0_port GPIOC</a:t>
            </a:r>
          </a:p>
          <a:p>
            <a:r>
              <a:rPr lang="en-GB" altLang="zh-CN" sz="1600" b="1" dirty="0"/>
              <a:t>#define led0_pin GPIO_PIN_3</a:t>
            </a:r>
          </a:p>
          <a:p>
            <a:r>
              <a:rPr lang="en-GB" altLang="zh-CN" sz="1600" b="1" dirty="0"/>
              <a:t>//</a:t>
            </a:r>
            <a:r>
              <a:rPr lang="zh-CN" altLang="en-US" sz="1600" b="1" dirty="0"/>
              <a:t>采用宏定义，将指示灯</a:t>
            </a:r>
            <a:r>
              <a:rPr lang="en-GB" altLang="zh-CN" sz="1600" b="1" dirty="0"/>
              <a:t>LED1</a:t>
            </a:r>
            <a:r>
              <a:rPr lang="zh-CN" altLang="en-US" sz="1600" b="1" dirty="0"/>
              <a:t>连接的引脚和端口分别定义一个别名</a:t>
            </a:r>
          </a:p>
          <a:p>
            <a:r>
              <a:rPr lang="en-US" altLang="zh-CN" sz="1600" b="1" dirty="0"/>
              <a:t>#</a:t>
            </a:r>
            <a:r>
              <a:rPr lang="en-GB" altLang="zh-CN" sz="1600" b="1" dirty="0"/>
              <a:t>define led1_port GPIOE</a:t>
            </a:r>
          </a:p>
          <a:p>
            <a:r>
              <a:rPr lang="en-GB" altLang="zh-CN" sz="1600" b="1" dirty="0"/>
              <a:t>#define led1_pin GPIO_PIN_5</a:t>
            </a:r>
          </a:p>
          <a:p>
            <a:r>
              <a:rPr lang="en-GB" altLang="zh-CN" sz="1600" b="1" dirty="0"/>
              <a:t>//</a:t>
            </a:r>
            <a:r>
              <a:rPr lang="zh-CN" altLang="en-US" sz="1600" b="1" dirty="0"/>
              <a:t>采用宏定义，将指示灯</a:t>
            </a:r>
            <a:r>
              <a:rPr lang="en-GB" altLang="zh-CN" sz="1600" b="1" dirty="0"/>
              <a:t>LED2</a:t>
            </a:r>
            <a:r>
              <a:rPr lang="zh-CN" altLang="en-US" sz="1600" b="1" dirty="0"/>
              <a:t>连接的引脚和端口分别定义一个别名</a:t>
            </a:r>
          </a:p>
          <a:p>
            <a:r>
              <a:rPr lang="en-US" altLang="zh-CN" sz="1600" b="1" dirty="0"/>
              <a:t>#</a:t>
            </a:r>
            <a:r>
              <a:rPr lang="en-GB" altLang="zh-CN" sz="1600" b="1" dirty="0"/>
              <a:t>define led2_port GPIOB</a:t>
            </a:r>
          </a:p>
          <a:p>
            <a:r>
              <a:rPr lang="en-GB" altLang="zh-CN" sz="1600" b="1" dirty="0"/>
              <a:t>#define led2_pin GPIO_PIN_5</a:t>
            </a:r>
          </a:p>
          <a:p>
            <a:r>
              <a:rPr lang="en-GB" altLang="zh-CN" sz="1600" b="1" dirty="0"/>
              <a:t>//</a:t>
            </a:r>
            <a:r>
              <a:rPr lang="zh-CN" altLang="en-US" sz="1600" b="1" dirty="0"/>
              <a:t>声明函数</a:t>
            </a:r>
          </a:p>
          <a:p>
            <a:r>
              <a:rPr lang="en-GB" altLang="zh-CN" sz="1600" b="1" dirty="0"/>
              <a:t>void </a:t>
            </a:r>
            <a:r>
              <a:rPr lang="en-GB" altLang="zh-CN" sz="1600" b="1" dirty="0" err="1"/>
              <a:t>BSP_LED_On</a:t>
            </a:r>
            <a:r>
              <a:rPr lang="en-GB" altLang="zh-CN" sz="1600" b="1" dirty="0"/>
              <a:t>(uint16_t number);</a:t>
            </a:r>
          </a:p>
          <a:p>
            <a:r>
              <a:rPr lang="en-GB" altLang="zh-CN" sz="1600" b="1" dirty="0"/>
              <a:t>void </a:t>
            </a:r>
            <a:r>
              <a:rPr lang="en-GB" altLang="zh-CN" sz="1600" b="1" dirty="0" err="1"/>
              <a:t>BSP_LED_Off</a:t>
            </a:r>
            <a:r>
              <a:rPr lang="en-GB" altLang="zh-CN" sz="1600" b="1" dirty="0"/>
              <a:t>(uint16_t number);</a:t>
            </a:r>
          </a:p>
          <a:p>
            <a:r>
              <a:rPr lang="en-GB" altLang="zh-CN" sz="1600" b="1" dirty="0"/>
              <a:t>#</a:t>
            </a:r>
            <a:r>
              <a:rPr lang="en-GB" altLang="zh-CN" sz="1600" b="1" dirty="0" err="1"/>
              <a:t>endif</a:t>
            </a:r>
            <a:endParaRPr lang="en-GB" altLang="zh-CN" sz="1600" b="1" dirty="0"/>
          </a:p>
        </p:txBody>
      </p:sp>
      <p:sp>
        <p:nvSpPr>
          <p:cNvPr id="13" name="矩形 12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5497" y="339503"/>
            <a:ext cx="40324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5.5 </a:t>
            </a:r>
            <a:r>
              <a:rPr lang="zh-CN" altLang="en-US" sz="2400" b="1" dirty="0">
                <a:solidFill>
                  <a:schemeClr val="bg1"/>
                </a:solidFill>
              </a:rPr>
              <a:t>编程思想之模块化编程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04682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5497" y="339503"/>
            <a:ext cx="5688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5.4.3  </a:t>
            </a:r>
            <a:r>
              <a:rPr lang="en-US" altLang="zh-CN" sz="2400" b="1" dirty="0" err="1">
                <a:solidFill>
                  <a:schemeClr val="bg1"/>
                </a:solidFill>
              </a:rPr>
              <a:t>HALv</a:t>
            </a:r>
            <a:r>
              <a:rPr lang="zh-CN" altLang="en-US" sz="2400" b="1" dirty="0">
                <a:solidFill>
                  <a:schemeClr val="bg1"/>
                </a:solidFill>
              </a:rPr>
              <a:t>库函数拓展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067944" y="160896"/>
            <a:ext cx="44644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拓展</a:t>
            </a:r>
            <a:r>
              <a:rPr lang="en-US" altLang="zh-CN" sz="2000" b="1" dirty="0">
                <a:solidFill>
                  <a:srgbClr val="D38583"/>
                </a:solidFill>
                <a:ea typeface="隶书" pitchFamily="49" charset="-122"/>
              </a:rPr>
              <a:t>2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：模块化编程</a:t>
            </a:r>
            <a:r>
              <a:rPr lang="en-US" altLang="zh-CN" sz="2000" b="1" dirty="0">
                <a:solidFill>
                  <a:srgbClr val="D38583"/>
                </a:solidFill>
                <a:ea typeface="隶书" pitchFamily="49" charset="-122"/>
              </a:rPr>
              <a:t>——BSP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板级驱动函数设计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78650" y="1184252"/>
            <a:ext cx="3546140" cy="3554819"/>
          </a:xfrm>
          <a:prstGeom prst="rect">
            <a:avLst/>
          </a:prstGeom>
          <a:ln w="127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/>
              <a:t>     </a:t>
            </a:r>
            <a:r>
              <a:rPr lang="en-US" altLang="zh-CN" b="1" dirty="0"/>
              <a:t>.c</a:t>
            </a:r>
            <a:r>
              <a:rPr lang="zh-CN" altLang="en-US" b="1" dirty="0"/>
              <a:t>源文件是具体业务逻辑实现，即功能函数实现，包含一个或多个具体的功能函数。</a:t>
            </a:r>
            <a:endParaRPr lang="en-US" altLang="zh-CN" b="1" dirty="0"/>
          </a:p>
          <a:p>
            <a:pPr>
              <a:lnSpc>
                <a:spcPct val="125000"/>
              </a:lnSpc>
            </a:pPr>
            <a:r>
              <a:rPr lang="en-US" altLang="zh-CN" dirty="0"/>
              <a:t>       </a:t>
            </a:r>
            <a:r>
              <a:rPr lang="zh-CN" altLang="zh-CN" b="1" dirty="0"/>
              <a:t>在</a:t>
            </a:r>
            <a:r>
              <a:rPr lang="en-GB" altLang="zh-CN" b="1" dirty="0" err="1"/>
              <a:t>led.c</a:t>
            </a:r>
            <a:r>
              <a:rPr lang="zh-CN" altLang="zh-CN" b="1" dirty="0"/>
              <a:t>文件中设计一个</a:t>
            </a:r>
            <a:r>
              <a:rPr lang="en-GB" altLang="zh-CN" b="1" dirty="0" err="1"/>
              <a:t>BSP_LED_On</a:t>
            </a:r>
            <a:r>
              <a:rPr lang="en-GB" altLang="zh-CN" b="1" dirty="0"/>
              <a:t> (uint16_t </a:t>
            </a:r>
            <a:r>
              <a:rPr lang="en-GB" altLang="zh-CN" b="1" dirty="0" err="1"/>
              <a:t>led_unmber</a:t>
            </a:r>
            <a:r>
              <a:rPr lang="en-GB" altLang="zh-CN" b="1" dirty="0"/>
              <a:t>)</a:t>
            </a:r>
            <a:r>
              <a:rPr lang="zh-CN" altLang="zh-CN" b="1" dirty="0"/>
              <a:t>和</a:t>
            </a:r>
            <a:r>
              <a:rPr lang="en-GB" altLang="zh-CN" b="1" dirty="0"/>
              <a:t>void </a:t>
            </a:r>
            <a:r>
              <a:rPr lang="en-GB" altLang="zh-CN" b="1" dirty="0" err="1"/>
              <a:t>BSP_LED_Off</a:t>
            </a:r>
            <a:r>
              <a:rPr lang="en-GB" altLang="zh-CN" b="1" dirty="0"/>
              <a:t> (uint16_t </a:t>
            </a:r>
            <a:r>
              <a:rPr lang="en-GB" altLang="zh-CN" b="1" dirty="0" err="1"/>
              <a:t>led_unmber</a:t>
            </a:r>
            <a:r>
              <a:rPr lang="en-GB" altLang="zh-CN" b="1" dirty="0"/>
              <a:t>)</a:t>
            </a:r>
            <a:r>
              <a:rPr lang="zh-CN" altLang="zh-CN" b="1" dirty="0"/>
              <a:t>函数，其中形参</a:t>
            </a:r>
            <a:r>
              <a:rPr lang="en-GB" altLang="zh-CN" b="1" dirty="0" err="1"/>
              <a:t>led_unmber</a:t>
            </a:r>
            <a:r>
              <a:rPr lang="zh-CN" altLang="zh-CN" b="1" dirty="0"/>
              <a:t>为目标板上具体对应某个设备指示灯灯编号，取值为</a:t>
            </a:r>
            <a:r>
              <a:rPr lang="en-GB" altLang="zh-CN" b="1" dirty="0"/>
              <a:t>0</a:t>
            </a:r>
            <a:r>
              <a:rPr lang="zh-CN" altLang="zh-CN" b="1" dirty="0"/>
              <a:t>、</a:t>
            </a:r>
            <a:r>
              <a:rPr lang="en-GB" altLang="zh-CN" b="1" dirty="0"/>
              <a:t>1</a:t>
            </a:r>
            <a:r>
              <a:rPr lang="zh-CN" altLang="zh-CN" b="1" dirty="0"/>
              <a:t>或</a:t>
            </a:r>
            <a:r>
              <a:rPr lang="en-GB" altLang="zh-CN" b="1" dirty="0"/>
              <a:t>2</a:t>
            </a:r>
            <a:r>
              <a:rPr lang="zh-CN" altLang="zh-CN" b="1" dirty="0"/>
              <a:t>。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3961153" y="868782"/>
            <a:ext cx="4968552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/>
              <a:t>#include "stm32f1xx_hal.h"</a:t>
            </a:r>
            <a:endParaRPr lang="zh-CN" altLang="zh-CN" sz="1400" b="1" dirty="0"/>
          </a:p>
          <a:p>
            <a:r>
              <a:rPr lang="en-US" altLang="zh-CN" sz="1400" b="1" dirty="0"/>
              <a:t>#include "</a:t>
            </a:r>
            <a:r>
              <a:rPr lang="en-US" altLang="zh-CN" sz="1400" b="1" dirty="0" err="1"/>
              <a:t>led.h</a:t>
            </a:r>
            <a:r>
              <a:rPr lang="en-US" altLang="zh-CN" sz="1400" b="1" dirty="0"/>
              <a:t>"</a:t>
            </a:r>
            <a:endParaRPr lang="zh-CN" altLang="zh-CN" sz="1400" b="1" dirty="0"/>
          </a:p>
          <a:p>
            <a:r>
              <a:rPr lang="en-US" altLang="zh-CN" sz="1400" b="1" dirty="0"/>
              <a:t>//</a:t>
            </a:r>
            <a:r>
              <a:rPr lang="zh-CN" altLang="zh-CN" sz="1400" b="1" dirty="0"/>
              <a:t>指示灯亮函数，</a:t>
            </a:r>
            <a:r>
              <a:rPr lang="en-US" altLang="zh-CN" sz="1400" b="1" dirty="0"/>
              <a:t>GPIO</a:t>
            </a:r>
            <a:r>
              <a:rPr lang="zh-CN" altLang="zh-CN" sz="1400" b="1" dirty="0"/>
              <a:t>引脚为低电平时有效</a:t>
            </a:r>
          </a:p>
          <a:p>
            <a:r>
              <a:rPr lang="en-US" altLang="zh-CN" sz="1400" b="1" dirty="0"/>
              <a:t>void </a:t>
            </a:r>
            <a:r>
              <a:rPr lang="en-US" altLang="zh-CN" sz="1400" b="1" dirty="0" err="1"/>
              <a:t>BSP_LED_On</a:t>
            </a:r>
            <a:r>
              <a:rPr lang="en-US" altLang="zh-CN" sz="1400" b="1" dirty="0"/>
              <a:t> (uint16_t </a:t>
            </a:r>
            <a:r>
              <a:rPr lang="en-US" altLang="zh-CN" sz="1400" b="1" dirty="0" err="1"/>
              <a:t>led_unmber</a:t>
            </a:r>
            <a:r>
              <a:rPr lang="en-US" altLang="zh-CN" sz="1400" b="1" dirty="0"/>
              <a:t>)</a:t>
            </a:r>
            <a:endParaRPr lang="zh-CN" altLang="zh-CN" sz="1400" b="1" dirty="0"/>
          </a:p>
          <a:p>
            <a:r>
              <a:rPr lang="en-US" altLang="zh-CN" sz="1400" b="1" dirty="0"/>
              <a:t>{</a:t>
            </a:r>
            <a:endParaRPr lang="zh-CN" altLang="zh-CN" sz="1400" b="1" dirty="0"/>
          </a:p>
          <a:p>
            <a:r>
              <a:rPr lang="en-US" altLang="zh-CN" sz="1400" b="1" dirty="0"/>
              <a:t>     switch(</a:t>
            </a:r>
            <a:r>
              <a:rPr lang="en-US" altLang="zh-CN" sz="1400" b="1" dirty="0" err="1"/>
              <a:t>led_unmber</a:t>
            </a:r>
            <a:r>
              <a:rPr lang="en-US" altLang="zh-CN" sz="1400" b="1" dirty="0"/>
              <a:t>)</a:t>
            </a:r>
            <a:endParaRPr lang="zh-CN" altLang="zh-CN" sz="1400" b="1" dirty="0"/>
          </a:p>
          <a:p>
            <a:r>
              <a:rPr lang="en-US" altLang="zh-CN" sz="1400" b="1" dirty="0"/>
              <a:t>     {   case 0:	</a:t>
            </a:r>
          </a:p>
          <a:p>
            <a:r>
              <a:rPr lang="en-US" altLang="zh-CN" sz="1400" b="1" dirty="0"/>
              <a:t>         </a:t>
            </a:r>
            <a:r>
              <a:rPr lang="en-US" altLang="zh-CN" sz="1400" b="1" dirty="0" err="1"/>
              <a:t>HAL_GPIO_WritePin</a:t>
            </a:r>
            <a:r>
              <a:rPr lang="en-US" altLang="zh-CN" sz="1400" b="1" dirty="0"/>
              <a:t>(led0_port, led0_pin,GPIO_PIN_RESET);</a:t>
            </a:r>
            <a:endParaRPr lang="zh-CN" altLang="zh-CN" sz="1400" b="1" dirty="0"/>
          </a:p>
          <a:p>
            <a:r>
              <a:rPr lang="en-US" altLang="zh-CN" sz="1400" b="1" dirty="0"/>
              <a:t>         break;</a:t>
            </a:r>
            <a:endParaRPr lang="zh-CN" altLang="zh-CN" sz="1400" b="1" dirty="0"/>
          </a:p>
          <a:p>
            <a:r>
              <a:rPr lang="en-US" altLang="zh-CN" sz="1400" b="1" dirty="0"/>
              <a:t>         case 1:</a:t>
            </a:r>
            <a:endParaRPr lang="zh-CN" altLang="zh-CN" sz="1400" b="1" dirty="0"/>
          </a:p>
          <a:p>
            <a:r>
              <a:rPr lang="en-US" altLang="zh-CN" sz="1400" b="1" dirty="0"/>
              <a:t>         </a:t>
            </a:r>
            <a:r>
              <a:rPr lang="en-US" altLang="zh-CN" sz="1400" b="1" dirty="0" err="1"/>
              <a:t>HAL_GPIO_WritePin</a:t>
            </a:r>
            <a:r>
              <a:rPr lang="en-US" altLang="zh-CN" sz="1400" b="1" dirty="0"/>
              <a:t>(led1_port, led1_pin,GPIO_PIN_RESET);</a:t>
            </a:r>
            <a:endParaRPr lang="zh-CN" altLang="zh-CN" sz="1400" b="1" dirty="0"/>
          </a:p>
          <a:p>
            <a:r>
              <a:rPr lang="en-US" altLang="zh-CN" sz="1400" b="1" dirty="0"/>
              <a:t>         break;</a:t>
            </a:r>
            <a:endParaRPr lang="zh-CN" altLang="zh-CN" sz="1400" b="1" dirty="0"/>
          </a:p>
          <a:p>
            <a:r>
              <a:rPr lang="en-US" altLang="zh-CN" sz="1400" b="1" dirty="0"/>
              <a:t>         case 2:</a:t>
            </a:r>
            <a:endParaRPr lang="zh-CN" altLang="zh-CN" sz="1400" b="1" dirty="0"/>
          </a:p>
          <a:p>
            <a:r>
              <a:rPr lang="en-US" altLang="zh-CN" sz="1400" b="1" dirty="0"/>
              <a:t>         </a:t>
            </a:r>
            <a:r>
              <a:rPr lang="en-US" altLang="zh-CN" sz="1400" b="1" dirty="0" err="1"/>
              <a:t>HAL_GPIO_WritePin</a:t>
            </a:r>
            <a:r>
              <a:rPr lang="en-US" altLang="zh-CN" sz="1400" b="1" dirty="0"/>
              <a:t>(led2_port, led2_pin,GPIO_PIN_RESET);</a:t>
            </a:r>
            <a:endParaRPr lang="zh-CN" altLang="zh-CN" sz="1400" b="1" dirty="0"/>
          </a:p>
          <a:p>
            <a:r>
              <a:rPr lang="en-US" altLang="zh-CN" sz="1400" b="1" dirty="0"/>
              <a:t>         break;</a:t>
            </a:r>
            <a:endParaRPr lang="zh-CN" altLang="zh-CN" sz="1400" b="1" dirty="0"/>
          </a:p>
          <a:p>
            <a:r>
              <a:rPr lang="en-US" altLang="zh-CN" sz="1400" b="1" dirty="0"/>
              <a:t>         default:</a:t>
            </a:r>
            <a:endParaRPr lang="zh-CN" altLang="zh-CN" sz="1400" b="1" dirty="0"/>
          </a:p>
          <a:p>
            <a:r>
              <a:rPr lang="en-US" altLang="zh-CN" sz="1400" b="1" dirty="0"/>
              <a:t>          break;</a:t>
            </a:r>
            <a:endParaRPr lang="zh-CN" altLang="zh-CN" sz="1400" b="1" dirty="0"/>
          </a:p>
          <a:p>
            <a:r>
              <a:rPr lang="en-US" altLang="zh-CN" sz="1400" b="1" dirty="0"/>
              <a:t>      }</a:t>
            </a:r>
            <a:endParaRPr lang="zh-CN" altLang="zh-CN" sz="1400" b="1" dirty="0"/>
          </a:p>
          <a:p>
            <a:r>
              <a:rPr lang="en-US" altLang="zh-CN" sz="1400" b="1" dirty="0"/>
              <a:t>}</a:t>
            </a:r>
            <a:endParaRPr lang="zh-CN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5497" y="339503"/>
            <a:ext cx="40324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5.5 </a:t>
            </a:r>
            <a:r>
              <a:rPr lang="zh-CN" altLang="en-US" sz="2400" b="1" dirty="0">
                <a:solidFill>
                  <a:schemeClr val="bg1"/>
                </a:solidFill>
              </a:rPr>
              <a:t>编程思想之模块化编程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5763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2743" y="339502"/>
            <a:ext cx="41892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5.4.3  </a:t>
            </a:r>
            <a:r>
              <a:rPr lang="en-US" altLang="zh-CN" sz="2400" b="1" dirty="0" err="1">
                <a:solidFill>
                  <a:schemeClr val="bg1"/>
                </a:solidFill>
              </a:rPr>
              <a:t>HALv</a:t>
            </a:r>
            <a:r>
              <a:rPr lang="zh-CN" altLang="en-US" sz="2400" b="1" dirty="0">
                <a:solidFill>
                  <a:schemeClr val="bg1"/>
                </a:solidFill>
              </a:rPr>
              <a:t>库函数拓展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086735" y="399040"/>
            <a:ext cx="48447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拓展</a:t>
            </a:r>
            <a:r>
              <a:rPr lang="en-US" altLang="zh-CN" sz="2000" b="1" dirty="0">
                <a:solidFill>
                  <a:srgbClr val="D38583"/>
                </a:solidFill>
                <a:ea typeface="隶书" pitchFamily="49" charset="-122"/>
              </a:rPr>
              <a:t>2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：模块化编程</a:t>
            </a:r>
            <a:r>
              <a:rPr lang="en-US" altLang="zh-CN" sz="2000" b="1" dirty="0">
                <a:solidFill>
                  <a:srgbClr val="D38583"/>
                </a:solidFill>
                <a:ea typeface="隶书" pitchFamily="49" charset="-122"/>
              </a:rPr>
              <a:t>——BSP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板级驱动函数设计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076056" y="1199389"/>
            <a:ext cx="3618148" cy="3554819"/>
          </a:xfrm>
          <a:prstGeom prst="rect">
            <a:avLst/>
          </a:prstGeom>
          <a:ln w="127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/>
              <a:t>     </a:t>
            </a:r>
            <a:r>
              <a:rPr lang="en-US" altLang="zh-CN" b="1" dirty="0"/>
              <a:t>.c</a:t>
            </a:r>
            <a:r>
              <a:rPr lang="zh-CN" altLang="en-US" b="1" dirty="0"/>
              <a:t>源文件是具体业务逻辑实现，即功能函数实现，包含一个或多个具体的功能函数。</a:t>
            </a:r>
            <a:endParaRPr lang="en-US" altLang="zh-CN" b="1" dirty="0"/>
          </a:p>
          <a:p>
            <a:pPr>
              <a:lnSpc>
                <a:spcPct val="125000"/>
              </a:lnSpc>
            </a:pPr>
            <a:r>
              <a:rPr lang="en-US" altLang="zh-CN" dirty="0"/>
              <a:t>       </a:t>
            </a:r>
            <a:r>
              <a:rPr lang="zh-CN" altLang="zh-CN" b="1" dirty="0"/>
              <a:t>在</a:t>
            </a:r>
            <a:r>
              <a:rPr lang="en-GB" altLang="zh-CN" b="1" dirty="0" err="1"/>
              <a:t>led.c</a:t>
            </a:r>
            <a:r>
              <a:rPr lang="zh-CN" altLang="zh-CN" b="1" dirty="0"/>
              <a:t>文件中设计一个</a:t>
            </a:r>
            <a:r>
              <a:rPr lang="en-GB" altLang="zh-CN" b="1" dirty="0" err="1"/>
              <a:t>BSP_LED_On</a:t>
            </a:r>
            <a:r>
              <a:rPr lang="en-GB" altLang="zh-CN" b="1" dirty="0"/>
              <a:t> (uint16_t </a:t>
            </a:r>
            <a:r>
              <a:rPr lang="en-GB" altLang="zh-CN" b="1" dirty="0" err="1"/>
              <a:t>led_unmber</a:t>
            </a:r>
            <a:r>
              <a:rPr lang="en-GB" altLang="zh-CN" b="1" dirty="0"/>
              <a:t>)</a:t>
            </a:r>
            <a:r>
              <a:rPr lang="zh-CN" altLang="zh-CN" b="1" dirty="0"/>
              <a:t>和</a:t>
            </a:r>
            <a:r>
              <a:rPr lang="en-GB" altLang="zh-CN" b="1" dirty="0"/>
              <a:t>void </a:t>
            </a:r>
            <a:r>
              <a:rPr lang="en-GB" altLang="zh-CN" b="1" dirty="0" err="1"/>
              <a:t>BSP_LED_Off</a:t>
            </a:r>
            <a:r>
              <a:rPr lang="en-GB" altLang="zh-CN" b="1" dirty="0"/>
              <a:t> (uint16_t </a:t>
            </a:r>
            <a:r>
              <a:rPr lang="en-GB" altLang="zh-CN" b="1" dirty="0" err="1"/>
              <a:t>led_unmber</a:t>
            </a:r>
            <a:r>
              <a:rPr lang="en-GB" altLang="zh-CN" b="1" dirty="0"/>
              <a:t>)</a:t>
            </a:r>
            <a:r>
              <a:rPr lang="zh-CN" altLang="zh-CN" b="1" dirty="0"/>
              <a:t>函数，其中形参</a:t>
            </a:r>
            <a:r>
              <a:rPr lang="en-GB" altLang="zh-CN" b="1" dirty="0" err="1"/>
              <a:t>led_unmber</a:t>
            </a:r>
            <a:r>
              <a:rPr lang="zh-CN" altLang="zh-CN" b="1" dirty="0"/>
              <a:t>为目标板上具体对应某个设备指示灯灯编号，取值为</a:t>
            </a:r>
            <a:r>
              <a:rPr lang="en-GB" altLang="zh-CN" b="1" dirty="0"/>
              <a:t>0</a:t>
            </a:r>
            <a:r>
              <a:rPr lang="zh-CN" altLang="zh-CN" b="1" dirty="0"/>
              <a:t>、</a:t>
            </a:r>
            <a:r>
              <a:rPr lang="en-GB" altLang="zh-CN" b="1" dirty="0"/>
              <a:t>1</a:t>
            </a:r>
            <a:r>
              <a:rPr lang="zh-CN" altLang="zh-CN" b="1" dirty="0"/>
              <a:t>或</a:t>
            </a:r>
            <a:r>
              <a:rPr lang="en-GB" altLang="zh-CN" b="1" dirty="0"/>
              <a:t>2</a:t>
            </a:r>
            <a:r>
              <a:rPr lang="zh-CN" altLang="zh-CN" b="1" dirty="0"/>
              <a:t>。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223577" y="1099362"/>
            <a:ext cx="4736405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/>
              <a:t>//</a:t>
            </a:r>
            <a:r>
              <a:rPr lang="zh-CN" altLang="zh-CN" sz="1400" b="1" dirty="0"/>
              <a:t>指示灯灭函数，</a:t>
            </a:r>
            <a:r>
              <a:rPr lang="en-US" altLang="zh-CN" sz="1400" b="1" dirty="0"/>
              <a:t>GPIO</a:t>
            </a:r>
            <a:r>
              <a:rPr lang="zh-CN" altLang="zh-CN" sz="1400" b="1" dirty="0"/>
              <a:t>引脚为高电平时有效</a:t>
            </a:r>
          </a:p>
          <a:p>
            <a:r>
              <a:rPr lang="en-US" altLang="zh-CN" sz="1400" b="1" dirty="0"/>
              <a:t>void </a:t>
            </a:r>
            <a:r>
              <a:rPr lang="en-US" altLang="zh-CN" sz="1400" b="1" dirty="0" err="1"/>
              <a:t>BSP_LED_Off</a:t>
            </a:r>
            <a:r>
              <a:rPr lang="en-US" altLang="zh-CN" sz="1400" b="1" dirty="0"/>
              <a:t> (uint16_t </a:t>
            </a:r>
            <a:r>
              <a:rPr lang="en-US" altLang="zh-CN" sz="1400" b="1" dirty="0" err="1"/>
              <a:t>led_unmber</a:t>
            </a:r>
            <a:r>
              <a:rPr lang="en-US" altLang="zh-CN" sz="1400" b="1" dirty="0"/>
              <a:t>)</a:t>
            </a:r>
            <a:endParaRPr lang="zh-CN" altLang="zh-CN" sz="1400" b="1" dirty="0"/>
          </a:p>
          <a:p>
            <a:r>
              <a:rPr lang="en-US" altLang="zh-CN" sz="1400" b="1" dirty="0"/>
              <a:t>{</a:t>
            </a:r>
            <a:endParaRPr lang="zh-CN" altLang="zh-CN" sz="1400" b="1" dirty="0"/>
          </a:p>
          <a:p>
            <a:r>
              <a:rPr lang="en-US" altLang="zh-CN" sz="1400" b="1" dirty="0"/>
              <a:t>     switch(</a:t>
            </a:r>
            <a:r>
              <a:rPr lang="en-US" altLang="zh-CN" sz="1400" b="1" dirty="0" err="1"/>
              <a:t>led_unmber</a:t>
            </a:r>
            <a:r>
              <a:rPr lang="en-US" altLang="zh-CN" sz="1400" b="1" dirty="0"/>
              <a:t>)</a:t>
            </a:r>
            <a:endParaRPr lang="zh-CN" altLang="zh-CN" sz="1400" b="1" dirty="0"/>
          </a:p>
          <a:p>
            <a:r>
              <a:rPr lang="en-US" altLang="zh-CN" sz="1400" b="1" dirty="0"/>
              <a:t>     { case 0:</a:t>
            </a:r>
            <a:endParaRPr lang="zh-CN" altLang="zh-CN" sz="1400" b="1" dirty="0"/>
          </a:p>
          <a:p>
            <a:r>
              <a:rPr lang="en-US" altLang="zh-CN" sz="1400" b="1" dirty="0"/>
              <a:t>        </a:t>
            </a:r>
            <a:r>
              <a:rPr lang="en-US" altLang="zh-CN" sz="1400" b="1" dirty="0" err="1"/>
              <a:t>HAL_GPIO_WritePin</a:t>
            </a:r>
            <a:r>
              <a:rPr lang="en-US" altLang="zh-CN" sz="1400" b="1" dirty="0"/>
              <a:t>(led0_port, led0_pin,GPIO_PIN_SET);</a:t>
            </a:r>
            <a:endParaRPr lang="zh-CN" altLang="zh-CN" sz="1400" b="1" dirty="0"/>
          </a:p>
          <a:p>
            <a:r>
              <a:rPr lang="en-US" altLang="zh-CN" sz="1400" b="1" dirty="0"/>
              <a:t>        break;</a:t>
            </a:r>
            <a:endParaRPr lang="zh-CN" altLang="zh-CN" sz="1400" b="1" dirty="0"/>
          </a:p>
          <a:p>
            <a:r>
              <a:rPr lang="en-US" altLang="zh-CN" sz="1400" b="1" dirty="0"/>
              <a:t>        case 1:</a:t>
            </a:r>
            <a:endParaRPr lang="zh-CN" altLang="zh-CN" sz="1400" b="1" dirty="0"/>
          </a:p>
          <a:p>
            <a:r>
              <a:rPr lang="en-US" altLang="zh-CN" sz="1400" b="1" dirty="0"/>
              <a:t>        </a:t>
            </a:r>
            <a:r>
              <a:rPr lang="en-US" altLang="zh-CN" sz="1400" b="1" dirty="0" err="1"/>
              <a:t>HAL_GPIO_WritePin</a:t>
            </a:r>
            <a:r>
              <a:rPr lang="en-US" altLang="zh-CN" sz="1400" b="1" dirty="0"/>
              <a:t>(led1_port, led1_pin,GPIO_PIN_SET);</a:t>
            </a:r>
            <a:endParaRPr lang="zh-CN" altLang="zh-CN" sz="1400" b="1" dirty="0"/>
          </a:p>
          <a:p>
            <a:r>
              <a:rPr lang="en-US" altLang="zh-CN" sz="1400" b="1" dirty="0"/>
              <a:t>        break;</a:t>
            </a:r>
            <a:endParaRPr lang="zh-CN" altLang="zh-CN" sz="1400" b="1" dirty="0"/>
          </a:p>
          <a:p>
            <a:r>
              <a:rPr lang="en-US" altLang="zh-CN" sz="1400" b="1" dirty="0"/>
              <a:t>        case 2:</a:t>
            </a:r>
            <a:endParaRPr lang="zh-CN" altLang="zh-CN" sz="1400" b="1" dirty="0"/>
          </a:p>
          <a:p>
            <a:r>
              <a:rPr lang="en-US" altLang="zh-CN" sz="1400" b="1" dirty="0"/>
              <a:t>        </a:t>
            </a:r>
            <a:r>
              <a:rPr lang="en-US" altLang="zh-CN" sz="1400" b="1" dirty="0" err="1"/>
              <a:t>HAL_GPIO_WritePin</a:t>
            </a:r>
            <a:r>
              <a:rPr lang="en-US" altLang="zh-CN" sz="1400" b="1" dirty="0"/>
              <a:t>(led2_port, led2_pin,GPIO_PIN_SET);</a:t>
            </a:r>
            <a:endParaRPr lang="zh-CN" altLang="zh-CN" sz="1400" b="1" dirty="0"/>
          </a:p>
          <a:p>
            <a:r>
              <a:rPr lang="en-US" altLang="zh-CN" sz="1400" b="1" dirty="0"/>
              <a:t>        break;</a:t>
            </a:r>
            <a:endParaRPr lang="zh-CN" altLang="zh-CN" sz="1400" b="1" dirty="0"/>
          </a:p>
          <a:p>
            <a:r>
              <a:rPr lang="en-US" altLang="zh-CN" sz="1400" b="1" dirty="0"/>
              <a:t>        default:</a:t>
            </a:r>
            <a:endParaRPr lang="zh-CN" altLang="zh-CN" sz="1400" b="1" dirty="0"/>
          </a:p>
          <a:p>
            <a:r>
              <a:rPr lang="en-US" altLang="zh-CN" sz="1400" b="1" dirty="0"/>
              <a:t>        break;</a:t>
            </a:r>
            <a:endParaRPr lang="zh-CN" altLang="zh-CN" sz="1400" b="1" dirty="0"/>
          </a:p>
          <a:p>
            <a:r>
              <a:rPr lang="en-US" altLang="zh-CN" sz="1400" b="1" dirty="0"/>
              <a:t>       }</a:t>
            </a:r>
            <a:endParaRPr lang="zh-CN" altLang="zh-CN" sz="1400" b="1" dirty="0"/>
          </a:p>
          <a:p>
            <a:r>
              <a:rPr lang="en-US" altLang="zh-CN" sz="1400" b="1" dirty="0"/>
              <a:t>}</a:t>
            </a:r>
            <a:endParaRPr lang="zh-CN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5497" y="339503"/>
            <a:ext cx="40324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5.5 </a:t>
            </a:r>
            <a:r>
              <a:rPr lang="zh-CN" altLang="en-US" sz="2400" b="1" dirty="0">
                <a:solidFill>
                  <a:schemeClr val="bg1"/>
                </a:solidFill>
              </a:rPr>
              <a:t>编程思想之模块化编程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8334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161967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5688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本章小结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3600481"/>
              </p:ext>
            </p:extLst>
          </p:nvPr>
        </p:nvGraphicFramePr>
        <p:xfrm>
          <a:off x="395536" y="1059582"/>
          <a:ext cx="8496944" cy="2843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88883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15816" y="123478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80320" y="1923678"/>
            <a:ext cx="5148064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T</a:t>
            </a:r>
            <a:r>
              <a:rPr lang="en-GB" altLang="zh-CN" sz="6000" b="1" dirty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he     End!</a:t>
            </a:r>
            <a:endParaRPr lang="zh-CN" altLang="zh-CN" sz="60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新月形 5"/>
          <p:cNvSpPr/>
          <p:nvPr/>
        </p:nvSpPr>
        <p:spPr>
          <a:xfrm rot="5400000">
            <a:off x="3908409" y="1003093"/>
            <a:ext cx="576063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新月形 11"/>
          <p:cNvSpPr/>
          <p:nvPr/>
        </p:nvSpPr>
        <p:spPr>
          <a:xfrm rot="16200000">
            <a:off x="6081017" y="1669836"/>
            <a:ext cx="613404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十字箭头标注 14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/>
              <a:t>STM32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247507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>
          <a:defRPr sz="1600" b="1" dirty="0" smtClean="0"/>
        </a:defPPr>
      </a:lstStyle>
      <a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</TotalTime>
  <Words>7981</Words>
  <Application>Microsoft Office PowerPoint</Application>
  <PresentationFormat>全屏显示(16:9)</PresentationFormat>
  <Paragraphs>913</Paragraphs>
  <Slides>76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87" baseType="lpstr">
      <vt:lpstr>黑体</vt:lpstr>
      <vt:lpstr>华文楷体</vt:lpstr>
      <vt:lpstr>华文隶书</vt:lpstr>
      <vt:lpstr>隶书</vt:lpstr>
      <vt:lpstr>微软雅黑</vt:lpstr>
      <vt:lpstr>Arial</vt:lpstr>
      <vt:lpstr>Calibri</vt:lpstr>
      <vt:lpstr>Times New Roman</vt:lpstr>
      <vt:lpstr>Wingdings</vt:lpstr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马锋</dc:creator>
  <cp:lastModifiedBy>辰星 赵</cp:lastModifiedBy>
  <cp:revision>191</cp:revision>
  <dcterms:created xsi:type="dcterms:W3CDTF">2019-08-08T08:45:05Z</dcterms:created>
  <dcterms:modified xsi:type="dcterms:W3CDTF">2024-12-25T16:19:48Z</dcterms:modified>
</cp:coreProperties>
</file>