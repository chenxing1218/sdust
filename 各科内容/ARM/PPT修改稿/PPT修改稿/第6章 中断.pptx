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notesSlides/notesSlide4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notesSlides/notesSlide5.xml" ContentType="application/vnd.openxmlformats-officedocument.presentationml.notesSlide+xml"/>
  <Override PartName="/ppt/ink/ink27.xml" ContentType="application/inkml+xml"/>
  <Override PartName="/ppt/notesSlides/notesSlide6.xml" ContentType="application/vnd.openxmlformats-officedocument.presentationml.notesSlide+xml"/>
  <Override PartName="/ppt/ink/ink28.xml" ContentType="application/inkml+xml"/>
  <Override PartName="/ppt/notesSlides/notesSlide7.xml" ContentType="application/vnd.openxmlformats-officedocument.presentationml.notesSlide+xml"/>
  <Override PartName="/ppt/ink/ink29.xml" ContentType="application/inkml+xml"/>
  <Override PartName="/ppt/notesSlides/notesSlide8.xml" ContentType="application/vnd.openxmlformats-officedocument.presentationml.notesSlide+xml"/>
  <Override PartName="/ppt/ink/ink30.xml" ContentType="application/inkml+xml"/>
  <Override PartName="/ppt/notesSlides/notesSlide9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7" r:id="rId2"/>
    <p:sldId id="259" r:id="rId3"/>
    <p:sldId id="300" r:id="rId4"/>
    <p:sldId id="419" r:id="rId5"/>
    <p:sldId id="346" r:id="rId6"/>
    <p:sldId id="420" r:id="rId7"/>
    <p:sldId id="335" r:id="rId8"/>
    <p:sldId id="421" r:id="rId9"/>
    <p:sldId id="422" r:id="rId10"/>
    <p:sldId id="424" r:id="rId11"/>
    <p:sldId id="423" r:id="rId12"/>
    <p:sldId id="425" r:id="rId13"/>
    <p:sldId id="427" r:id="rId14"/>
    <p:sldId id="426" r:id="rId15"/>
    <p:sldId id="428" r:id="rId16"/>
    <p:sldId id="429" r:id="rId17"/>
    <p:sldId id="430" r:id="rId18"/>
    <p:sldId id="431" r:id="rId19"/>
    <p:sldId id="432" r:id="rId20"/>
    <p:sldId id="337" r:id="rId21"/>
    <p:sldId id="433" r:id="rId22"/>
    <p:sldId id="435" r:id="rId23"/>
    <p:sldId id="434" r:id="rId24"/>
    <p:sldId id="436" r:id="rId25"/>
    <p:sldId id="344" r:id="rId26"/>
    <p:sldId id="262" r:id="rId27"/>
    <p:sldId id="437" r:id="rId28"/>
    <p:sldId id="438" r:id="rId29"/>
    <p:sldId id="439" r:id="rId30"/>
    <p:sldId id="440" r:id="rId31"/>
    <p:sldId id="441" r:id="rId32"/>
    <p:sldId id="442" r:id="rId33"/>
    <p:sldId id="345" r:id="rId34"/>
    <p:sldId id="443" r:id="rId35"/>
    <p:sldId id="444" r:id="rId36"/>
    <p:sldId id="445" r:id="rId37"/>
    <p:sldId id="446" r:id="rId38"/>
    <p:sldId id="449" r:id="rId39"/>
    <p:sldId id="448" r:id="rId40"/>
    <p:sldId id="447" r:id="rId41"/>
    <p:sldId id="450" r:id="rId42"/>
    <p:sldId id="350" r:id="rId43"/>
    <p:sldId id="264" r:id="rId44"/>
    <p:sldId id="351" r:id="rId45"/>
    <p:sldId id="451" r:id="rId46"/>
    <p:sldId id="452" r:id="rId47"/>
    <p:sldId id="453" r:id="rId48"/>
    <p:sldId id="455" r:id="rId49"/>
    <p:sldId id="456" r:id="rId50"/>
    <p:sldId id="457" r:id="rId51"/>
    <p:sldId id="454" r:id="rId52"/>
    <p:sldId id="458" r:id="rId53"/>
    <p:sldId id="459" r:id="rId54"/>
    <p:sldId id="460" r:id="rId55"/>
    <p:sldId id="461" r:id="rId56"/>
    <p:sldId id="462" r:id="rId57"/>
    <p:sldId id="463" r:id="rId58"/>
    <p:sldId id="464" r:id="rId59"/>
    <p:sldId id="308" r:id="rId60"/>
    <p:sldId id="310" r:id="rId6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5DAB"/>
    <a:srgbClr val="33CCCC"/>
    <a:srgbClr val="4AABC6"/>
    <a:srgbClr val="FFFFFF"/>
    <a:srgbClr val="C86866"/>
    <a:srgbClr val="C15653"/>
    <a:srgbClr val="D38583"/>
    <a:srgbClr val="3EA6C2"/>
    <a:srgbClr val="33CCFF"/>
    <a:srgbClr val="44A9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17" autoAdjust="0"/>
    <p:restoredTop sz="94804" autoAdjust="0"/>
  </p:normalViewPr>
  <p:slideViewPr>
    <p:cSldViewPr>
      <p:cViewPr>
        <p:scale>
          <a:sx n="100" d="100"/>
          <a:sy n="100" d="100"/>
        </p:scale>
        <p:origin x="586" y="17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457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7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AD4F95-1E99-437B-A3DC-EDDED481F08F}" type="doc">
      <dgm:prSet loTypeId="urn:microsoft.com/office/officeart/2005/8/layout/orgChart1" loCatId="hierarchy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58A2AA0E-4A08-4A26-A8B2-CBE8D80D70CD}">
      <dgm:prSet custT="1"/>
      <dgm:spPr/>
      <dgm:t>
        <a:bodyPr/>
        <a:lstStyle/>
        <a:p>
          <a:pPr rtl="0"/>
          <a:r>
            <a:rPr lang="en-US" sz="1800" b="1" dirty="0"/>
            <a:t>19</a:t>
          </a:r>
          <a:r>
            <a:rPr lang="zh-CN" sz="1800" b="1" dirty="0"/>
            <a:t>条外部中断线</a:t>
          </a:r>
        </a:p>
      </dgm:t>
    </dgm:pt>
    <dgm:pt modelId="{0A2E4076-12FA-4482-997D-E6595CB81A6B}" type="parTrans" cxnId="{8AC9809F-2817-4BA3-8538-26A6E769A932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39D9C223-A479-40D5-AFF8-0AFAD9BDD8CB}" type="sibTrans" cxnId="{8AC9809F-2817-4BA3-8538-26A6E769A932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97849B20-2DB4-4A74-8BFA-9A7F1E45EF36}">
      <dgm:prSet custT="1"/>
      <dgm:spPr/>
      <dgm:t>
        <a:bodyPr/>
        <a:lstStyle/>
        <a:p>
          <a:pPr rtl="0"/>
          <a:r>
            <a:rPr lang="zh-CN" sz="1800" b="1"/>
            <a:t>线</a:t>
          </a:r>
          <a:r>
            <a:rPr lang="en-US" sz="1800" b="1"/>
            <a:t>0~15</a:t>
          </a:r>
          <a:endParaRPr lang="zh-CN" sz="1800" b="1" dirty="0"/>
        </a:p>
      </dgm:t>
    </dgm:pt>
    <dgm:pt modelId="{CE8FAB1E-9C8B-49D4-853D-3AA6AB51BF5A}" type="parTrans" cxnId="{C4CD5870-98C4-4EE2-B584-ED3C9797709F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0AC05126-25B4-4E62-95C8-BC5164707A30}" type="sibTrans" cxnId="{C4CD5870-98C4-4EE2-B584-ED3C9797709F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63ADAD97-4A82-4FDD-949C-FBB703903F2E}">
      <dgm:prSet custT="1"/>
      <dgm:spPr/>
      <dgm:t>
        <a:bodyPr/>
        <a:lstStyle/>
        <a:p>
          <a:pPr rtl="0"/>
          <a:r>
            <a:rPr lang="zh-CN" sz="1800" b="1" dirty="0">
              <a:solidFill>
                <a:schemeClr val="tx1"/>
              </a:solidFill>
            </a:rPr>
            <a:t>对应</a:t>
          </a:r>
          <a:r>
            <a:rPr lang="en-US" sz="1800" b="1" dirty="0">
              <a:solidFill>
                <a:schemeClr val="tx1"/>
              </a:solidFill>
            </a:rPr>
            <a:t>I/O</a:t>
          </a:r>
          <a:r>
            <a:rPr lang="zh-CN" sz="1800" b="1" dirty="0">
              <a:solidFill>
                <a:schemeClr val="tx1"/>
              </a:solidFill>
            </a:rPr>
            <a:t>引脚的外部中断；</a:t>
          </a:r>
        </a:p>
      </dgm:t>
    </dgm:pt>
    <dgm:pt modelId="{510BB09B-07E6-4608-89A2-26DB7949CC94}" type="parTrans" cxnId="{97C743FB-6B8C-404F-922B-A355D4BEE6C3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3134AE19-448E-42F0-B395-BD2512002D4B}" type="sibTrans" cxnId="{97C743FB-6B8C-404F-922B-A355D4BEE6C3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7985F242-3F91-4DDE-8FC4-C607A025ACB6}">
      <dgm:prSet custT="1"/>
      <dgm:spPr/>
      <dgm:t>
        <a:bodyPr/>
        <a:lstStyle/>
        <a:p>
          <a:pPr rtl="0"/>
          <a:r>
            <a:rPr lang="zh-CN" sz="1800" b="1"/>
            <a:t>线</a:t>
          </a:r>
          <a:r>
            <a:rPr lang="en-US" sz="1800" b="1"/>
            <a:t>16</a:t>
          </a:r>
          <a:endParaRPr lang="zh-CN" sz="1800" b="1" dirty="0"/>
        </a:p>
      </dgm:t>
    </dgm:pt>
    <dgm:pt modelId="{DC6FC1E2-2A73-4BF0-900B-E4795C04EA5F}" type="parTrans" cxnId="{2B2B0B95-7F8E-4E5C-A660-E2F371471489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485CA2BE-4FAA-4F4F-861B-0E8909E2762F}" type="sibTrans" cxnId="{2B2B0B95-7F8E-4E5C-A660-E2F371471489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98BCBE82-1326-4A98-9B30-00B4CBAF5B66}">
      <dgm:prSet custT="1"/>
      <dgm:spPr/>
      <dgm:t>
        <a:bodyPr/>
        <a:lstStyle/>
        <a:p>
          <a:pPr rtl="0"/>
          <a:r>
            <a:rPr lang="zh-CN" sz="1800" b="1">
              <a:solidFill>
                <a:schemeClr val="tx1"/>
              </a:solidFill>
            </a:rPr>
            <a:t>连接到</a:t>
          </a:r>
          <a:r>
            <a:rPr lang="en-US" sz="1800" b="1">
              <a:solidFill>
                <a:schemeClr val="tx1"/>
              </a:solidFill>
            </a:rPr>
            <a:t>PVD</a:t>
          </a:r>
          <a:r>
            <a:rPr lang="zh-CN" sz="1800" b="1">
              <a:solidFill>
                <a:schemeClr val="tx1"/>
              </a:solidFill>
            </a:rPr>
            <a:t>输出</a:t>
          </a:r>
          <a:endParaRPr lang="zh-CN" sz="1800" b="1" dirty="0">
            <a:solidFill>
              <a:schemeClr val="tx1"/>
            </a:solidFill>
          </a:endParaRPr>
        </a:p>
      </dgm:t>
    </dgm:pt>
    <dgm:pt modelId="{AF3EEDA4-6344-4288-B5FC-E1205525BF95}" type="parTrans" cxnId="{067A200A-162B-4372-8F5F-2B2AA53034FE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B95BBD53-F216-4BFD-A538-419A0282359E}" type="sibTrans" cxnId="{067A200A-162B-4372-8F5F-2B2AA53034FE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FEEDABE5-10A6-402E-BC25-122C3B995B67}">
      <dgm:prSet custT="1"/>
      <dgm:spPr/>
      <dgm:t>
        <a:bodyPr/>
        <a:lstStyle/>
        <a:p>
          <a:pPr rtl="0"/>
          <a:r>
            <a:rPr lang="zh-CN" sz="1800" b="1"/>
            <a:t>线</a:t>
          </a:r>
          <a:r>
            <a:rPr lang="en-US" sz="1800" b="1"/>
            <a:t>17</a:t>
          </a:r>
          <a:endParaRPr lang="zh-CN" sz="1800" b="1" dirty="0"/>
        </a:p>
      </dgm:t>
    </dgm:pt>
    <dgm:pt modelId="{3881DFE1-884A-4A2A-9C28-7F69C1325B3C}" type="parTrans" cxnId="{99E45685-2866-4618-89D1-DA5C83D75752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268BC60B-A2E6-4282-90E2-8EC6F13E3168}" type="sibTrans" cxnId="{99E45685-2866-4618-89D1-DA5C83D75752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2649EEC2-303B-4B6F-A711-1A384E827093}">
      <dgm:prSet custT="1"/>
      <dgm:spPr/>
      <dgm:t>
        <a:bodyPr/>
        <a:lstStyle/>
        <a:p>
          <a:pPr rtl="0"/>
          <a:r>
            <a:rPr lang="zh-CN" sz="1800" b="1">
              <a:solidFill>
                <a:schemeClr val="tx1"/>
              </a:solidFill>
            </a:rPr>
            <a:t>连接到</a:t>
          </a:r>
          <a:r>
            <a:rPr lang="en-US" sz="1800" b="1">
              <a:solidFill>
                <a:schemeClr val="tx1"/>
              </a:solidFill>
            </a:rPr>
            <a:t>RTC</a:t>
          </a:r>
          <a:r>
            <a:rPr lang="zh-CN" sz="1800" b="1">
              <a:solidFill>
                <a:schemeClr val="tx1"/>
              </a:solidFill>
            </a:rPr>
            <a:t>闹钟事件</a:t>
          </a:r>
          <a:endParaRPr lang="zh-CN" sz="1800" b="1" dirty="0">
            <a:solidFill>
              <a:schemeClr val="tx1"/>
            </a:solidFill>
          </a:endParaRPr>
        </a:p>
      </dgm:t>
    </dgm:pt>
    <dgm:pt modelId="{468B13C1-965D-4C9B-8E04-49257EEAFDCE}" type="parTrans" cxnId="{BBAA834F-1667-4DAE-A665-2F38506B090E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4437E49F-7BDD-48D3-81A6-BB9364BCA3F9}" type="sibTrans" cxnId="{BBAA834F-1667-4DAE-A665-2F38506B090E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293B6578-87D4-45DE-908A-6A81DCB41241}">
      <dgm:prSet custT="1"/>
      <dgm:spPr/>
      <dgm:t>
        <a:bodyPr/>
        <a:lstStyle/>
        <a:p>
          <a:pPr rtl="0"/>
          <a:r>
            <a:rPr lang="zh-CN" sz="1800" b="1"/>
            <a:t>线</a:t>
          </a:r>
          <a:r>
            <a:rPr lang="en-US" sz="1800" b="1"/>
            <a:t>18</a:t>
          </a:r>
          <a:endParaRPr lang="zh-CN" sz="1800" b="1" dirty="0"/>
        </a:p>
      </dgm:t>
    </dgm:pt>
    <dgm:pt modelId="{A4ACE397-059D-4144-8F77-403D6529A84A}" type="parTrans" cxnId="{5CB85EDC-2BCB-472E-8999-C2498941977F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FEAC17B0-F718-4CC7-8E52-3CC8E075ABF0}" type="sibTrans" cxnId="{5CB85EDC-2BCB-472E-8999-C2498941977F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8E7ECE04-7E90-4393-9C99-C845804A85C4}">
      <dgm:prSet custT="1"/>
      <dgm:spPr/>
      <dgm:t>
        <a:bodyPr/>
        <a:lstStyle/>
        <a:p>
          <a:pPr rtl="0"/>
          <a:r>
            <a:rPr lang="zh-CN" sz="1800" b="1">
              <a:solidFill>
                <a:schemeClr val="tx1"/>
              </a:solidFill>
            </a:rPr>
            <a:t>连接到</a:t>
          </a:r>
          <a:r>
            <a:rPr lang="en-US" sz="1800" b="1">
              <a:solidFill>
                <a:schemeClr val="tx1"/>
              </a:solidFill>
            </a:rPr>
            <a:t>USB</a:t>
          </a:r>
          <a:r>
            <a:rPr lang="zh-CN" sz="1800" b="1">
              <a:solidFill>
                <a:schemeClr val="tx1"/>
              </a:solidFill>
            </a:rPr>
            <a:t>唤醒事件</a:t>
          </a:r>
          <a:endParaRPr lang="zh-CN" sz="1800" b="1" dirty="0">
            <a:solidFill>
              <a:schemeClr val="tx1"/>
            </a:solidFill>
          </a:endParaRPr>
        </a:p>
      </dgm:t>
    </dgm:pt>
    <dgm:pt modelId="{468936BF-CA90-46EB-AC14-C8BA148A6009}" type="parTrans" cxnId="{74076025-3CC5-41BD-B715-E3A41250E6BD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E68B7C5D-F109-488C-A0A5-1E68139F4E3C}" type="sibTrans" cxnId="{74076025-3CC5-41BD-B715-E3A41250E6BD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CD8C3609-8700-41E3-BFCA-0E0A51A52642}" type="pres">
      <dgm:prSet presAssocID="{CEAD4F95-1E99-437B-A3DC-EDDED481F08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B7A86DE-96B5-4683-9E8D-92EE3E16AED5}" type="pres">
      <dgm:prSet presAssocID="{58A2AA0E-4A08-4A26-A8B2-CBE8D80D70CD}" presName="hierRoot1" presStyleCnt="0">
        <dgm:presLayoutVars>
          <dgm:hierBranch val="init"/>
        </dgm:presLayoutVars>
      </dgm:prSet>
      <dgm:spPr/>
    </dgm:pt>
    <dgm:pt modelId="{19C880E1-A2B0-4153-8EEC-3D5D3D49405E}" type="pres">
      <dgm:prSet presAssocID="{58A2AA0E-4A08-4A26-A8B2-CBE8D80D70CD}" presName="rootComposite1" presStyleCnt="0"/>
      <dgm:spPr/>
    </dgm:pt>
    <dgm:pt modelId="{7743FE7A-9472-48CE-88B9-9087331AEB46}" type="pres">
      <dgm:prSet presAssocID="{58A2AA0E-4A08-4A26-A8B2-CBE8D80D70CD}" presName="rootText1" presStyleLbl="node0" presStyleIdx="0" presStyleCnt="1">
        <dgm:presLayoutVars>
          <dgm:chPref val="3"/>
        </dgm:presLayoutVars>
      </dgm:prSet>
      <dgm:spPr/>
    </dgm:pt>
    <dgm:pt modelId="{58C1A81D-9994-4E50-87BA-1D0753A459E8}" type="pres">
      <dgm:prSet presAssocID="{58A2AA0E-4A08-4A26-A8B2-CBE8D80D70CD}" presName="rootConnector1" presStyleLbl="node1" presStyleIdx="0" presStyleCnt="0"/>
      <dgm:spPr/>
    </dgm:pt>
    <dgm:pt modelId="{92A7E46A-9DB2-4311-A0FC-7D1FF51D49EB}" type="pres">
      <dgm:prSet presAssocID="{58A2AA0E-4A08-4A26-A8B2-CBE8D80D70CD}" presName="hierChild2" presStyleCnt="0"/>
      <dgm:spPr/>
    </dgm:pt>
    <dgm:pt modelId="{46B8E54B-E406-4916-B93F-A3659C2C5CF1}" type="pres">
      <dgm:prSet presAssocID="{CE8FAB1E-9C8B-49D4-853D-3AA6AB51BF5A}" presName="Name37" presStyleLbl="parChTrans1D2" presStyleIdx="0" presStyleCnt="4"/>
      <dgm:spPr/>
    </dgm:pt>
    <dgm:pt modelId="{DCB4B7CF-52AC-4050-B7A1-C4BB71B9991D}" type="pres">
      <dgm:prSet presAssocID="{97849B20-2DB4-4A74-8BFA-9A7F1E45EF36}" presName="hierRoot2" presStyleCnt="0">
        <dgm:presLayoutVars>
          <dgm:hierBranch val="init"/>
        </dgm:presLayoutVars>
      </dgm:prSet>
      <dgm:spPr/>
    </dgm:pt>
    <dgm:pt modelId="{2AB56CD4-6EC5-4893-9BDE-44EF0FBE1307}" type="pres">
      <dgm:prSet presAssocID="{97849B20-2DB4-4A74-8BFA-9A7F1E45EF36}" presName="rootComposite" presStyleCnt="0"/>
      <dgm:spPr/>
    </dgm:pt>
    <dgm:pt modelId="{4F2CAB8E-49E2-408C-84B4-B195C7BAEBFE}" type="pres">
      <dgm:prSet presAssocID="{97849B20-2DB4-4A74-8BFA-9A7F1E45EF36}" presName="rootText" presStyleLbl="node2" presStyleIdx="0" presStyleCnt="4">
        <dgm:presLayoutVars>
          <dgm:chPref val="3"/>
        </dgm:presLayoutVars>
      </dgm:prSet>
      <dgm:spPr/>
    </dgm:pt>
    <dgm:pt modelId="{246D5A46-A965-473C-837E-4DEF3C706108}" type="pres">
      <dgm:prSet presAssocID="{97849B20-2DB4-4A74-8BFA-9A7F1E45EF36}" presName="rootConnector" presStyleLbl="node2" presStyleIdx="0" presStyleCnt="4"/>
      <dgm:spPr/>
    </dgm:pt>
    <dgm:pt modelId="{B3336E52-744A-41AC-9B65-7BBFBF28C6B8}" type="pres">
      <dgm:prSet presAssocID="{97849B20-2DB4-4A74-8BFA-9A7F1E45EF36}" presName="hierChild4" presStyleCnt="0"/>
      <dgm:spPr/>
    </dgm:pt>
    <dgm:pt modelId="{F71660A3-BEC9-41B9-8EBD-CD5EFEDE4CE0}" type="pres">
      <dgm:prSet presAssocID="{510BB09B-07E6-4608-89A2-26DB7949CC94}" presName="Name37" presStyleLbl="parChTrans1D3" presStyleIdx="0" presStyleCnt="4"/>
      <dgm:spPr/>
    </dgm:pt>
    <dgm:pt modelId="{F5226D28-162B-4C0A-B81B-2F3044DFC94D}" type="pres">
      <dgm:prSet presAssocID="{63ADAD97-4A82-4FDD-949C-FBB703903F2E}" presName="hierRoot2" presStyleCnt="0">
        <dgm:presLayoutVars>
          <dgm:hierBranch val="init"/>
        </dgm:presLayoutVars>
      </dgm:prSet>
      <dgm:spPr/>
    </dgm:pt>
    <dgm:pt modelId="{DECBCC6B-BBF8-46B5-9D7A-6C1301865D76}" type="pres">
      <dgm:prSet presAssocID="{63ADAD97-4A82-4FDD-949C-FBB703903F2E}" presName="rootComposite" presStyleCnt="0"/>
      <dgm:spPr/>
    </dgm:pt>
    <dgm:pt modelId="{B6502D21-750A-487C-9707-ED75D51353C0}" type="pres">
      <dgm:prSet presAssocID="{63ADAD97-4A82-4FDD-949C-FBB703903F2E}" presName="rootText" presStyleLbl="node3" presStyleIdx="0" presStyleCnt="4">
        <dgm:presLayoutVars>
          <dgm:chPref val="3"/>
        </dgm:presLayoutVars>
      </dgm:prSet>
      <dgm:spPr/>
    </dgm:pt>
    <dgm:pt modelId="{BB643933-7028-485C-B73B-B50A767BADF4}" type="pres">
      <dgm:prSet presAssocID="{63ADAD97-4A82-4FDD-949C-FBB703903F2E}" presName="rootConnector" presStyleLbl="node3" presStyleIdx="0" presStyleCnt="4"/>
      <dgm:spPr/>
    </dgm:pt>
    <dgm:pt modelId="{6ADACF67-E00D-42A4-9A29-870D630A0D1C}" type="pres">
      <dgm:prSet presAssocID="{63ADAD97-4A82-4FDD-949C-FBB703903F2E}" presName="hierChild4" presStyleCnt="0"/>
      <dgm:spPr/>
    </dgm:pt>
    <dgm:pt modelId="{CAC06266-04FB-4A8C-9B0B-C4E48613AC88}" type="pres">
      <dgm:prSet presAssocID="{63ADAD97-4A82-4FDD-949C-FBB703903F2E}" presName="hierChild5" presStyleCnt="0"/>
      <dgm:spPr/>
    </dgm:pt>
    <dgm:pt modelId="{8DE510AE-9FBA-4DF5-AD89-FE2F6832BE05}" type="pres">
      <dgm:prSet presAssocID="{97849B20-2DB4-4A74-8BFA-9A7F1E45EF36}" presName="hierChild5" presStyleCnt="0"/>
      <dgm:spPr/>
    </dgm:pt>
    <dgm:pt modelId="{74DE3214-6944-43EA-841E-5A8EDC924FCD}" type="pres">
      <dgm:prSet presAssocID="{DC6FC1E2-2A73-4BF0-900B-E4795C04EA5F}" presName="Name37" presStyleLbl="parChTrans1D2" presStyleIdx="1" presStyleCnt="4"/>
      <dgm:spPr/>
    </dgm:pt>
    <dgm:pt modelId="{BB7E16A2-D3CD-47F0-B95D-64C18F049FC8}" type="pres">
      <dgm:prSet presAssocID="{7985F242-3F91-4DDE-8FC4-C607A025ACB6}" presName="hierRoot2" presStyleCnt="0">
        <dgm:presLayoutVars>
          <dgm:hierBranch val="init"/>
        </dgm:presLayoutVars>
      </dgm:prSet>
      <dgm:spPr/>
    </dgm:pt>
    <dgm:pt modelId="{7CAE2602-5CD5-48CC-B7DB-628D8EF677DA}" type="pres">
      <dgm:prSet presAssocID="{7985F242-3F91-4DDE-8FC4-C607A025ACB6}" presName="rootComposite" presStyleCnt="0"/>
      <dgm:spPr/>
    </dgm:pt>
    <dgm:pt modelId="{32D3F3DC-EBEF-4576-A62D-E97BA082F290}" type="pres">
      <dgm:prSet presAssocID="{7985F242-3F91-4DDE-8FC4-C607A025ACB6}" presName="rootText" presStyleLbl="node2" presStyleIdx="1" presStyleCnt="4">
        <dgm:presLayoutVars>
          <dgm:chPref val="3"/>
        </dgm:presLayoutVars>
      </dgm:prSet>
      <dgm:spPr/>
    </dgm:pt>
    <dgm:pt modelId="{D86BBA7D-FA04-427D-A9A9-321A59713392}" type="pres">
      <dgm:prSet presAssocID="{7985F242-3F91-4DDE-8FC4-C607A025ACB6}" presName="rootConnector" presStyleLbl="node2" presStyleIdx="1" presStyleCnt="4"/>
      <dgm:spPr/>
    </dgm:pt>
    <dgm:pt modelId="{0F18635B-95B9-423C-870E-9AA20935BC2A}" type="pres">
      <dgm:prSet presAssocID="{7985F242-3F91-4DDE-8FC4-C607A025ACB6}" presName="hierChild4" presStyleCnt="0"/>
      <dgm:spPr/>
    </dgm:pt>
    <dgm:pt modelId="{3B2646E0-96F0-451D-9003-4E992E1C9AF3}" type="pres">
      <dgm:prSet presAssocID="{AF3EEDA4-6344-4288-B5FC-E1205525BF95}" presName="Name37" presStyleLbl="parChTrans1D3" presStyleIdx="1" presStyleCnt="4"/>
      <dgm:spPr/>
    </dgm:pt>
    <dgm:pt modelId="{C90E2C87-F546-4325-B043-FFE5363CA396}" type="pres">
      <dgm:prSet presAssocID="{98BCBE82-1326-4A98-9B30-00B4CBAF5B66}" presName="hierRoot2" presStyleCnt="0">
        <dgm:presLayoutVars>
          <dgm:hierBranch val="init"/>
        </dgm:presLayoutVars>
      </dgm:prSet>
      <dgm:spPr/>
    </dgm:pt>
    <dgm:pt modelId="{45A9BAE0-F9AD-49A0-8E29-0ECC5D7EED46}" type="pres">
      <dgm:prSet presAssocID="{98BCBE82-1326-4A98-9B30-00B4CBAF5B66}" presName="rootComposite" presStyleCnt="0"/>
      <dgm:spPr/>
    </dgm:pt>
    <dgm:pt modelId="{59CF5637-A7A0-407E-9E51-959A3CB790AF}" type="pres">
      <dgm:prSet presAssocID="{98BCBE82-1326-4A98-9B30-00B4CBAF5B66}" presName="rootText" presStyleLbl="node3" presStyleIdx="1" presStyleCnt="4">
        <dgm:presLayoutVars>
          <dgm:chPref val="3"/>
        </dgm:presLayoutVars>
      </dgm:prSet>
      <dgm:spPr/>
    </dgm:pt>
    <dgm:pt modelId="{322E32A2-E196-423E-BE5C-E95795986B45}" type="pres">
      <dgm:prSet presAssocID="{98BCBE82-1326-4A98-9B30-00B4CBAF5B66}" presName="rootConnector" presStyleLbl="node3" presStyleIdx="1" presStyleCnt="4"/>
      <dgm:spPr/>
    </dgm:pt>
    <dgm:pt modelId="{C596A6BB-1F87-418A-9243-6BE22FF9F3A6}" type="pres">
      <dgm:prSet presAssocID="{98BCBE82-1326-4A98-9B30-00B4CBAF5B66}" presName="hierChild4" presStyleCnt="0"/>
      <dgm:spPr/>
    </dgm:pt>
    <dgm:pt modelId="{C94B4EC6-EC0F-40FC-8543-E491726ABAB5}" type="pres">
      <dgm:prSet presAssocID="{98BCBE82-1326-4A98-9B30-00B4CBAF5B66}" presName="hierChild5" presStyleCnt="0"/>
      <dgm:spPr/>
    </dgm:pt>
    <dgm:pt modelId="{A1A94753-5CC7-43C0-B16B-86327B61F613}" type="pres">
      <dgm:prSet presAssocID="{7985F242-3F91-4DDE-8FC4-C607A025ACB6}" presName="hierChild5" presStyleCnt="0"/>
      <dgm:spPr/>
    </dgm:pt>
    <dgm:pt modelId="{92BBAE44-5D50-4181-BBA6-29041690C994}" type="pres">
      <dgm:prSet presAssocID="{3881DFE1-884A-4A2A-9C28-7F69C1325B3C}" presName="Name37" presStyleLbl="parChTrans1D2" presStyleIdx="2" presStyleCnt="4"/>
      <dgm:spPr/>
    </dgm:pt>
    <dgm:pt modelId="{7A379338-5D85-4577-A560-2FC1F581FEBD}" type="pres">
      <dgm:prSet presAssocID="{FEEDABE5-10A6-402E-BC25-122C3B995B67}" presName="hierRoot2" presStyleCnt="0">
        <dgm:presLayoutVars>
          <dgm:hierBranch val="init"/>
        </dgm:presLayoutVars>
      </dgm:prSet>
      <dgm:spPr/>
    </dgm:pt>
    <dgm:pt modelId="{708CCC51-2A52-4220-8FEA-8AF20E1CCF70}" type="pres">
      <dgm:prSet presAssocID="{FEEDABE5-10A6-402E-BC25-122C3B995B67}" presName="rootComposite" presStyleCnt="0"/>
      <dgm:spPr/>
    </dgm:pt>
    <dgm:pt modelId="{517303F1-DE16-4C85-8213-A0408C38360C}" type="pres">
      <dgm:prSet presAssocID="{FEEDABE5-10A6-402E-BC25-122C3B995B67}" presName="rootText" presStyleLbl="node2" presStyleIdx="2" presStyleCnt="4">
        <dgm:presLayoutVars>
          <dgm:chPref val="3"/>
        </dgm:presLayoutVars>
      </dgm:prSet>
      <dgm:spPr/>
    </dgm:pt>
    <dgm:pt modelId="{9D03166B-2F45-454C-A7F5-1F518771CEF9}" type="pres">
      <dgm:prSet presAssocID="{FEEDABE5-10A6-402E-BC25-122C3B995B67}" presName="rootConnector" presStyleLbl="node2" presStyleIdx="2" presStyleCnt="4"/>
      <dgm:spPr/>
    </dgm:pt>
    <dgm:pt modelId="{E2C8515E-BB72-468A-87B8-9FA0BFE48E05}" type="pres">
      <dgm:prSet presAssocID="{FEEDABE5-10A6-402E-BC25-122C3B995B67}" presName="hierChild4" presStyleCnt="0"/>
      <dgm:spPr/>
    </dgm:pt>
    <dgm:pt modelId="{199B4701-462C-4EC9-8A8C-3CF293761DCA}" type="pres">
      <dgm:prSet presAssocID="{468B13C1-965D-4C9B-8E04-49257EEAFDCE}" presName="Name37" presStyleLbl="parChTrans1D3" presStyleIdx="2" presStyleCnt="4"/>
      <dgm:spPr/>
    </dgm:pt>
    <dgm:pt modelId="{9FFA27D4-035B-45B5-A9D3-1C0BD82835BD}" type="pres">
      <dgm:prSet presAssocID="{2649EEC2-303B-4B6F-A711-1A384E827093}" presName="hierRoot2" presStyleCnt="0">
        <dgm:presLayoutVars>
          <dgm:hierBranch val="init"/>
        </dgm:presLayoutVars>
      </dgm:prSet>
      <dgm:spPr/>
    </dgm:pt>
    <dgm:pt modelId="{FF827C2A-BE2D-40AB-9FAC-7905CD4321AF}" type="pres">
      <dgm:prSet presAssocID="{2649EEC2-303B-4B6F-A711-1A384E827093}" presName="rootComposite" presStyleCnt="0"/>
      <dgm:spPr/>
    </dgm:pt>
    <dgm:pt modelId="{2004B731-88A3-45D7-932A-3B725170DE22}" type="pres">
      <dgm:prSet presAssocID="{2649EEC2-303B-4B6F-A711-1A384E827093}" presName="rootText" presStyleLbl="node3" presStyleIdx="2" presStyleCnt="4">
        <dgm:presLayoutVars>
          <dgm:chPref val="3"/>
        </dgm:presLayoutVars>
      </dgm:prSet>
      <dgm:spPr/>
    </dgm:pt>
    <dgm:pt modelId="{9BFE05B5-74FB-4A3D-81F6-EA1757726C33}" type="pres">
      <dgm:prSet presAssocID="{2649EEC2-303B-4B6F-A711-1A384E827093}" presName="rootConnector" presStyleLbl="node3" presStyleIdx="2" presStyleCnt="4"/>
      <dgm:spPr/>
    </dgm:pt>
    <dgm:pt modelId="{181FF737-32E3-49C3-BCDD-9B39FCB2AB6A}" type="pres">
      <dgm:prSet presAssocID="{2649EEC2-303B-4B6F-A711-1A384E827093}" presName="hierChild4" presStyleCnt="0"/>
      <dgm:spPr/>
    </dgm:pt>
    <dgm:pt modelId="{96899B75-32C8-4CD7-ACEF-2E756C98FBFF}" type="pres">
      <dgm:prSet presAssocID="{2649EEC2-303B-4B6F-A711-1A384E827093}" presName="hierChild5" presStyleCnt="0"/>
      <dgm:spPr/>
    </dgm:pt>
    <dgm:pt modelId="{2CB7ABA9-D89F-4E87-ACB1-D7510282F8DB}" type="pres">
      <dgm:prSet presAssocID="{FEEDABE5-10A6-402E-BC25-122C3B995B67}" presName="hierChild5" presStyleCnt="0"/>
      <dgm:spPr/>
    </dgm:pt>
    <dgm:pt modelId="{D53EE753-1608-4B17-AC4D-9930A37B27B4}" type="pres">
      <dgm:prSet presAssocID="{A4ACE397-059D-4144-8F77-403D6529A84A}" presName="Name37" presStyleLbl="parChTrans1D2" presStyleIdx="3" presStyleCnt="4"/>
      <dgm:spPr/>
    </dgm:pt>
    <dgm:pt modelId="{431C98CB-D84D-4309-A1F9-C6D0CE50C568}" type="pres">
      <dgm:prSet presAssocID="{293B6578-87D4-45DE-908A-6A81DCB41241}" presName="hierRoot2" presStyleCnt="0">
        <dgm:presLayoutVars>
          <dgm:hierBranch val="init"/>
        </dgm:presLayoutVars>
      </dgm:prSet>
      <dgm:spPr/>
    </dgm:pt>
    <dgm:pt modelId="{CFF78CDA-9A71-4BA6-980C-FD73417A51D9}" type="pres">
      <dgm:prSet presAssocID="{293B6578-87D4-45DE-908A-6A81DCB41241}" presName="rootComposite" presStyleCnt="0"/>
      <dgm:spPr/>
    </dgm:pt>
    <dgm:pt modelId="{9900DA43-2A8E-4C80-8C0F-B40463443F0A}" type="pres">
      <dgm:prSet presAssocID="{293B6578-87D4-45DE-908A-6A81DCB41241}" presName="rootText" presStyleLbl="node2" presStyleIdx="3" presStyleCnt="4">
        <dgm:presLayoutVars>
          <dgm:chPref val="3"/>
        </dgm:presLayoutVars>
      </dgm:prSet>
      <dgm:spPr/>
    </dgm:pt>
    <dgm:pt modelId="{6C55627D-B0D0-4D3D-9CAC-77D70761B4A5}" type="pres">
      <dgm:prSet presAssocID="{293B6578-87D4-45DE-908A-6A81DCB41241}" presName="rootConnector" presStyleLbl="node2" presStyleIdx="3" presStyleCnt="4"/>
      <dgm:spPr/>
    </dgm:pt>
    <dgm:pt modelId="{A78113E1-DB97-4998-BFBE-C097400ED259}" type="pres">
      <dgm:prSet presAssocID="{293B6578-87D4-45DE-908A-6A81DCB41241}" presName="hierChild4" presStyleCnt="0"/>
      <dgm:spPr/>
    </dgm:pt>
    <dgm:pt modelId="{523F9487-C99E-44E7-8F68-76E4F1CC088E}" type="pres">
      <dgm:prSet presAssocID="{468936BF-CA90-46EB-AC14-C8BA148A6009}" presName="Name37" presStyleLbl="parChTrans1D3" presStyleIdx="3" presStyleCnt="4"/>
      <dgm:spPr/>
    </dgm:pt>
    <dgm:pt modelId="{A82E368A-8138-456E-A24C-4E4938A7D038}" type="pres">
      <dgm:prSet presAssocID="{8E7ECE04-7E90-4393-9C99-C845804A85C4}" presName="hierRoot2" presStyleCnt="0">
        <dgm:presLayoutVars>
          <dgm:hierBranch val="init"/>
        </dgm:presLayoutVars>
      </dgm:prSet>
      <dgm:spPr/>
    </dgm:pt>
    <dgm:pt modelId="{1BDE39BF-A4C1-4A1C-8EC9-B88D094BCA5A}" type="pres">
      <dgm:prSet presAssocID="{8E7ECE04-7E90-4393-9C99-C845804A85C4}" presName="rootComposite" presStyleCnt="0"/>
      <dgm:spPr/>
    </dgm:pt>
    <dgm:pt modelId="{0DCAAF1B-A0F9-425E-91BA-441F3BA08CED}" type="pres">
      <dgm:prSet presAssocID="{8E7ECE04-7E90-4393-9C99-C845804A85C4}" presName="rootText" presStyleLbl="node3" presStyleIdx="3" presStyleCnt="4">
        <dgm:presLayoutVars>
          <dgm:chPref val="3"/>
        </dgm:presLayoutVars>
      </dgm:prSet>
      <dgm:spPr/>
    </dgm:pt>
    <dgm:pt modelId="{A200D2E1-AFC1-4EB4-B0EE-69CCE83941C6}" type="pres">
      <dgm:prSet presAssocID="{8E7ECE04-7E90-4393-9C99-C845804A85C4}" presName="rootConnector" presStyleLbl="node3" presStyleIdx="3" presStyleCnt="4"/>
      <dgm:spPr/>
    </dgm:pt>
    <dgm:pt modelId="{FE2F3D65-67E6-4A1F-AB40-3C19D02E03E5}" type="pres">
      <dgm:prSet presAssocID="{8E7ECE04-7E90-4393-9C99-C845804A85C4}" presName="hierChild4" presStyleCnt="0"/>
      <dgm:spPr/>
    </dgm:pt>
    <dgm:pt modelId="{08EEBA2F-08C3-4293-8652-24A64B7F1373}" type="pres">
      <dgm:prSet presAssocID="{8E7ECE04-7E90-4393-9C99-C845804A85C4}" presName="hierChild5" presStyleCnt="0"/>
      <dgm:spPr/>
    </dgm:pt>
    <dgm:pt modelId="{3372AD6E-50E1-4024-968E-2F9C28F302FB}" type="pres">
      <dgm:prSet presAssocID="{293B6578-87D4-45DE-908A-6A81DCB41241}" presName="hierChild5" presStyleCnt="0"/>
      <dgm:spPr/>
    </dgm:pt>
    <dgm:pt modelId="{5247C0BB-A1BA-4E91-A10E-8E01DE57D42E}" type="pres">
      <dgm:prSet presAssocID="{58A2AA0E-4A08-4A26-A8B2-CBE8D80D70CD}" presName="hierChild3" presStyleCnt="0"/>
      <dgm:spPr/>
    </dgm:pt>
  </dgm:ptLst>
  <dgm:cxnLst>
    <dgm:cxn modelId="{6EEA7900-B12B-498A-81EE-A24E1ECC2C19}" type="presOf" srcId="{FEEDABE5-10A6-402E-BC25-122C3B995B67}" destId="{9D03166B-2F45-454C-A7F5-1F518771CEF9}" srcOrd="1" destOrd="0" presId="urn:microsoft.com/office/officeart/2005/8/layout/orgChart1"/>
    <dgm:cxn modelId="{8FDB7D05-A276-4D88-9BF0-9E3F50C84548}" type="presOf" srcId="{63ADAD97-4A82-4FDD-949C-FBB703903F2E}" destId="{BB643933-7028-485C-B73B-B50A767BADF4}" srcOrd="1" destOrd="0" presId="urn:microsoft.com/office/officeart/2005/8/layout/orgChart1"/>
    <dgm:cxn modelId="{838D2109-D50D-4662-A3F7-02D3A56E17A6}" type="presOf" srcId="{DC6FC1E2-2A73-4BF0-900B-E4795C04EA5F}" destId="{74DE3214-6944-43EA-841E-5A8EDC924FCD}" srcOrd="0" destOrd="0" presId="urn:microsoft.com/office/officeart/2005/8/layout/orgChart1"/>
    <dgm:cxn modelId="{067A200A-162B-4372-8F5F-2B2AA53034FE}" srcId="{7985F242-3F91-4DDE-8FC4-C607A025ACB6}" destId="{98BCBE82-1326-4A98-9B30-00B4CBAF5B66}" srcOrd="0" destOrd="0" parTransId="{AF3EEDA4-6344-4288-B5FC-E1205525BF95}" sibTransId="{B95BBD53-F216-4BFD-A538-419A0282359E}"/>
    <dgm:cxn modelId="{C1E36F15-1E37-46AC-99EB-0C3C44ACA961}" type="presOf" srcId="{7985F242-3F91-4DDE-8FC4-C607A025ACB6}" destId="{D86BBA7D-FA04-427D-A9A9-321A59713392}" srcOrd="1" destOrd="0" presId="urn:microsoft.com/office/officeart/2005/8/layout/orgChart1"/>
    <dgm:cxn modelId="{74076025-3CC5-41BD-B715-E3A41250E6BD}" srcId="{293B6578-87D4-45DE-908A-6A81DCB41241}" destId="{8E7ECE04-7E90-4393-9C99-C845804A85C4}" srcOrd="0" destOrd="0" parTransId="{468936BF-CA90-46EB-AC14-C8BA148A6009}" sibTransId="{E68B7C5D-F109-488C-A0A5-1E68139F4E3C}"/>
    <dgm:cxn modelId="{70A9183D-0A0A-40D5-9CC4-365B8B27C25D}" type="presOf" srcId="{FEEDABE5-10A6-402E-BC25-122C3B995B67}" destId="{517303F1-DE16-4C85-8213-A0408C38360C}" srcOrd="0" destOrd="0" presId="urn:microsoft.com/office/officeart/2005/8/layout/orgChart1"/>
    <dgm:cxn modelId="{98942846-DD77-4220-AC2D-2716DD043B7F}" type="presOf" srcId="{2649EEC2-303B-4B6F-A711-1A384E827093}" destId="{2004B731-88A3-45D7-932A-3B725170DE22}" srcOrd="0" destOrd="0" presId="urn:microsoft.com/office/officeart/2005/8/layout/orgChart1"/>
    <dgm:cxn modelId="{C0A62A48-D9EF-431A-88B3-8DCF7C57B9BD}" type="presOf" srcId="{510BB09B-07E6-4608-89A2-26DB7949CC94}" destId="{F71660A3-BEC9-41B9-8EBD-CD5EFEDE4CE0}" srcOrd="0" destOrd="0" presId="urn:microsoft.com/office/officeart/2005/8/layout/orgChart1"/>
    <dgm:cxn modelId="{81CF574E-2ACD-4E74-9252-09799E69751D}" type="presOf" srcId="{468936BF-CA90-46EB-AC14-C8BA148A6009}" destId="{523F9487-C99E-44E7-8F68-76E4F1CC088E}" srcOrd="0" destOrd="0" presId="urn:microsoft.com/office/officeart/2005/8/layout/orgChart1"/>
    <dgm:cxn modelId="{BBAA834F-1667-4DAE-A665-2F38506B090E}" srcId="{FEEDABE5-10A6-402E-BC25-122C3B995B67}" destId="{2649EEC2-303B-4B6F-A711-1A384E827093}" srcOrd="0" destOrd="0" parTransId="{468B13C1-965D-4C9B-8E04-49257EEAFDCE}" sibTransId="{4437E49F-7BDD-48D3-81A6-BB9364BCA3F9}"/>
    <dgm:cxn modelId="{C4CD5870-98C4-4EE2-B584-ED3C9797709F}" srcId="{58A2AA0E-4A08-4A26-A8B2-CBE8D80D70CD}" destId="{97849B20-2DB4-4A74-8BFA-9A7F1E45EF36}" srcOrd="0" destOrd="0" parTransId="{CE8FAB1E-9C8B-49D4-853D-3AA6AB51BF5A}" sibTransId="{0AC05126-25B4-4E62-95C8-BC5164707A30}"/>
    <dgm:cxn modelId="{BD0FC07D-2019-4828-BBFD-60B4A25ED380}" type="presOf" srcId="{CEAD4F95-1E99-437B-A3DC-EDDED481F08F}" destId="{CD8C3609-8700-41E3-BFCA-0E0A51A52642}" srcOrd="0" destOrd="0" presId="urn:microsoft.com/office/officeart/2005/8/layout/orgChart1"/>
    <dgm:cxn modelId="{EDCB2280-7E7C-4C21-935B-A8C941749DFE}" type="presOf" srcId="{97849B20-2DB4-4A74-8BFA-9A7F1E45EF36}" destId="{4F2CAB8E-49E2-408C-84B4-B195C7BAEBFE}" srcOrd="0" destOrd="0" presId="urn:microsoft.com/office/officeart/2005/8/layout/orgChart1"/>
    <dgm:cxn modelId="{AEEA9180-E5AC-480F-BACC-ACC18FFD2BD2}" type="presOf" srcId="{98BCBE82-1326-4A98-9B30-00B4CBAF5B66}" destId="{322E32A2-E196-423E-BE5C-E95795986B45}" srcOrd="1" destOrd="0" presId="urn:microsoft.com/office/officeart/2005/8/layout/orgChart1"/>
    <dgm:cxn modelId="{99E45685-2866-4618-89D1-DA5C83D75752}" srcId="{58A2AA0E-4A08-4A26-A8B2-CBE8D80D70CD}" destId="{FEEDABE5-10A6-402E-BC25-122C3B995B67}" srcOrd="2" destOrd="0" parTransId="{3881DFE1-884A-4A2A-9C28-7F69C1325B3C}" sibTransId="{268BC60B-A2E6-4282-90E2-8EC6F13E3168}"/>
    <dgm:cxn modelId="{7DFBCA86-29DF-44C7-A00E-E19E01C2D628}" type="presOf" srcId="{3881DFE1-884A-4A2A-9C28-7F69C1325B3C}" destId="{92BBAE44-5D50-4181-BBA6-29041690C994}" srcOrd="0" destOrd="0" presId="urn:microsoft.com/office/officeart/2005/8/layout/orgChart1"/>
    <dgm:cxn modelId="{1E211789-FA0D-4727-AADE-BEFFC1BAA4D2}" type="presOf" srcId="{98BCBE82-1326-4A98-9B30-00B4CBAF5B66}" destId="{59CF5637-A7A0-407E-9E51-959A3CB790AF}" srcOrd="0" destOrd="0" presId="urn:microsoft.com/office/officeart/2005/8/layout/orgChart1"/>
    <dgm:cxn modelId="{2B2B0B95-7F8E-4E5C-A660-E2F371471489}" srcId="{58A2AA0E-4A08-4A26-A8B2-CBE8D80D70CD}" destId="{7985F242-3F91-4DDE-8FC4-C607A025ACB6}" srcOrd="1" destOrd="0" parTransId="{DC6FC1E2-2A73-4BF0-900B-E4795C04EA5F}" sibTransId="{485CA2BE-4FAA-4F4F-861B-0E8909E2762F}"/>
    <dgm:cxn modelId="{B4620897-6E7C-4037-840C-11B2EFAFE6A1}" type="presOf" srcId="{293B6578-87D4-45DE-908A-6A81DCB41241}" destId="{6C55627D-B0D0-4D3D-9CAC-77D70761B4A5}" srcOrd="1" destOrd="0" presId="urn:microsoft.com/office/officeart/2005/8/layout/orgChart1"/>
    <dgm:cxn modelId="{0462EF98-9D79-4970-B35F-DD3A047E9611}" type="presOf" srcId="{97849B20-2DB4-4A74-8BFA-9A7F1E45EF36}" destId="{246D5A46-A965-473C-837E-4DEF3C706108}" srcOrd="1" destOrd="0" presId="urn:microsoft.com/office/officeart/2005/8/layout/orgChart1"/>
    <dgm:cxn modelId="{F5D2EB9A-F5A1-41D4-9582-3067E879DB7E}" type="presOf" srcId="{CE8FAB1E-9C8B-49D4-853D-3AA6AB51BF5A}" destId="{46B8E54B-E406-4916-B93F-A3659C2C5CF1}" srcOrd="0" destOrd="0" presId="urn:microsoft.com/office/officeart/2005/8/layout/orgChart1"/>
    <dgm:cxn modelId="{525F0D9C-C943-45A9-8525-4A52622C83CA}" type="presOf" srcId="{468B13C1-965D-4C9B-8E04-49257EEAFDCE}" destId="{199B4701-462C-4EC9-8A8C-3CF293761DCA}" srcOrd="0" destOrd="0" presId="urn:microsoft.com/office/officeart/2005/8/layout/orgChart1"/>
    <dgm:cxn modelId="{3F03879E-0847-443F-B4C8-9A51432B0653}" type="presOf" srcId="{8E7ECE04-7E90-4393-9C99-C845804A85C4}" destId="{A200D2E1-AFC1-4EB4-B0EE-69CCE83941C6}" srcOrd="1" destOrd="0" presId="urn:microsoft.com/office/officeart/2005/8/layout/orgChart1"/>
    <dgm:cxn modelId="{8AC9809F-2817-4BA3-8538-26A6E769A932}" srcId="{CEAD4F95-1E99-437B-A3DC-EDDED481F08F}" destId="{58A2AA0E-4A08-4A26-A8B2-CBE8D80D70CD}" srcOrd="0" destOrd="0" parTransId="{0A2E4076-12FA-4482-997D-E6595CB81A6B}" sibTransId="{39D9C223-A479-40D5-AFF8-0AFAD9BDD8CB}"/>
    <dgm:cxn modelId="{7ABAA9A7-94AD-40D3-8CA6-975046ED734E}" type="presOf" srcId="{7985F242-3F91-4DDE-8FC4-C607A025ACB6}" destId="{32D3F3DC-EBEF-4576-A62D-E97BA082F290}" srcOrd="0" destOrd="0" presId="urn:microsoft.com/office/officeart/2005/8/layout/orgChart1"/>
    <dgm:cxn modelId="{727A72AA-52F8-43AE-8347-5F83E2FD403B}" type="presOf" srcId="{58A2AA0E-4A08-4A26-A8B2-CBE8D80D70CD}" destId="{7743FE7A-9472-48CE-88B9-9087331AEB46}" srcOrd="0" destOrd="0" presId="urn:microsoft.com/office/officeart/2005/8/layout/orgChart1"/>
    <dgm:cxn modelId="{3E2460B9-783D-4B08-BB9B-010CE7E33BD5}" type="presOf" srcId="{AF3EEDA4-6344-4288-B5FC-E1205525BF95}" destId="{3B2646E0-96F0-451D-9003-4E992E1C9AF3}" srcOrd="0" destOrd="0" presId="urn:microsoft.com/office/officeart/2005/8/layout/orgChart1"/>
    <dgm:cxn modelId="{741D86BF-26E7-484E-86B4-5EA7D1842F28}" type="presOf" srcId="{63ADAD97-4A82-4FDD-949C-FBB703903F2E}" destId="{B6502D21-750A-487C-9707-ED75D51353C0}" srcOrd="0" destOrd="0" presId="urn:microsoft.com/office/officeart/2005/8/layout/orgChart1"/>
    <dgm:cxn modelId="{5DABB7BF-8A06-4B78-BFD1-CC4B1E82D9FC}" type="presOf" srcId="{8E7ECE04-7E90-4393-9C99-C845804A85C4}" destId="{0DCAAF1B-A0F9-425E-91BA-441F3BA08CED}" srcOrd="0" destOrd="0" presId="urn:microsoft.com/office/officeart/2005/8/layout/orgChart1"/>
    <dgm:cxn modelId="{51F061D5-2316-42C5-B46A-861C91F58188}" type="presOf" srcId="{A4ACE397-059D-4144-8F77-403D6529A84A}" destId="{D53EE753-1608-4B17-AC4D-9930A37B27B4}" srcOrd="0" destOrd="0" presId="urn:microsoft.com/office/officeart/2005/8/layout/orgChart1"/>
    <dgm:cxn modelId="{991CACD6-EFF8-42D0-AAB6-9DFCCE9EF4C9}" type="presOf" srcId="{293B6578-87D4-45DE-908A-6A81DCB41241}" destId="{9900DA43-2A8E-4C80-8C0F-B40463443F0A}" srcOrd="0" destOrd="0" presId="urn:microsoft.com/office/officeart/2005/8/layout/orgChart1"/>
    <dgm:cxn modelId="{5CB85EDC-2BCB-472E-8999-C2498941977F}" srcId="{58A2AA0E-4A08-4A26-A8B2-CBE8D80D70CD}" destId="{293B6578-87D4-45DE-908A-6A81DCB41241}" srcOrd="3" destOrd="0" parTransId="{A4ACE397-059D-4144-8F77-403D6529A84A}" sibTransId="{FEAC17B0-F718-4CC7-8E52-3CC8E075ABF0}"/>
    <dgm:cxn modelId="{C62216F2-1010-4493-A76D-345112129F06}" type="presOf" srcId="{2649EEC2-303B-4B6F-A711-1A384E827093}" destId="{9BFE05B5-74FB-4A3D-81F6-EA1757726C33}" srcOrd="1" destOrd="0" presId="urn:microsoft.com/office/officeart/2005/8/layout/orgChart1"/>
    <dgm:cxn modelId="{F2C75DF7-54F6-4697-A4C2-91D789D49505}" type="presOf" srcId="{58A2AA0E-4A08-4A26-A8B2-CBE8D80D70CD}" destId="{58C1A81D-9994-4E50-87BA-1D0753A459E8}" srcOrd="1" destOrd="0" presId="urn:microsoft.com/office/officeart/2005/8/layout/orgChart1"/>
    <dgm:cxn modelId="{97C743FB-6B8C-404F-922B-A355D4BEE6C3}" srcId="{97849B20-2DB4-4A74-8BFA-9A7F1E45EF36}" destId="{63ADAD97-4A82-4FDD-949C-FBB703903F2E}" srcOrd="0" destOrd="0" parTransId="{510BB09B-07E6-4608-89A2-26DB7949CC94}" sibTransId="{3134AE19-448E-42F0-B395-BD2512002D4B}"/>
    <dgm:cxn modelId="{7FC039C0-3324-413E-9DB9-FE47EE251A86}" type="presParOf" srcId="{CD8C3609-8700-41E3-BFCA-0E0A51A52642}" destId="{FB7A86DE-96B5-4683-9E8D-92EE3E16AED5}" srcOrd="0" destOrd="0" presId="urn:microsoft.com/office/officeart/2005/8/layout/orgChart1"/>
    <dgm:cxn modelId="{6F3E97E1-592D-411E-AA20-0947B353E196}" type="presParOf" srcId="{FB7A86DE-96B5-4683-9E8D-92EE3E16AED5}" destId="{19C880E1-A2B0-4153-8EEC-3D5D3D49405E}" srcOrd="0" destOrd="0" presId="urn:microsoft.com/office/officeart/2005/8/layout/orgChart1"/>
    <dgm:cxn modelId="{6C733AC7-BE36-4157-9896-2A571E4A2C48}" type="presParOf" srcId="{19C880E1-A2B0-4153-8EEC-3D5D3D49405E}" destId="{7743FE7A-9472-48CE-88B9-9087331AEB46}" srcOrd="0" destOrd="0" presId="urn:microsoft.com/office/officeart/2005/8/layout/orgChart1"/>
    <dgm:cxn modelId="{8F670128-4540-43D0-BACC-E4A0A339052E}" type="presParOf" srcId="{19C880E1-A2B0-4153-8EEC-3D5D3D49405E}" destId="{58C1A81D-9994-4E50-87BA-1D0753A459E8}" srcOrd="1" destOrd="0" presId="urn:microsoft.com/office/officeart/2005/8/layout/orgChart1"/>
    <dgm:cxn modelId="{48A7FE0B-EF66-46AA-B101-9753A23F8A76}" type="presParOf" srcId="{FB7A86DE-96B5-4683-9E8D-92EE3E16AED5}" destId="{92A7E46A-9DB2-4311-A0FC-7D1FF51D49EB}" srcOrd="1" destOrd="0" presId="urn:microsoft.com/office/officeart/2005/8/layout/orgChart1"/>
    <dgm:cxn modelId="{9BB25819-9F49-4F89-AA27-6E0105657390}" type="presParOf" srcId="{92A7E46A-9DB2-4311-A0FC-7D1FF51D49EB}" destId="{46B8E54B-E406-4916-B93F-A3659C2C5CF1}" srcOrd="0" destOrd="0" presId="urn:microsoft.com/office/officeart/2005/8/layout/orgChart1"/>
    <dgm:cxn modelId="{5D57A601-DA25-442F-ADB6-225DE130FDF2}" type="presParOf" srcId="{92A7E46A-9DB2-4311-A0FC-7D1FF51D49EB}" destId="{DCB4B7CF-52AC-4050-B7A1-C4BB71B9991D}" srcOrd="1" destOrd="0" presId="urn:microsoft.com/office/officeart/2005/8/layout/orgChart1"/>
    <dgm:cxn modelId="{719EB43B-7B10-42B5-BDD9-4940D8D5989E}" type="presParOf" srcId="{DCB4B7CF-52AC-4050-B7A1-C4BB71B9991D}" destId="{2AB56CD4-6EC5-4893-9BDE-44EF0FBE1307}" srcOrd="0" destOrd="0" presId="urn:microsoft.com/office/officeart/2005/8/layout/orgChart1"/>
    <dgm:cxn modelId="{77F79ABB-C482-4A18-9C49-DEAC362FF5CB}" type="presParOf" srcId="{2AB56CD4-6EC5-4893-9BDE-44EF0FBE1307}" destId="{4F2CAB8E-49E2-408C-84B4-B195C7BAEBFE}" srcOrd="0" destOrd="0" presId="urn:microsoft.com/office/officeart/2005/8/layout/orgChart1"/>
    <dgm:cxn modelId="{E7EF2EFD-80CC-4A78-8AEC-3DC7B9982F1F}" type="presParOf" srcId="{2AB56CD4-6EC5-4893-9BDE-44EF0FBE1307}" destId="{246D5A46-A965-473C-837E-4DEF3C706108}" srcOrd="1" destOrd="0" presId="urn:microsoft.com/office/officeart/2005/8/layout/orgChart1"/>
    <dgm:cxn modelId="{41CCA7A4-27A2-4295-82F5-74B164381325}" type="presParOf" srcId="{DCB4B7CF-52AC-4050-B7A1-C4BB71B9991D}" destId="{B3336E52-744A-41AC-9B65-7BBFBF28C6B8}" srcOrd="1" destOrd="0" presId="urn:microsoft.com/office/officeart/2005/8/layout/orgChart1"/>
    <dgm:cxn modelId="{004BE690-D0CF-4563-A5E8-E8E91750DACF}" type="presParOf" srcId="{B3336E52-744A-41AC-9B65-7BBFBF28C6B8}" destId="{F71660A3-BEC9-41B9-8EBD-CD5EFEDE4CE0}" srcOrd="0" destOrd="0" presId="urn:microsoft.com/office/officeart/2005/8/layout/orgChart1"/>
    <dgm:cxn modelId="{2348778D-F6F8-4FF1-A53B-9C32CF2700A9}" type="presParOf" srcId="{B3336E52-744A-41AC-9B65-7BBFBF28C6B8}" destId="{F5226D28-162B-4C0A-B81B-2F3044DFC94D}" srcOrd="1" destOrd="0" presId="urn:microsoft.com/office/officeart/2005/8/layout/orgChart1"/>
    <dgm:cxn modelId="{612814E4-DF33-4730-89F5-306BC6A4ACCD}" type="presParOf" srcId="{F5226D28-162B-4C0A-B81B-2F3044DFC94D}" destId="{DECBCC6B-BBF8-46B5-9D7A-6C1301865D76}" srcOrd="0" destOrd="0" presId="urn:microsoft.com/office/officeart/2005/8/layout/orgChart1"/>
    <dgm:cxn modelId="{C50B6B6D-9AF8-4266-9559-727FDA3B9DA0}" type="presParOf" srcId="{DECBCC6B-BBF8-46B5-9D7A-6C1301865D76}" destId="{B6502D21-750A-487C-9707-ED75D51353C0}" srcOrd="0" destOrd="0" presId="urn:microsoft.com/office/officeart/2005/8/layout/orgChart1"/>
    <dgm:cxn modelId="{15D1018C-5696-4E2D-9A25-F4E18A7150D8}" type="presParOf" srcId="{DECBCC6B-BBF8-46B5-9D7A-6C1301865D76}" destId="{BB643933-7028-485C-B73B-B50A767BADF4}" srcOrd="1" destOrd="0" presId="urn:microsoft.com/office/officeart/2005/8/layout/orgChart1"/>
    <dgm:cxn modelId="{BE0ABEB9-C28D-44CC-9D6B-F83D3F0FBC2B}" type="presParOf" srcId="{F5226D28-162B-4C0A-B81B-2F3044DFC94D}" destId="{6ADACF67-E00D-42A4-9A29-870D630A0D1C}" srcOrd="1" destOrd="0" presId="urn:microsoft.com/office/officeart/2005/8/layout/orgChart1"/>
    <dgm:cxn modelId="{F2E4E72D-F930-4472-A018-21CD23694D0A}" type="presParOf" srcId="{F5226D28-162B-4C0A-B81B-2F3044DFC94D}" destId="{CAC06266-04FB-4A8C-9B0B-C4E48613AC88}" srcOrd="2" destOrd="0" presId="urn:microsoft.com/office/officeart/2005/8/layout/orgChart1"/>
    <dgm:cxn modelId="{E9E07E60-A897-4D5F-A4FC-1C669852CFAB}" type="presParOf" srcId="{DCB4B7CF-52AC-4050-B7A1-C4BB71B9991D}" destId="{8DE510AE-9FBA-4DF5-AD89-FE2F6832BE05}" srcOrd="2" destOrd="0" presId="urn:microsoft.com/office/officeart/2005/8/layout/orgChart1"/>
    <dgm:cxn modelId="{A5238E4E-7645-45A5-9920-DE47E9871F9A}" type="presParOf" srcId="{92A7E46A-9DB2-4311-A0FC-7D1FF51D49EB}" destId="{74DE3214-6944-43EA-841E-5A8EDC924FCD}" srcOrd="2" destOrd="0" presId="urn:microsoft.com/office/officeart/2005/8/layout/orgChart1"/>
    <dgm:cxn modelId="{64195EB1-2A9C-4E58-A9F5-F07BCC713219}" type="presParOf" srcId="{92A7E46A-9DB2-4311-A0FC-7D1FF51D49EB}" destId="{BB7E16A2-D3CD-47F0-B95D-64C18F049FC8}" srcOrd="3" destOrd="0" presId="urn:microsoft.com/office/officeart/2005/8/layout/orgChart1"/>
    <dgm:cxn modelId="{70F0C8E8-45B1-46D8-A194-B7641E25E98B}" type="presParOf" srcId="{BB7E16A2-D3CD-47F0-B95D-64C18F049FC8}" destId="{7CAE2602-5CD5-48CC-B7DB-628D8EF677DA}" srcOrd="0" destOrd="0" presId="urn:microsoft.com/office/officeart/2005/8/layout/orgChart1"/>
    <dgm:cxn modelId="{01794B4B-F1D4-470D-830F-B3CE5D29A844}" type="presParOf" srcId="{7CAE2602-5CD5-48CC-B7DB-628D8EF677DA}" destId="{32D3F3DC-EBEF-4576-A62D-E97BA082F290}" srcOrd="0" destOrd="0" presId="urn:microsoft.com/office/officeart/2005/8/layout/orgChart1"/>
    <dgm:cxn modelId="{120AEEDF-67A9-413A-BBF0-6F9C9691FC77}" type="presParOf" srcId="{7CAE2602-5CD5-48CC-B7DB-628D8EF677DA}" destId="{D86BBA7D-FA04-427D-A9A9-321A59713392}" srcOrd="1" destOrd="0" presId="urn:microsoft.com/office/officeart/2005/8/layout/orgChart1"/>
    <dgm:cxn modelId="{49F4E8E2-DD68-454D-A8EA-1679E4F1B171}" type="presParOf" srcId="{BB7E16A2-D3CD-47F0-B95D-64C18F049FC8}" destId="{0F18635B-95B9-423C-870E-9AA20935BC2A}" srcOrd="1" destOrd="0" presId="urn:microsoft.com/office/officeart/2005/8/layout/orgChart1"/>
    <dgm:cxn modelId="{9E03CEEB-EA3B-4CB7-B4E2-28592D28DEA2}" type="presParOf" srcId="{0F18635B-95B9-423C-870E-9AA20935BC2A}" destId="{3B2646E0-96F0-451D-9003-4E992E1C9AF3}" srcOrd="0" destOrd="0" presId="urn:microsoft.com/office/officeart/2005/8/layout/orgChart1"/>
    <dgm:cxn modelId="{B4AFE66B-C90E-4B77-BF20-6513914F0779}" type="presParOf" srcId="{0F18635B-95B9-423C-870E-9AA20935BC2A}" destId="{C90E2C87-F546-4325-B043-FFE5363CA396}" srcOrd="1" destOrd="0" presId="urn:microsoft.com/office/officeart/2005/8/layout/orgChart1"/>
    <dgm:cxn modelId="{25732E04-B168-441A-BF18-BBDF5609A2C8}" type="presParOf" srcId="{C90E2C87-F546-4325-B043-FFE5363CA396}" destId="{45A9BAE0-F9AD-49A0-8E29-0ECC5D7EED46}" srcOrd="0" destOrd="0" presId="urn:microsoft.com/office/officeart/2005/8/layout/orgChart1"/>
    <dgm:cxn modelId="{8AA121B5-4AC2-470E-AE33-E40C54DA7130}" type="presParOf" srcId="{45A9BAE0-F9AD-49A0-8E29-0ECC5D7EED46}" destId="{59CF5637-A7A0-407E-9E51-959A3CB790AF}" srcOrd="0" destOrd="0" presId="urn:microsoft.com/office/officeart/2005/8/layout/orgChart1"/>
    <dgm:cxn modelId="{F57C9CB3-3E0C-460E-A557-8E5FE3EFE9A5}" type="presParOf" srcId="{45A9BAE0-F9AD-49A0-8E29-0ECC5D7EED46}" destId="{322E32A2-E196-423E-BE5C-E95795986B45}" srcOrd="1" destOrd="0" presId="urn:microsoft.com/office/officeart/2005/8/layout/orgChart1"/>
    <dgm:cxn modelId="{9CEEACB6-5E9E-47D5-9D91-577F108AA439}" type="presParOf" srcId="{C90E2C87-F546-4325-B043-FFE5363CA396}" destId="{C596A6BB-1F87-418A-9243-6BE22FF9F3A6}" srcOrd="1" destOrd="0" presId="urn:microsoft.com/office/officeart/2005/8/layout/orgChart1"/>
    <dgm:cxn modelId="{251FBA7D-ADB6-46F9-8DDA-D68FBAF74357}" type="presParOf" srcId="{C90E2C87-F546-4325-B043-FFE5363CA396}" destId="{C94B4EC6-EC0F-40FC-8543-E491726ABAB5}" srcOrd="2" destOrd="0" presId="urn:microsoft.com/office/officeart/2005/8/layout/orgChart1"/>
    <dgm:cxn modelId="{716BCEDF-B908-4C09-9775-CE799A58A7E4}" type="presParOf" srcId="{BB7E16A2-D3CD-47F0-B95D-64C18F049FC8}" destId="{A1A94753-5CC7-43C0-B16B-86327B61F613}" srcOrd="2" destOrd="0" presId="urn:microsoft.com/office/officeart/2005/8/layout/orgChart1"/>
    <dgm:cxn modelId="{A2B22E0F-2015-44E1-85B7-BE66B98A0AF4}" type="presParOf" srcId="{92A7E46A-9DB2-4311-A0FC-7D1FF51D49EB}" destId="{92BBAE44-5D50-4181-BBA6-29041690C994}" srcOrd="4" destOrd="0" presId="urn:microsoft.com/office/officeart/2005/8/layout/orgChart1"/>
    <dgm:cxn modelId="{B495AD98-7B90-4B0D-8D94-09021D759BE0}" type="presParOf" srcId="{92A7E46A-9DB2-4311-A0FC-7D1FF51D49EB}" destId="{7A379338-5D85-4577-A560-2FC1F581FEBD}" srcOrd="5" destOrd="0" presId="urn:microsoft.com/office/officeart/2005/8/layout/orgChart1"/>
    <dgm:cxn modelId="{07868E3E-9A83-4011-A79C-221E3DDBD2F2}" type="presParOf" srcId="{7A379338-5D85-4577-A560-2FC1F581FEBD}" destId="{708CCC51-2A52-4220-8FEA-8AF20E1CCF70}" srcOrd="0" destOrd="0" presId="urn:microsoft.com/office/officeart/2005/8/layout/orgChart1"/>
    <dgm:cxn modelId="{2C4E70F2-C9EE-41CA-A597-5C9A5B5797E5}" type="presParOf" srcId="{708CCC51-2A52-4220-8FEA-8AF20E1CCF70}" destId="{517303F1-DE16-4C85-8213-A0408C38360C}" srcOrd="0" destOrd="0" presId="urn:microsoft.com/office/officeart/2005/8/layout/orgChart1"/>
    <dgm:cxn modelId="{A0D41104-0710-4B55-8098-0A83106E6B10}" type="presParOf" srcId="{708CCC51-2A52-4220-8FEA-8AF20E1CCF70}" destId="{9D03166B-2F45-454C-A7F5-1F518771CEF9}" srcOrd="1" destOrd="0" presId="urn:microsoft.com/office/officeart/2005/8/layout/orgChart1"/>
    <dgm:cxn modelId="{AF6AAE9A-2531-4E33-B58D-FEC8CB9CBE70}" type="presParOf" srcId="{7A379338-5D85-4577-A560-2FC1F581FEBD}" destId="{E2C8515E-BB72-468A-87B8-9FA0BFE48E05}" srcOrd="1" destOrd="0" presId="urn:microsoft.com/office/officeart/2005/8/layout/orgChart1"/>
    <dgm:cxn modelId="{F78D4EFC-5CF6-480E-AA4B-10D924B3900B}" type="presParOf" srcId="{E2C8515E-BB72-468A-87B8-9FA0BFE48E05}" destId="{199B4701-462C-4EC9-8A8C-3CF293761DCA}" srcOrd="0" destOrd="0" presId="urn:microsoft.com/office/officeart/2005/8/layout/orgChart1"/>
    <dgm:cxn modelId="{539E3D99-62B2-415A-B595-EBF9FB3F8B8A}" type="presParOf" srcId="{E2C8515E-BB72-468A-87B8-9FA0BFE48E05}" destId="{9FFA27D4-035B-45B5-A9D3-1C0BD82835BD}" srcOrd="1" destOrd="0" presId="urn:microsoft.com/office/officeart/2005/8/layout/orgChart1"/>
    <dgm:cxn modelId="{E0F1B664-9F18-44D4-A80A-C22FCAAEB5C0}" type="presParOf" srcId="{9FFA27D4-035B-45B5-A9D3-1C0BD82835BD}" destId="{FF827C2A-BE2D-40AB-9FAC-7905CD4321AF}" srcOrd="0" destOrd="0" presId="urn:microsoft.com/office/officeart/2005/8/layout/orgChart1"/>
    <dgm:cxn modelId="{424750D8-1C9D-4D5D-BC55-47FDC1277841}" type="presParOf" srcId="{FF827C2A-BE2D-40AB-9FAC-7905CD4321AF}" destId="{2004B731-88A3-45D7-932A-3B725170DE22}" srcOrd="0" destOrd="0" presId="urn:microsoft.com/office/officeart/2005/8/layout/orgChart1"/>
    <dgm:cxn modelId="{A6238F46-4925-48EE-BBA8-FA1500BB62C0}" type="presParOf" srcId="{FF827C2A-BE2D-40AB-9FAC-7905CD4321AF}" destId="{9BFE05B5-74FB-4A3D-81F6-EA1757726C33}" srcOrd="1" destOrd="0" presId="urn:microsoft.com/office/officeart/2005/8/layout/orgChart1"/>
    <dgm:cxn modelId="{E1B789FA-DCB4-42FE-97D4-138511A8C262}" type="presParOf" srcId="{9FFA27D4-035B-45B5-A9D3-1C0BD82835BD}" destId="{181FF737-32E3-49C3-BCDD-9B39FCB2AB6A}" srcOrd="1" destOrd="0" presId="urn:microsoft.com/office/officeart/2005/8/layout/orgChart1"/>
    <dgm:cxn modelId="{CE1817A9-28AD-4A77-9738-6177921C53A2}" type="presParOf" srcId="{9FFA27D4-035B-45B5-A9D3-1C0BD82835BD}" destId="{96899B75-32C8-4CD7-ACEF-2E756C98FBFF}" srcOrd="2" destOrd="0" presId="urn:microsoft.com/office/officeart/2005/8/layout/orgChart1"/>
    <dgm:cxn modelId="{B84DF29D-52CD-4205-A54E-6E766CB07215}" type="presParOf" srcId="{7A379338-5D85-4577-A560-2FC1F581FEBD}" destId="{2CB7ABA9-D89F-4E87-ACB1-D7510282F8DB}" srcOrd="2" destOrd="0" presId="urn:microsoft.com/office/officeart/2005/8/layout/orgChart1"/>
    <dgm:cxn modelId="{C07B8F60-31A7-4391-85B5-1216162815BB}" type="presParOf" srcId="{92A7E46A-9DB2-4311-A0FC-7D1FF51D49EB}" destId="{D53EE753-1608-4B17-AC4D-9930A37B27B4}" srcOrd="6" destOrd="0" presId="urn:microsoft.com/office/officeart/2005/8/layout/orgChart1"/>
    <dgm:cxn modelId="{9EA6E580-681B-434A-83CB-5208450A3B07}" type="presParOf" srcId="{92A7E46A-9DB2-4311-A0FC-7D1FF51D49EB}" destId="{431C98CB-D84D-4309-A1F9-C6D0CE50C568}" srcOrd="7" destOrd="0" presId="urn:microsoft.com/office/officeart/2005/8/layout/orgChart1"/>
    <dgm:cxn modelId="{0F763334-17EA-4709-8CF2-01B50DC80AE6}" type="presParOf" srcId="{431C98CB-D84D-4309-A1F9-C6D0CE50C568}" destId="{CFF78CDA-9A71-4BA6-980C-FD73417A51D9}" srcOrd="0" destOrd="0" presId="urn:microsoft.com/office/officeart/2005/8/layout/orgChart1"/>
    <dgm:cxn modelId="{9407EE97-EB14-411E-93E9-5F24C46E9259}" type="presParOf" srcId="{CFF78CDA-9A71-4BA6-980C-FD73417A51D9}" destId="{9900DA43-2A8E-4C80-8C0F-B40463443F0A}" srcOrd="0" destOrd="0" presId="urn:microsoft.com/office/officeart/2005/8/layout/orgChart1"/>
    <dgm:cxn modelId="{24C75660-6FE4-41C6-8996-4055BE9DD105}" type="presParOf" srcId="{CFF78CDA-9A71-4BA6-980C-FD73417A51D9}" destId="{6C55627D-B0D0-4D3D-9CAC-77D70761B4A5}" srcOrd="1" destOrd="0" presId="urn:microsoft.com/office/officeart/2005/8/layout/orgChart1"/>
    <dgm:cxn modelId="{AA6CA90C-1007-4131-80A6-FE1AEE4DAB44}" type="presParOf" srcId="{431C98CB-D84D-4309-A1F9-C6D0CE50C568}" destId="{A78113E1-DB97-4998-BFBE-C097400ED259}" srcOrd="1" destOrd="0" presId="urn:microsoft.com/office/officeart/2005/8/layout/orgChart1"/>
    <dgm:cxn modelId="{DF733659-F254-40ED-ACD6-5D3AC58B612B}" type="presParOf" srcId="{A78113E1-DB97-4998-BFBE-C097400ED259}" destId="{523F9487-C99E-44E7-8F68-76E4F1CC088E}" srcOrd="0" destOrd="0" presId="urn:microsoft.com/office/officeart/2005/8/layout/orgChart1"/>
    <dgm:cxn modelId="{382B651D-10FA-4575-B809-6BF0C31FB0EE}" type="presParOf" srcId="{A78113E1-DB97-4998-BFBE-C097400ED259}" destId="{A82E368A-8138-456E-A24C-4E4938A7D038}" srcOrd="1" destOrd="0" presId="urn:microsoft.com/office/officeart/2005/8/layout/orgChart1"/>
    <dgm:cxn modelId="{6B4867C3-8D06-41B1-8126-B70C6072FEDF}" type="presParOf" srcId="{A82E368A-8138-456E-A24C-4E4938A7D038}" destId="{1BDE39BF-A4C1-4A1C-8EC9-B88D094BCA5A}" srcOrd="0" destOrd="0" presId="urn:microsoft.com/office/officeart/2005/8/layout/orgChart1"/>
    <dgm:cxn modelId="{1800A378-9CEA-428A-AA6F-5AAC1503BACA}" type="presParOf" srcId="{1BDE39BF-A4C1-4A1C-8EC9-B88D094BCA5A}" destId="{0DCAAF1B-A0F9-425E-91BA-441F3BA08CED}" srcOrd="0" destOrd="0" presId="urn:microsoft.com/office/officeart/2005/8/layout/orgChart1"/>
    <dgm:cxn modelId="{299D365F-DA9E-4E9F-9BB0-CBA23ED4AA7D}" type="presParOf" srcId="{1BDE39BF-A4C1-4A1C-8EC9-B88D094BCA5A}" destId="{A200D2E1-AFC1-4EB4-B0EE-69CCE83941C6}" srcOrd="1" destOrd="0" presId="urn:microsoft.com/office/officeart/2005/8/layout/orgChart1"/>
    <dgm:cxn modelId="{44B2BF14-C683-487B-9FAD-AF114F1FF33D}" type="presParOf" srcId="{A82E368A-8138-456E-A24C-4E4938A7D038}" destId="{FE2F3D65-67E6-4A1F-AB40-3C19D02E03E5}" srcOrd="1" destOrd="0" presId="urn:microsoft.com/office/officeart/2005/8/layout/orgChart1"/>
    <dgm:cxn modelId="{4D2373C3-B1B8-4B8D-839B-97BA6E43C534}" type="presParOf" srcId="{A82E368A-8138-456E-A24C-4E4938A7D038}" destId="{08EEBA2F-08C3-4293-8652-24A64B7F1373}" srcOrd="2" destOrd="0" presId="urn:microsoft.com/office/officeart/2005/8/layout/orgChart1"/>
    <dgm:cxn modelId="{21DC2A1A-DA82-4022-8EDB-9EA15AB8F219}" type="presParOf" srcId="{431C98CB-D84D-4309-A1F9-C6D0CE50C568}" destId="{3372AD6E-50E1-4024-968E-2F9C28F302FB}" srcOrd="2" destOrd="0" presId="urn:microsoft.com/office/officeart/2005/8/layout/orgChart1"/>
    <dgm:cxn modelId="{2C551701-876B-44BF-8AFB-6C8BAA0C4619}" type="presParOf" srcId="{FB7A86DE-96B5-4683-9E8D-92EE3E16AED5}" destId="{5247C0BB-A1BA-4E91-A10E-8E01DE57D42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0B9AFD-1BE2-4F18-88B9-492A29968D3F}" type="doc">
      <dgm:prSet loTypeId="urn:microsoft.com/office/officeart/2005/8/layout/vProcess5" loCatId="process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zh-CN" altLang="en-US"/>
        </a:p>
      </dgm:t>
    </dgm:pt>
    <dgm:pt modelId="{00CA39AA-98B5-4D32-9546-694C706C10D1}">
      <dgm:prSet custT="1"/>
      <dgm:spPr/>
      <dgm:t>
        <a:bodyPr/>
        <a:lstStyle/>
        <a:p>
          <a:pPr rtl="0"/>
          <a:r>
            <a:rPr lang="zh-CN" sz="1600" b="1" dirty="0"/>
            <a:t>使用</a:t>
          </a:r>
          <a:r>
            <a:rPr lang="en-US" sz="1600" b="1" dirty="0"/>
            <a:t>RCC_APB2PeriphClockCmd()</a:t>
          </a:r>
          <a:r>
            <a:rPr lang="zh-CN" sz="1600" b="1" dirty="0"/>
            <a:t>函数配置时钟，初始化</a:t>
          </a:r>
          <a:r>
            <a:rPr lang="en-US" sz="1600" b="1" dirty="0"/>
            <a:t>GPIO</a:t>
          </a:r>
          <a:r>
            <a:rPr lang="zh-CN" sz="1600" b="1" dirty="0"/>
            <a:t>引脚为复用功能</a:t>
          </a:r>
        </a:p>
      </dgm:t>
    </dgm:pt>
    <dgm:pt modelId="{DA2780FF-AEE9-4391-BA43-754C55F59B11}" type="parTrans" cxnId="{E172AEFF-0622-43BB-9E2A-33CDF19FB56D}">
      <dgm:prSet/>
      <dgm:spPr/>
      <dgm:t>
        <a:bodyPr/>
        <a:lstStyle/>
        <a:p>
          <a:endParaRPr lang="zh-CN" altLang="en-US" sz="6600" b="1"/>
        </a:p>
      </dgm:t>
    </dgm:pt>
    <dgm:pt modelId="{70789CE1-6B51-4905-9D8A-FEB070212A5F}" type="sibTrans" cxnId="{E172AEFF-0622-43BB-9E2A-33CDF19FB56D}">
      <dgm:prSet custT="1"/>
      <dgm:spPr/>
      <dgm:t>
        <a:bodyPr/>
        <a:lstStyle/>
        <a:p>
          <a:endParaRPr lang="zh-CN" altLang="en-US" sz="6600" b="1"/>
        </a:p>
      </dgm:t>
    </dgm:pt>
    <dgm:pt modelId="{B3902992-D777-4606-A14C-7CAE68282BB3}">
      <dgm:prSet custT="1"/>
      <dgm:spPr/>
      <dgm:t>
        <a:bodyPr/>
        <a:lstStyle/>
        <a:p>
          <a:pPr rtl="0"/>
          <a:r>
            <a:rPr lang="zh-CN" sz="1600" b="1" dirty="0"/>
            <a:t>使用</a:t>
          </a:r>
          <a:r>
            <a:rPr lang="en-US" sz="1600" b="1" dirty="0" err="1"/>
            <a:t>GPIO_EXTILineConfig</a:t>
          </a:r>
          <a:r>
            <a:rPr lang="en-US" sz="1600" b="1" dirty="0"/>
            <a:t>()</a:t>
          </a:r>
          <a:r>
            <a:rPr lang="zh-CN" sz="1600" b="1" dirty="0"/>
            <a:t>函数配置</a:t>
          </a:r>
          <a:r>
            <a:rPr lang="en-US" sz="1600" b="1" dirty="0"/>
            <a:t>I/O</a:t>
          </a:r>
          <a:r>
            <a:rPr lang="zh-CN" sz="1600" b="1" dirty="0"/>
            <a:t>引脚与外部中断线路的映射关系</a:t>
          </a:r>
        </a:p>
      </dgm:t>
    </dgm:pt>
    <dgm:pt modelId="{7B1DD013-8C5E-46BF-AC46-D47C690F1AF0}" type="parTrans" cxnId="{1F6AD3CF-7E33-4FB6-8D66-FA101F2050A4}">
      <dgm:prSet/>
      <dgm:spPr/>
      <dgm:t>
        <a:bodyPr/>
        <a:lstStyle/>
        <a:p>
          <a:endParaRPr lang="zh-CN" altLang="en-US" sz="6600" b="1"/>
        </a:p>
      </dgm:t>
    </dgm:pt>
    <dgm:pt modelId="{1B5E4919-7FE8-4CCE-B589-C8BB1CB6E8F5}" type="sibTrans" cxnId="{1F6AD3CF-7E33-4FB6-8D66-FA101F2050A4}">
      <dgm:prSet custT="1"/>
      <dgm:spPr/>
      <dgm:t>
        <a:bodyPr/>
        <a:lstStyle/>
        <a:p>
          <a:endParaRPr lang="zh-CN" altLang="en-US" sz="6600" b="1"/>
        </a:p>
      </dgm:t>
    </dgm:pt>
    <dgm:pt modelId="{82AB8EE6-F4FD-4568-A8BA-0E0A5B1FA8FF}">
      <dgm:prSet custT="1"/>
      <dgm:spPr/>
      <dgm:t>
        <a:bodyPr/>
        <a:lstStyle/>
        <a:p>
          <a:pPr rtl="0"/>
          <a:r>
            <a:rPr lang="zh-CN" sz="1800" b="1" dirty="0"/>
            <a:t>使用</a:t>
          </a:r>
          <a:r>
            <a:rPr lang="en-US" sz="1800" b="1" dirty="0" err="1"/>
            <a:t>EXTI_Init</a:t>
          </a:r>
          <a:r>
            <a:rPr lang="en-US" sz="1800" b="1" dirty="0"/>
            <a:t>()</a:t>
          </a:r>
          <a:r>
            <a:rPr lang="zh-CN" sz="1800" b="1" dirty="0"/>
            <a:t>函数配置外部中断</a:t>
          </a:r>
        </a:p>
      </dgm:t>
    </dgm:pt>
    <dgm:pt modelId="{F210414E-F79F-4515-9118-BA804B87B6A2}" type="parTrans" cxnId="{5FB36679-F8DB-4490-8098-17CA4D9BE06C}">
      <dgm:prSet/>
      <dgm:spPr/>
      <dgm:t>
        <a:bodyPr/>
        <a:lstStyle/>
        <a:p>
          <a:endParaRPr lang="zh-CN" altLang="en-US" sz="6600" b="1"/>
        </a:p>
      </dgm:t>
    </dgm:pt>
    <dgm:pt modelId="{2B71F18F-2B1B-4825-BF49-A33AC7F36AE3}" type="sibTrans" cxnId="{5FB36679-F8DB-4490-8098-17CA4D9BE06C}">
      <dgm:prSet custT="1"/>
      <dgm:spPr/>
      <dgm:t>
        <a:bodyPr/>
        <a:lstStyle/>
        <a:p>
          <a:endParaRPr lang="zh-CN" altLang="en-US" sz="6600" b="1"/>
        </a:p>
      </dgm:t>
    </dgm:pt>
    <dgm:pt modelId="{3D5042B2-EAE5-49A4-BC49-3BCE584A2AAF}">
      <dgm:prSet custT="1"/>
      <dgm:spPr/>
      <dgm:t>
        <a:bodyPr/>
        <a:lstStyle/>
        <a:p>
          <a:pPr rtl="0"/>
          <a:r>
            <a:rPr lang="zh-CN" sz="1800" b="1" dirty="0"/>
            <a:t>使用</a:t>
          </a:r>
          <a:r>
            <a:rPr lang="en-US" sz="1800" b="1" dirty="0" err="1"/>
            <a:t>NVIC_Init</a:t>
          </a:r>
          <a:r>
            <a:rPr lang="en-US" sz="1800" b="1" dirty="0"/>
            <a:t>()</a:t>
          </a:r>
          <a:r>
            <a:rPr lang="zh-CN" sz="1800" b="1" dirty="0"/>
            <a:t>配置中断优先级等</a:t>
          </a:r>
        </a:p>
      </dgm:t>
    </dgm:pt>
    <dgm:pt modelId="{301FB835-F3C2-4121-8078-ED58FF8842A3}" type="parTrans" cxnId="{E304DA58-0DF8-4156-AEAB-8282A3A09DC7}">
      <dgm:prSet/>
      <dgm:spPr/>
      <dgm:t>
        <a:bodyPr/>
        <a:lstStyle/>
        <a:p>
          <a:endParaRPr lang="zh-CN" altLang="en-US" sz="6600" b="1"/>
        </a:p>
      </dgm:t>
    </dgm:pt>
    <dgm:pt modelId="{769B5719-0CD7-4D51-8720-35E19C3EFDD9}" type="sibTrans" cxnId="{E304DA58-0DF8-4156-AEAB-8282A3A09DC7}">
      <dgm:prSet custT="1"/>
      <dgm:spPr/>
      <dgm:t>
        <a:bodyPr/>
        <a:lstStyle/>
        <a:p>
          <a:endParaRPr lang="zh-CN" altLang="en-US" sz="6600" b="1"/>
        </a:p>
      </dgm:t>
    </dgm:pt>
    <dgm:pt modelId="{01F83C8E-2214-4790-BF3A-F20894F3C0D4}">
      <dgm:prSet custT="1"/>
      <dgm:spPr/>
      <dgm:t>
        <a:bodyPr/>
        <a:lstStyle/>
        <a:p>
          <a:pPr rtl="0"/>
          <a:r>
            <a:rPr lang="zh-CN" sz="1800" b="1" dirty="0"/>
            <a:t>编写中断服务函数</a:t>
          </a:r>
        </a:p>
      </dgm:t>
    </dgm:pt>
    <dgm:pt modelId="{92F8C2D3-BBE0-46C4-9DB9-E5E54DC43C92}" type="parTrans" cxnId="{20DE8F5E-8DC4-4FC5-8BD5-7FEC78040FD6}">
      <dgm:prSet/>
      <dgm:spPr/>
      <dgm:t>
        <a:bodyPr/>
        <a:lstStyle/>
        <a:p>
          <a:endParaRPr lang="zh-CN" altLang="en-US" sz="6600" b="1"/>
        </a:p>
      </dgm:t>
    </dgm:pt>
    <dgm:pt modelId="{69190F31-EAF7-4D8D-A776-23B7AB41BECC}" type="sibTrans" cxnId="{20DE8F5E-8DC4-4FC5-8BD5-7FEC78040FD6}">
      <dgm:prSet/>
      <dgm:spPr/>
      <dgm:t>
        <a:bodyPr/>
        <a:lstStyle/>
        <a:p>
          <a:endParaRPr lang="zh-CN" altLang="en-US" sz="6600" b="1"/>
        </a:p>
      </dgm:t>
    </dgm:pt>
    <dgm:pt modelId="{BFE4C712-B452-4581-A4D2-1130E99E0CC0}" type="pres">
      <dgm:prSet presAssocID="{B20B9AFD-1BE2-4F18-88B9-492A29968D3F}" presName="outerComposite" presStyleCnt="0">
        <dgm:presLayoutVars>
          <dgm:chMax val="5"/>
          <dgm:dir/>
          <dgm:resizeHandles val="exact"/>
        </dgm:presLayoutVars>
      </dgm:prSet>
      <dgm:spPr/>
    </dgm:pt>
    <dgm:pt modelId="{36FD8EE1-E7BB-40E9-ADF6-9FE41BA117FF}" type="pres">
      <dgm:prSet presAssocID="{B20B9AFD-1BE2-4F18-88B9-492A29968D3F}" presName="dummyMaxCanvas" presStyleCnt="0">
        <dgm:presLayoutVars/>
      </dgm:prSet>
      <dgm:spPr/>
    </dgm:pt>
    <dgm:pt modelId="{1CAFF299-20DE-4C45-9B03-A62F79F8E1E7}" type="pres">
      <dgm:prSet presAssocID="{B20B9AFD-1BE2-4F18-88B9-492A29968D3F}" presName="FiveNodes_1" presStyleLbl="node1" presStyleIdx="0" presStyleCnt="5">
        <dgm:presLayoutVars>
          <dgm:bulletEnabled val="1"/>
        </dgm:presLayoutVars>
      </dgm:prSet>
      <dgm:spPr/>
    </dgm:pt>
    <dgm:pt modelId="{963769D9-DBEA-4D8F-BC65-5D7A84EAF46E}" type="pres">
      <dgm:prSet presAssocID="{B20B9AFD-1BE2-4F18-88B9-492A29968D3F}" presName="FiveNodes_2" presStyleLbl="node1" presStyleIdx="1" presStyleCnt="5">
        <dgm:presLayoutVars>
          <dgm:bulletEnabled val="1"/>
        </dgm:presLayoutVars>
      </dgm:prSet>
      <dgm:spPr/>
    </dgm:pt>
    <dgm:pt modelId="{FF7708D9-3A07-4451-8C26-98E397482ACF}" type="pres">
      <dgm:prSet presAssocID="{B20B9AFD-1BE2-4F18-88B9-492A29968D3F}" presName="FiveNodes_3" presStyleLbl="node1" presStyleIdx="2" presStyleCnt="5">
        <dgm:presLayoutVars>
          <dgm:bulletEnabled val="1"/>
        </dgm:presLayoutVars>
      </dgm:prSet>
      <dgm:spPr/>
    </dgm:pt>
    <dgm:pt modelId="{B312A2AF-82EF-45B6-B218-7B57ECF74F3E}" type="pres">
      <dgm:prSet presAssocID="{B20B9AFD-1BE2-4F18-88B9-492A29968D3F}" presName="FiveNodes_4" presStyleLbl="node1" presStyleIdx="3" presStyleCnt="5">
        <dgm:presLayoutVars>
          <dgm:bulletEnabled val="1"/>
        </dgm:presLayoutVars>
      </dgm:prSet>
      <dgm:spPr/>
    </dgm:pt>
    <dgm:pt modelId="{310558EA-35DB-48A3-9CBE-93760ADBCD74}" type="pres">
      <dgm:prSet presAssocID="{B20B9AFD-1BE2-4F18-88B9-492A29968D3F}" presName="FiveNodes_5" presStyleLbl="node1" presStyleIdx="4" presStyleCnt="5">
        <dgm:presLayoutVars>
          <dgm:bulletEnabled val="1"/>
        </dgm:presLayoutVars>
      </dgm:prSet>
      <dgm:spPr/>
    </dgm:pt>
    <dgm:pt modelId="{B2FB612C-089E-4227-BACA-B0CB0994AE0D}" type="pres">
      <dgm:prSet presAssocID="{B20B9AFD-1BE2-4F18-88B9-492A29968D3F}" presName="FiveConn_1-2" presStyleLbl="fgAccFollowNode1" presStyleIdx="0" presStyleCnt="4">
        <dgm:presLayoutVars>
          <dgm:bulletEnabled val="1"/>
        </dgm:presLayoutVars>
      </dgm:prSet>
      <dgm:spPr/>
    </dgm:pt>
    <dgm:pt modelId="{2CBC7C9D-5B0F-45D1-8396-A62A47312890}" type="pres">
      <dgm:prSet presAssocID="{B20B9AFD-1BE2-4F18-88B9-492A29968D3F}" presName="FiveConn_2-3" presStyleLbl="fgAccFollowNode1" presStyleIdx="1" presStyleCnt="4">
        <dgm:presLayoutVars>
          <dgm:bulletEnabled val="1"/>
        </dgm:presLayoutVars>
      </dgm:prSet>
      <dgm:spPr/>
    </dgm:pt>
    <dgm:pt modelId="{C85E0014-3286-4A66-8F85-F2D242DE5813}" type="pres">
      <dgm:prSet presAssocID="{B20B9AFD-1BE2-4F18-88B9-492A29968D3F}" presName="FiveConn_3-4" presStyleLbl="fgAccFollowNode1" presStyleIdx="2" presStyleCnt="4">
        <dgm:presLayoutVars>
          <dgm:bulletEnabled val="1"/>
        </dgm:presLayoutVars>
      </dgm:prSet>
      <dgm:spPr/>
    </dgm:pt>
    <dgm:pt modelId="{68EF2066-E7B3-455B-8E20-A1C41F05C496}" type="pres">
      <dgm:prSet presAssocID="{B20B9AFD-1BE2-4F18-88B9-492A29968D3F}" presName="FiveConn_4-5" presStyleLbl="fgAccFollowNode1" presStyleIdx="3" presStyleCnt="4">
        <dgm:presLayoutVars>
          <dgm:bulletEnabled val="1"/>
        </dgm:presLayoutVars>
      </dgm:prSet>
      <dgm:spPr/>
    </dgm:pt>
    <dgm:pt modelId="{602CE025-1B85-433D-A075-5DE79DD5B54B}" type="pres">
      <dgm:prSet presAssocID="{B20B9AFD-1BE2-4F18-88B9-492A29968D3F}" presName="FiveNodes_1_text" presStyleLbl="node1" presStyleIdx="4" presStyleCnt="5">
        <dgm:presLayoutVars>
          <dgm:bulletEnabled val="1"/>
        </dgm:presLayoutVars>
      </dgm:prSet>
      <dgm:spPr/>
    </dgm:pt>
    <dgm:pt modelId="{8B8236A1-330D-4774-AA5A-7C546087C503}" type="pres">
      <dgm:prSet presAssocID="{B20B9AFD-1BE2-4F18-88B9-492A29968D3F}" presName="FiveNodes_2_text" presStyleLbl="node1" presStyleIdx="4" presStyleCnt="5">
        <dgm:presLayoutVars>
          <dgm:bulletEnabled val="1"/>
        </dgm:presLayoutVars>
      </dgm:prSet>
      <dgm:spPr/>
    </dgm:pt>
    <dgm:pt modelId="{E68EBC55-B7D2-444C-A63C-CB665008939A}" type="pres">
      <dgm:prSet presAssocID="{B20B9AFD-1BE2-4F18-88B9-492A29968D3F}" presName="FiveNodes_3_text" presStyleLbl="node1" presStyleIdx="4" presStyleCnt="5">
        <dgm:presLayoutVars>
          <dgm:bulletEnabled val="1"/>
        </dgm:presLayoutVars>
      </dgm:prSet>
      <dgm:spPr/>
    </dgm:pt>
    <dgm:pt modelId="{D58C1F37-E484-4613-9D25-2EA6EC686D5E}" type="pres">
      <dgm:prSet presAssocID="{B20B9AFD-1BE2-4F18-88B9-492A29968D3F}" presName="FiveNodes_4_text" presStyleLbl="node1" presStyleIdx="4" presStyleCnt="5">
        <dgm:presLayoutVars>
          <dgm:bulletEnabled val="1"/>
        </dgm:presLayoutVars>
      </dgm:prSet>
      <dgm:spPr/>
    </dgm:pt>
    <dgm:pt modelId="{D9F3A0AF-7872-4D58-9264-23B697396F10}" type="pres">
      <dgm:prSet presAssocID="{B20B9AFD-1BE2-4F18-88B9-492A29968D3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041ACE14-69AC-4DD2-AC3A-F5D3F1F5A3CF}" type="presOf" srcId="{01F83C8E-2214-4790-BF3A-F20894F3C0D4}" destId="{310558EA-35DB-48A3-9CBE-93760ADBCD74}" srcOrd="0" destOrd="0" presId="urn:microsoft.com/office/officeart/2005/8/layout/vProcess5"/>
    <dgm:cxn modelId="{D838DA31-547F-4697-98FA-58A5C21DD9CB}" type="presOf" srcId="{B20B9AFD-1BE2-4F18-88B9-492A29968D3F}" destId="{BFE4C712-B452-4581-A4D2-1130E99E0CC0}" srcOrd="0" destOrd="0" presId="urn:microsoft.com/office/officeart/2005/8/layout/vProcess5"/>
    <dgm:cxn modelId="{D189A740-9D6B-4B54-A5DF-6D98E75D3206}" type="presOf" srcId="{01F83C8E-2214-4790-BF3A-F20894F3C0D4}" destId="{D9F3A0AF-7872-4D58-9264-23B697396F10}" srcOrd="1" destOrd="0" presId="urn:microsoft.com/office/officeart/2005/8/layout/vProcess5"/>
    <dgm:cxn modelId="{0B79F340-353C-469A-9D4C-8D679740010B}" type="presOf" srcId="{00CA39AA-98B5-4D32-9546-694C706C10D1}" destId="{1CAFF299-20DE-4C45-9B03-A62F79F8E1E7}" srcOrd="0" destOrd="0" presId="urn:microsoft.com/office/officeart/2005/8/layout/vProcess5"/>
    <dgm:cxn modelId="{20DE8F5E-8DC4-4FC5-8BD5-7FEC78040FD6}" srcId="{B20B9AFD-1BE2-4F18-88B9-492A29968D3F}" destId="{01F83C8E-2214-4790-BF3A-F20894F3C0D4}" srcOrd="4" destOrd="0" parTransId="{92F8C2D3-BBE0-46C4-9DB9-E5E54DC43C92}" sibTransId="{69190F31-EAF7-4D8D-A776-23B7AB41BECC}"/>
    <dgm:cxn modelId="{E304DA58-0DF8-4156-AEAB-8282A3A09DC7}" srcId="{B20B9AFD-1BE2-4F18-88B9-492A29968D3F}" destId="{3D5042B2-EAE5-49A4-BC49-3BCE584A2AAF}" srcOrd="3" destOrd="0" parTransId="{301FB835-F3C2-4121-8078-ED58FF8842A3}" sibTransId="{769B5719-0CD7-4D51-8720-35E19C3EFDD9}"/>
    <dgm:cxn modelId="{5FB36679-F8DB-4490-8098-17CA4D9BE06C}" srcId="{B20B9AFD-1BE2-4F18-88B9-492A29968D3F}" destId="{82AB8EE6-F4FD-4568-A8BA-0E0A5B1FA8FF}" srcOrd="2" destOrd="0" parTransId="{F210414E-F79F-4515-9118-BA804B87B6A2}" sibTransId="{2B71F18F-2B1B-4825-BF49-A33AC7F36AE3}"/>
    <dgm:cxn modelId="{08A40B85-78C5-4A25-959D-65924351C0E4}" type="presOf" srcId="{B3902992-D777-4606-A14C-7CAE68282BB3}" destId="{963769D9-DBEA-4D8F-BC65-5D7A84EAF46E}" srcOrd="0" destOrd="0" presId="urn:microsoft.com/office/officeart/2005/8/layout/vProcess5"/>
    <dgm:cxn modelId="{EB5E1386-5AE7-444E-B08C-B3B06D6D6043}" type="presOf" srcId="{769B5719-0CD7-4D51-8720-35E19C3EFDD9}" destId="{68EF2066-E7B3-455B-8E20-A1C41F05C496}" srcOrd="0" destOrd="0" presId="urn:microsoft.com/office/officeart/2005/8/layout/vProcess5"/>
    <dgm:cxn modelId="{17A47A86-C966-4F6D-9F29-80A2FBCF91FF}" type="presOf" srcId="{82AB8EE6-F4FD-4568-A8BA-0E0A5B1FA8FF}" destId="{E68EBC55-B7D2-444C-A63C-CB665008939A}" srcOrd="1" destOrd="0" presId="urn:microsoft.com/office/officeart/2005/8/layout/vProcess5"/>
    <dgm:cxn modelId="{965B1D90-B3EE-433A-AC73-CDF5257EC109}" type="presOf" srcId="{2B71F18F-2B1B-4825-BF49-A33AC7F36AE3}" destId="{C85E0014-3286-4A66-8F85-F2D242DE5813}" srcOrd="0" destOrd="0" presId="urn:microsoft.com/office/officeart/2005/8/layout/vProcess5"/>
    <dgm:cxn modelId="{6F019F9C-87DF-4441-A5DE-40A6E4ED6DA2}" type="presOf" srcId="{1B5E4919-7FE8-4CCE-B589-C8BB1CB6E8F5}" destId="{2CBC7C9D-5B0F-45D1-8396-A62A47312890}" srcOrd="0" destOrd="0" presId="urn:microsoft.com/office/officeart/2005/8/layout/vProcess5"/>
    <dgm:cxn modelId="{E08F55A8-D20C-43B2-B8F1-34BFA3335F83}" type="presOf" srcId="{82AB8EE6-F4FD-4568-A8BA-0E0A5B1FA8FF}" destId="{FF7708D9-3A07-4451-8C26-98E397482ACF}" srcOrd="0" destOrd="0" presId="urn:microsoft.com/office/officeart/2005/8/layout/vProcess5"/>
    <dgm:cxn modelId="{55F6D5C6-4697-4B9C-9613-0C9E566AB142}" type="presOf" srcId="{70789CE1-6B51-4905-9D8A-FEB070212A5F}" destId="{B2FB612C-089E-4227-BACA-B0CB0994AE0D}" srcOrd="0" destOrd="0" presId="urn:microsoft.com/office/officeart/2005/8/layout/vProcess5"/>
    <dgm:cxn modelId="{CB2FB0CD-8BB8-491D-9C1C-38DE78AFA4AD}" type="presOf" srcId="{3D5042B2-EAE5-49A4-BC49-3BCE584A2AAF}" destId="{B312A2AF-82EF-45B6-B218-7B57ECF74F3E}" srcOrd="0" destOrd="0" presId="urn:microsoft.com/office/officeart/2005/8/layout/vProcess5"/>
    <dgm:cxn modelId="{1F6AD3CF-7E33-4FB6-8D66-FA101F2050A4}" srcId="{B20B9AFD-1BE2-4F18-88B9-492A29968D3F}" destId="{B3902992-D777-4606-A14C-7CAE68282BB3}" srcOrd="1" destOrd="0" parTransId="{7B1DD013-8C5E-46BF-AC46-D47C690F1AF0}" sibTransId="{1B5E4919-7FE8-4CCE-B589-C8BB1CB6E8F5}"/>
    <dgm:cxn modelId="{60AFFDD9-763F-4F5F-A303-79C781FE5840}" type="presOf" srcId="{00CA39AA-98B5-4D32-9546-694C706C10D1}" destId="{602CE025-1B85-433D-A075-5DE79DD5B54B}" srcOrd="1" destOrd="0" presId="urn:microsoft.com/office/officeart/2005/8/layout/vProcess5"/>
    <dgm:cxn modelId="{C2243FF8-9403-4A63-B416-473309F14B55}" type="presOf" srcId="{3D5042B2-EAE5-49A4-BC49-3BCE584A2AAF}" destId="{D58C1F37-E484-4613-9D25-2EA6EC686D5E}" srcOrd="1" destOrd="0" presId="urn:microsoft.com/office/officeart/2005/8/layout/vProcess5"/>
    <dgm:cxn modelId="{E16A50FF-127F-4C46-A085-A527A31429A6}" type="presOf" srcId="{B3902992-D777-4606-A14C-7CAE68282BB3}" destId="{8B8236A1-330D-4774-AA5A-7C546087C503}" srcOrd="1" destOrd="0" presId="urn:microsoft.com/office/officeart/2005/8/layout/vProcess5"/>
    <dgm:cxn modelId="{E172AEFF-0622-43BB-9E2A-33CDF19FB56D}" srcId="{B20B9AFD-1BE2-4F18-88B9-492A29968D3F}" destId="{00CA39AA-98B5-4D32-9546-694C706C10D1}" srcOrd="0" destOrd="0" parTransId="{DA2780FF-AEE9-4391-BA43-754C55F59B11}" sibTransId="{70789CE1-6B51-4905-9D8A-FEB070212A5F}"/>
    <dgm:cxn modelId="{F4CC587A-34E9-49A4-BB8E-BFB9970AD31C}" type="presParOf" srcId="{BFE4C712-B452-4581-A4D2-1130E99E0CC0}" destId="{36FD8EE1-E7BB-40E9-ADF6-9FE41BA117FF}" srcOrd="0" destOrd="0" presId="urn:microsoft.com/office/officeart/2005/8/layout/vProcess5"/>
    <dgm:cxn modelId="{36871B5D-C6F5-4108-BB33-8B64D12B186D}" type="presParOf" srcId="{BFE4C712-B452-4581-A4D2-1130E99E0CC0}" destId="{1CAFF299-20DE-4C45-9B03-A62F79F8E1E7}" srcOrd="1" destOrd="0" presId="urn:microsoft.com/office/officeart/2005/8/layout/vProcess5"/>
    <dgm:cxn modelId="{82A7CD34-E240-4094-8693-9B8BC9066B97}" type="presParOf" srcId="{BFE4C712-B452-4581-A4D2-1130E99E0CC0}" destId="{963769D9-DBEA-4D8F-BC65-5D7A84EAF46E}" srcOrd="2" destOrd="0" presId="urn:microsoft.com/office/officeart/2005/8/layout/vProcess5"/>
    <dgm:cxn modelId="{D99AF0B8-A96B-42CE-B4D0-53E9A2463F8C}" type="presParOf" srcId="{BFE4C712-B452-4581-A4D2-1130E99E0CC0}" destId="{FF7708D9-3A07-4451-8C26-98E397482ACF}" srcOrd="3" destOrd="0" presId="urn:microsoft.com/office/officeart/2005/8/layout/vProcess5"/>
    <dgm:cxn modelId="{C8CD6F3C-AB90-467C-A9E6-B70286523FE5}" type="presParOf" srcId="{BFE4C712-B452-4581-A4D2-1130E99E0CC0}" destId="{B312A2AF-82EF-45B6-B218-7B57ECF74F3E}" srcOrd="4" destOrd="0" presId="urn:microsoft.com/office/officeart/2005/8/layout/vProcess5"/>
    <dgm:cxn modelId="{BFB2E797-9B8C-44B8-8AB3-CE82EC24A68C}" type="presParOf" srcId="{BFE4C712-B452-4581-A4D2-1130E99E0CC0}" destId="{310558EA-35DB-48A3-9CBE-93760ADBCD74}" srcOrd="5" destOrd="0" presId="urn:microsoft.com/office/officeart/2005/8/layout/vProcess5"/>
    <dgm:cxn modelId="{C1DB3B59-0747-4B8E-8BDA-72E9E1A1C847}" type="presParOf" srcId="{BFE4C712-B452-4581-A4D2-1130E99E0CC0}" destId="{B2FB612C-089E-4227-BACA-B0CB0994AE0D}" srcOrd="6" destOrd="0" presId="urn:microsoft.com/office/officeart/2005/8/layout/vProcess5"/>
    <dgm:cxn modelId="{55615360-CE4B-4F63-8D02-E127BDF62E15}" type="presParOf" srcId="{BFE4C712-B452-4581-A4D2-1130E99E0CC0}" destId="{2CBC7C9D-5B0F-45D1-8396-A62A47312890}" srcOrd="7" destOrd="0" presId="urn:microsoft.com/office/officeart/2005/8/layout/vProcess5"/>
    <dgm:cxn modelId="{7ABE03E7-4877-4ADD-B265-0EF49F1F80CF}" type="presParOf" srcId="{BFE4C712-B452-4581-A4D2-1130E99E0CC0}" destId="{C85E0014-3286-4A66-8F85-F2D242DE5813}" srcOrd="8" destOrd="0" presId="urn:microsoft.com/office/officeart/2005/8/layout/vProcess5"/>
    <dgm:cxn modelId="{B26985E6-C026-4ABC-96D1-533AAFFDD05D}" type="presParOf" srcId="{BFE4C712-B452-4581-A4D2-1130E99E0CC0}" destId="{68EF2066-E7B3-455B-8E20-A1C41F05C496}" srcOrd="9" destOrd="0" presId="urn:microsoft.com/office/officeart/2005/8/layout/vProcess5"/>
    <dgm:cxn modelId="{39027CA2-8289-43FD-9517-F65CB486C4A5}" type="presParOf" srcId="{BFE4C712-B452-4581-A4D2-1130E99E0CC0}" destId="{602CE025-1B85-433D-A075-5DE79DD5B54B}" srcOrd="10" destOrd="0" presId="urn:microsoft.com/office/officeart/2005/8/layout/vProcess5"/>
    <dgm:cxn modelId="{800F894D-AFC8-4714-8DAF-03A7DD434ED9}" type="presParOf" srcId="{BFE4C712-B452-4581-A4D2-1130E99E0CC0}" destId="{8B8236A1-330D-4774-AA5A-7C546087C503}" srcOrd="11" destOrd="0" presId="urn:microsoft.com/office/officeart/2005/8/layout/vProcess5"/>
    <dgm:cxn modelId="{76595F90-46CF-4CDC-8B83-8511B770F9FA}" type="presParOf" srcId="{BFE4C712-B452-4581-A4D2-1130E99E0CC0}" destId="{E68EBC55-B7D2-444C-A63C-CB665008939A}" srcOrd="12" destOrd="0" presId="urn:microsoft.com/office/officeart/2005/8/layout/vProcess5"/>
    <dgm:cxn modelId="{B4BD90C1-DC9E-499A-8AF5-B6E63E65E720}" type="presParOf" srcId="{BFE4C712-B452-4581-A4D2-1130E99E0CC0}" destId="{D58C1F37-E484-4613-9D25-2EA6EC686D5E}" srcOrd="13" destOrd="0" presId="urn:microsoft.com/office/officeart/2005/8/layout/vProcess5"/>
    <dgm:cxn modelId="{04A634FF-4222-4EAC-A02A-6B12EECC6AA6}" type="presParOf" srcId="{BFE4C712-B452-4581-A4D2-1130E99E0CC0}" destId="{D9F3A0AF-7872-4D58-9264-23B697396F1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FD59C3-2377-4EE5-A4EB-150A5E986134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4BC4E87E-BCB2-48FF-8293-12E75F1AD588}">
      <dgm:prSet phldrT="[文本]" custT="1"/>
      <dgm:spPr/>
      <dgm:t>
        <a:bodyPr/>
        <a:lstStyle/>
        <a:p>
          <a:r>
            <a:rPr lang="zh-CN" sz="1800" b="1" dirty="0"/>
            <a:t>新建</a:t>
          </a:r>
          <a:r>
            <a:rPr lang="en-US" sz="1800" b="1" dirty="0"/>
            <a:t>STM32CubeMX</a:t>
          </a:r>
          <a:r>
            <a:rPr lang="zh-CN" sz="1800" b="1" dirty="0"/>
            <a:t>工程，选择</a:t>
          </a:r>
          <a:r>
            <a:rPr lang="en-US" sz="1800" b="1" dirty="0"/>
            <a:t>MCU</a:t>
          </a:r>
          <a:endParaRPr lang="zh-CN" altLang="en-US" sz="1800" dirty="0"/>
        </a:p>
      </dgm:t>
    </dgm:pt>
    <dgm:pt modelId="{145D3E99-07BA-4D1D-A694-3B11C0FB41D2}" type="parTrans" cxnId="{31CB78DA-6B54-400F-8E1D-A7D787F124D7}">
      <dgm:prSet/>
      <dgm:spPr/>
      <dgm:t>
        <a:bodyPr/>
        <a:lstStyle/>
        <a:p>
          <a:endParaRPr lang="zh-CN" altLang="en-US" sz="3200"/>
        </a:p>
      </dgm:t>
    </dgm:pt>
    <dgm:pt modelId="{A1E7FF71-0E6C-437B-951E-DC759DE1EF30}" type="sibTrans" cxnId="{31CB78DA-6B54-400F-8E1D-A7D787F124D7}">
      <dgm:prSet/>
      <dgm:spPr/>
      <dgm:t>
        <a:bodyPr/>
        <a:lstStyle/>
        <a:p>
          <a:endParaRPr lang="zh-CN" altLang="en-US" sz="3200"/>
        </a:p>
      </dgm:t>
    </dgm:pt>
    <dgm:pt modelId="{9FF358D5-CEAA-4F44-984A-806EB8502955}">
      <dgm:prSet phldrT="[文本]"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/>
            <a:t>STM32CubeMX</a:t>
          </a:r>
          <a:r>
            <a:rPr lang="zh-CN" sz="1800" b="1" dirty="0"/>
            <a:t>功能参数配置</a:t>
          </a:r>
          <a:endParaRPr lang="zh-CN" altLang="en-US" sz="1800" dirty="0"/>
        </a:p>
      </dgm:t>
    </dgm:pt>
    <dgm:pt modelId="{692A2ADD-4162-451E-9945-78B829236339}" type="parTrans" cxnId="{869A7BF2-E8AC-4F94-B4E4-E3AF50505D7F}">
      <dgm:prSet/>
      <dgm:spPr/>
      <dgm:t>
        <a:bodyPr/>
        <a:lstStyle/>
        <a:p>
          <a:endParaRPr lang="zh-CN" altLang="en-US" sz="3200"/>
        </a:p>
      </dgm:t>
    </dgm:pt>
    <dgm:pt modelId="{F04ADFBB-68E3-442D-8060-23D4CF78358D}" type="sibTrans" cxnId="{869A7BF2-E8AC-4F94-B4E4-E3AF50505D7F}">
      <dgm:prSet/>
      <dgm:spPr/>
      <dgm:t>
        <a:bodyPr/>
        <a:lstStyle/>
        <a:p>
          <a:endParaRPr lang="zh-CN" altLang="en-US" sz="3200"/>
        </a:p>
      </dgm:t>
    </dgm:pt>
    <dgm:pt modelId="{AF94DE5F-EC5C-43CF-A8C9-73E06BB0D41B}">
      <dgm:prSet phldrT="[文本]" custT="1"/>
      <dgm:spPr/>
      <dgm:t>
        <a:bodyPr/>
        <a:lstStyle/>
        <a:p>
          <a:r>
            <a:rPr lang="zh-CN" altLang="en-US" sz="1800" b="1" dirty="0"/>
            <a:t>生成工程代码</a:t>
          </a:r>
          <a:endParaRPr lang="zh-CN" altLang="en-US" sz="1800" dirty="0"/>
        </a:p>
      </dgm:t>
    </dgm:pt>
    <dgm:pt modelId="{5055C4F0-1F25-44FB-A6A1-8220906DBEA0}" type="parTrans" cxnId="{B2D575FC-4CFF-4413-BDF7-3BE9D62B304C}">
      <dgm:prSet/>
      <dgm:spPr/>
      <dgm:t>
        <a:bodyPr/>
        <a:lstStyle/>
        <a:p>
          <a:endParaRPr lang="zh-CN" altLang="en-US" sz="3200"/>
        </a:p>
      </dgm:t>
    </dgm:pt>
    <dgm:pt modelId="{C445B0C2-7A85-41F6-B4F9-FCBDBAAEDBFB}" type="sibTrans" cxnId="{B2D575FC-4CFF-4413-BDF7-3BE9D62B304C}">
      <dgm:prSet/>
      <dgm:spPr/>
      <dgm:t>
        <a:bodyPr/>
        <a:lstStyle/>
        <a:p>
          <a:endParaRPr lang="zh-CN" altLang="en-US" sz="3200"/>
        </a:p>
      </dgm:t>
    </dgm:pt>
    <dgm:pt modelId="{3E336CA0-661C-4A3B-8D64-17BD820118C6}">
      <dgm:prSet phldrT="[文本]" custT="1"/>
      <dgm:spPr/>
      <dgm:t>
        <a:bodyPr/>
        <a:lstStyle/>
        <a:p>
          <a:r>
            <a:rPr lang="zh-CN" altLang="en-US" sz="1800" b="1" dirty="0"/>
            <a:t>编写应用程序</a:t>
          </a:r>
          <a:endParaRPr lang="zh-CN" altLang="en-US" sz="1800" dirty="0"/>
        </a:p>
      </dgm:t>
    </dgm:pt>
    <dgm:pt modelId="{4C686F72-57D2-4DC7-ADAF-E99FDB739E4C}" type="parTrans" cxnId="{DA4EFA11-7C01-459D-903E-9571E70A3CA8}">
      <dgm:prSet/>
      <dgm:spPr/>
      <dgm:t>
        <a:bodyPr/>
        <a:lstStyle/>
        <a:p>
          <a:endParaRPr lang="zh-CN" altLang="en-US" sz="3200"/>
        </a:p>
      </dgm:t>
    </dgm:pt>
    <dgm:pt modelId="{3BFFCFFD-E6BA-45BD-BB24-B0C3E944D3CC}" type="sibTrans" cxnId="{DA4EFA11-7C01-459D-903E-9571E70A3CA8}">
      <dgm:prSet/>
      <dgm:spPr/>
      <dgm:t>
        <a:bodyPr/>
        <a:lstStyle/>
        <a:p>
          <a:endParaRPr lang="zh-CN" altLang="en-US" sz="3200"/>
        </a:p>
      </dgm:t>
    </dgm:pt>
    <dgm:pt modelId="{0A7AAE6D-DF8C-41C3-BD28-1A5DE184833C}">
      <dgm:prSet phldrT="[文本]" custT="1"/>
      <dgm:spPr/>
      <dgm:t>
        <a:bodyPr/>
        <a:lstStyle/>
        <a:p>
          <a:r>
            <a:rPr lang="zh-CN" altLang="en-US" sz="1800" b="1"/>
            <a:t>下载调试验证</a:t>
          </a:r>
          <a:endParaRPr lang="zh-CN" altLang="en-US" sz="1800" dirty="0"/>
        </a:p>
      </dgm:t>
    </dgm:pt>
    <dgm:pt modelId="{B60C203B-DFCC-4DE2-8551-1AA4E265A9C8}" type="parTrans" cxnId="{1385F6F3-5059-4471-8E3B-EF1A29B0D8E2}">
      <dgm:prSet/>
      <dgm:spPr/>
      <dgm:t>
        <a:bodyPr/>
        <a:lstStyle/>
        <a:p>
          <a:endParaRPr lang="zh-CN" altLang="en-US" sz="3200"/>
        </a:p>
      </dgm:t>
    </dgm:pt>
    <dgm:pt modelId="{C6AEA220-0F15-4BC1-A92C-987A33E36B18}" type="sibTrans" cxnId="{1385F6F3-5059-4471-8E3B-EF1A29B0D8E2}">
      <dgm:prSet/>
      <dgm:spPr/>
      <dgm:t>
        <a:bodyPr/>
        <a:lstStyle/>
        <a:p>
          <a:endParaRPr lang="zh-CN" altLang="en-US" sz="3200"/>
        </a:p>
      </dgm:t>
    </dgm:pt>
    <dgm:pt modelId="{A293DF9F-1C46-4A35-97C0-A07CAB6817BE}" type="pres">
      <dgm:prSet presAssocID="{B7FD59C3-2377-4EE5-A4EB-150A5E986134}" presName="Name0" presStyleCnt="0">
        <dgm:presLayoutVars>
          <dgm:dir/>
          <dgm:resizeHandles val="exact"/>
        </dgm:presLayoutVars>
      </dgm:prSet>
      <dgm:spPr/>
    </dgm:pt>
    <dgm:pt modelId="{0180920E-E6B7-473B-A9D3-1F85DFE2575E}" type="pres">
      <dgm:prSet presAssocID="{4BC4E87E-BCB2-48FF-8293-12E75F1AD588}" presName="node" presStyleLbl="node1" presStyleIdx="0" presStyleCnt="5">
        <dgm:presLayoutVars>
          <dgm:bulletEnabled val="1"/>
        </dgm:presLayoutVars>
      </dgm:prSet>
      <dgm:spPr/>
    </dgm:pt>
    <dgm:pt modelId="{644FCBCF-D797-4034-99BA-7079D9A4F600}" type="pres">
      <dgm:prSet presAssocID="{A1E7FF71-0E6C-437B-951E-DC759DE1EF30}" presName="sibTrans" presStyleLbl="sibTrans2D1" presStyleIdx="0" presStyleCnt="4"/>
      <dgm:spPr/>
    </dgm:pt>
    <dgm:pt modelId="{880D96D4-C1F7-49CF-95C6-E1FC0CA3615D}" type="pres">
      <dgm:prSet presAssocID="{A1E7FF71-0E6C-437B-951E-DC759DE1EF30}" presName="connectorText" presStyleLbl="sibTrans2D1" presStyleIdx="0" presStyleCnt="4"/>
      <dgm:spPr/>
    </dgm:pt>
    <dgm:pt modelId="{FF74BA51-0237-4304-9437-506E313DFC66}" type="pres">
      <dgm:prSet presAssocID="{9FF358D5-CEAA-4F44-984A-806EB8502955}" presName="node" presStyleLbl="node1" presStyleIdx="1" presStyleCnt="5">
        <dgm:presLayoutVars>
          <dgm:bulletEnabled val="1"/>
        </dgm:presLayoutVars>
      </dgm:prSet>
      <dgm:spPr/>
    </dgm:pt>
    <dgm:pt modelId="{557D2FF1-EA0D-4FEF-BA65-DB5E70590D33}" type="pres">
      <dgm:prSet presAssocID="{F04ADFBB-68E3-442D-8060-23D4CF78358D}" presName="sibTrans" presStyleLbl="sibTrans2D1" presStyleIdx="1" presStyleCnt="4"/>
      <dgm:spPr/>
    </dgm:pt>
    <dgm:pt modelId="{08A07E1F-9008-4743-B6DA-29F230E39257}" type="pres">
      <dgm:prSet presAssocID="{F04ADFBB-68E3-442D-8060-23D4CF78358D}" presName="connectorText" presStyleLbl="sibTrans2D1" presStyleIdx="1" presStyleCnt="4"/>
      <dgm:spPr/>
    </dgm:pt>
    <dgm:pt modelId="{80F22BB9-697F-4175-97CE-CA041987EE96}" type="pres">
      <dgm:prSet presAssocID="{AF94DE5F-EC5C-43CF-A8C9-73E06BB0D41B}" presName="node" presStyleLbl="node1" presStyleIdx="2" presStyleCnt="5">
        <dgm:presLayoutVars>
          <dgm:bulletEnabled val="1"/>
        </dgm:presLayoutVars>
      </dgm:prSet>
      <dgm:spPr/>
    </dgm:pt>
    <dgm:pt modelId="{932325F8-5569-4843-B296-D85EDEB86313}" type="pres">
      <dgm:prSet presAssocID="{C445B0C2-7A85-41F6-B4F9-FCBDBAAEDBFB}" presName="sibTrans" presStyleLbl="sibTrans2D1" presStyleIdx="2" presStyleCnt="4"/>
      <dgm:spPr/>
    </dgm:pt>
    <dgm:pt modelId="{9C7E07FD-BA4B-4B05-9C87-D5E5503554A7}" type="pres">
      <dgm:prSet presAssocID="{C445B0C2-7A85-41F6-B4F9-FCBDBAAEDBFB}" presName="connectorText" presStyleLbl="sibTrans2D1" presStyleIdx="2" presStyleCnt="4"/>
      <dgm:spPr/>
    </dgm:pt>
    <dgm:pt modelId="{BD3942B7-8CD9-472B-8C67-B963E826446C}" type="pres">
      <dgm:prSet presAssocID="{3E336CA0-661C-4A3B-8D64-17BD820118C6}" presName="node" presStyleLbl="node1" presStyleIdx="3" presStyleCnt="5">
        <dgm:presLayoutVars>
          <dgm:bulletEnabled val="1"/>
        </dgm:presLayoutVars>
      </dgm:prSet>
      <dgm:spPr/>
    </dgm:pt>
    <dgm:pt modelId="{35703991-0EBF-4858-851D-C6FF46BE9EC3}" type="pres">
      <dgm:prSet presAssocID="{3BFFCFFD-E6BA-45BD-BB24-B0C3E944D3CC}" presName="sibTrans" presStyleLbl="sibTrans2D1" presStyleIdx="3" presStyleCnt="4"/>
      <dgm:spPr/>
    </dgm:pt>
    <dgm:pt modelId="{2A2D76C2-89A7-4418-833A-1700C877F512}" type="pres">
      <dgm:prSet presAssocID="{3BFFCFFD-E6BA-45BD-BB24-B0C3E944D3CC}" presName="connectorText" presStyleLbl="sibTrans2D1" presStyleIdx="3" presStyleCnt="4"/>
      <dgm:spPr/>
    </dgm:pt>
    <dgm:pt modelId="{C6F262EF-0BB1-42D6-ADB9-4E9E982D5345}" type="pres">
      <dgm:prSet presAssocID="{0A7AAE6D-DF8C-41C3-BD28-1A5DE184833C}" presName="node" presStyleLbl="node1" presStyleIdx="4" presStyleCnt="5">
        <dgm:presLayoutVars>
          <dgm:bulletEnabled val="1"/>
        </dgm:presLayoutVars>
      </dgm:prSet>
      <dgm:spPr/>
    </dgm:pt>
  </dgm:ptLst>
  <dgm:cxnLst>
    <dgm:cxn modelId="{77F24C09-91E8-4F58-A9BE-2BAC1B66B308}" type="presOf" srcId="{3BFFCFFD-E6BA-45BD-BB24-B0C3E944D3CC}" destId="{35703991-0EBF-4858-851D-C6FF46BE9EC3}" srcOrd="0" destOrd="0" presId="urn:microsoft.com/office/officeart/2005/8/layout/process1"/>
    <dgm:cxn modelId="{DA4EFA11-7C01-459D-903E-9571E70A3CA8}" srcId="{B7FD59C3-2377-4EE5-A4EB-150A5E986134}" destId="{3E336CA0-661C-4A3B-8D64-17BD820118C6}" srcOrd="3" destOrd="0" parTransId="{4C686F72-57D2-4DC7-ADAF-E99FDB739E4C}" sibTransId="{3BFFCFFD-E6BA-45BD-BB24-B0C3E944D3CC}"/>
    <dgm:cxn modelId="{CFA9F826-C3F1-4126-A444-7AC748E2B3E2}" type="presOf" srcId="{0A7AAE6D-DF8C-41C3-BD28-1A5DE184833C}" destId="{C6F262EF-0BB1-42D6-ADB9-4E9E982D5345}" srcOrd="0" destOrd="0" presId="urn:microsoft.com/office/officeart/2005/8/layout/process1"/>
    <dgm:cxn modelId="{990E1F40-CFE4-4C3B-90C9-68B934ACE233}" type="presOf" srcId="{4BC4E87E-BCB2-48FF-8293-12E75F1AD588}" destId="{0180920E-E6B7-473B-A9D3-1F85DFE2575E}" srcOrd="0" destOrd="0" presId="urn:microsoft.com/office/officeart/2005/8/layout/process1"/>
    <dgm:cxn modelId="{F8E0CA6D-7AA8-4302-BC91-4B84E8625423}" type="presOf" srcId="{AF94DE5F-EC5C-43CF-A8C9-73E06BB0D41B}" destId="{80F22BB9-697F-4175-97CE-CA041987EE96}" srcOrd="0" destOrd="0" presId="urn:microsoft.com/office/officeart/2005/8/layout/process1"/>
    <dgm:cxn modelId="{6CD3554F-9AA5-449A-A188-C6CD8314D955}" type="presOf" srcId="{F04ADFBB-68E3-442D-8060-23D4CF78358D}" destId="{557D2FF1-EA0D-4FEF-BA65-DB5E70590D33}" srcOrd="0" destOrd="0" presId="urn:microsoft.com/office/officeart/2005/8/layout/process1"/>
    <dgm:cxn modelId="{38C4EE56-CA24-479E-B504-056FDF381B50}" type="presOf" srcId="{A1E7FF71-0E6C-437B-951E-DC759DE1EF30}" destId="{644FCBCF-D797-4034-99BA-7079D9A4F600}" srcOrd="0" destOrd="0" presId="urn:microsoft.com/office/officeart/2005/8/layout/process1"/>
    <dgm:cxn modelId="{8BBFB086-B352-460B-8FE9-A018EADFADF7}" type="presOf" srcId="{A1E7FF71-0E6C-437B-951E-DC759DE1EF30}" destId="{880D96D4-C1F7-49CF-95C6-E1FC0CA3615D}" srcOrd="1" destOrd="0" presId="urn:microsoft.com/office/officeart/2005/8/layout/process1"/>
    <dgm:cxn modelId="{A8C66287-DC89-439F-9ACC-D2F365B8297F}" type="presOf" srcId="{C445B0C2-7A85-41F6-B4F9-FCBDBAAEDBFB}" destId="{932325F8-5569-4843-B296-D85EDEB86313}" srcOrd="0" destOrd="0" presId="urn:microsoft.com/office/officeart/2005/8/layout/process1"/>
    <dgm:cxn modelId="{3833D69C-5340-4EB7-8B4A-93A32A171B7B}" type="presOf" srcId="{C445B0C2-7A85-41F6-B4F9-FCBDBAAEDBFB}" destId="{9C7E07FD-BA4B-4B05-9C87-D5E5503554A7}" srcOrd="1" destOrd="0" presId="urn:microsoft.com/office/officeart/2005/8/layout/process1"/>
    <dgm:cxn modelId="{ADD8C4AA-B826-4FBA-9608-1FBB9FA4A976}" type="presOf" srcId="{B7FD59C3-2377-4EE5-A4EB-150A5E986134}" destId="{A293DF9F-1C46-4A35-97C0-A07CAB6817BE}" srcOrd="0" destOrd="0" presId="urn:microsoft.com/office/officeart/2005/8/layout/process1"/>
    <dgm:cxn modelId="{E920CFAF-0FDF-4628-8CB4-7DA91391980D}" type="presOf" srcId="{3BFFCFFD-E6BA-45BD-BB24-B0C3E944D3CC}" destId="{2A2D76C2-89A7-4418-833A-1700C877F512}" srcOrd="1" destOrd="0" presId="urn:microsoft.com/office/officeart/2005/8/layout/process1"/>
    <dgm:cxn modelId="{C5C414CE-2F8E-4706-A710-C9DC25AD2788}" type="presOf" srcId="{F04ADFBB-68E3-442D-8060-23D4CF78358D}" destId="{08A07E1F-9008-4743-B6DA-29F230E39257}" srcOrd="1" destOrd="0" presId="urn:microsoft.com/office/officeart/2005/8/layout/process1"/>
    <dgm:cxn modelId="{31CB78DA-6B54-400F-8E1D-A7D787F124D7}" srcId="{B7FD59C3-2377-4EE5-A4EB-150A5E986134}" destId="{4BC4E87E-BCB2-48FF-8293-12E75F1AD588}" srcOrd="0" destOrd="0" parTransId="{145D3E99-07BA-4D1D-A694-3B11C0FB41D2}" sibTransId="{A1E7FF71-0E6C-437B-951E-DC759DE1EF30}"/>
    <dgm:cxn modelId="{300A21E9-1738-4CA6-B2B0-DAEA123550CB}" type="presOf" srcId="{9FF358D5-CEAA-4F44-984A-806EB8502955}" destId="{FF74BA51-0237-4304-9437-506E313DFC66}" srcOrd="0" destOrd="0" presId="urn:microsoft.com/office/officeart/2005/8/layout/process1"/>
    <dgm:cxn modelId="{869A7BF2-E8AC-4F94-B4E4-E3AF50505D7F}" srcId="{B7FD59C3-2377-4EE5-A4EB-150A5E986134}" destId="{9FF358D5-CEAA-4F44-984A-806EB8502955}" srcOrd="1" destOrd="0" parTransId="{692A2ADD-4162-451E-9945-78B829236339}" sibTransId="{F04ADFBB-68E3-442D-8060-23D4CF78358D}"/>
    <dgm:cxn modelId="{1385F6F3-5059-4471-8E3B-EF1A29B0D8E2}" srcId="{B7FD59C3-2377-4EE5-A4EB-150A5E986134}" destId="{0A7AAE6D-DF8C-41C3-BD28-1A5DE184833C}" srcOrd="4" destOrd="0" parTransId="{B60C203B-DFCC-4DE2-8551-1AA4E265A9C8}" sibTransId="{C6AEA220-0F15-4BC1-A92C-987A33E36B18}"/>
    <dgm:cxn modelId="{B2D575FC-4CFF-4413-BDF7-3BE9D62B304C}" srcId="{B7FD59C3-2377-4EE5-A4EB-150A5E986134}" destId="{AF94DE5F-EC5C-43CF-A8C9-73E06BB0D41B}" srcOrd="2" destOrd="0" parTransId="{5055C4F0-1F25-44FB-A6A1-8220906DBEA0}" sibTransId="{C445B0C2-7A85-41F6-B4F9-FCBDBAAEDBFB}"/>
    <dgm:cxn modelId="{754EF7FD-B939-4E37-B5EC-B5D8A93B1B68}" type="presOf" srcId="{3E336CA0-661C-4A3B-8D64-17BD820118C6}" destId="{BD3942B7-8CD9-472B-8C67-B963E826446C}" srcOrd="0" destOrd="0" presId="urn:microsoft.com/office/officeart/2005/8/layout/process1"/>
    <dgm:cxn modelId="{1B9B30A4-D1BB-454B-AF9B-85CC54754E97}" type="presParOf" srcId="{A293DF9F-1C46-4A35-97C0-A07CAB6817BE}" destId="{0180920E-E6B7-473B-A9D3-1F85DFE2575E}" srcOrd="0" destOrd="0" presId="urn:microsoft.com/office/officeart/2005/8/layout/process1"/>
    <dgm:cxn modelId="{D2EDABD0-CB2D-4917-B3C8-CDFAE0D5093A}" type="presParOf" srcId="{A293DF9F-1C46-4A35-97C0-A07CAB6817BE}" destId="{644FCBCF-D797-4034-99BA-7079D9A4F600}" srcOrd="1" destOrd="0" presId="urn:microsoft.com/office/officeart/2005/8/layout/process1"/>
    <dgm:cxn modelId="{ECAC45FA-CA39-4EA9-8E5E-3804134114FB}" type="presParOf" srcId="{644FCBCF-D797-4034-99BA-7079D9A4F600}" destId="{880D96D4-C1F7-49CF-95C6-E1FC0CA3615D}" srcOrd="0" destOrd="0" presId="urn:microsoft.com/office/officeart/2005/8/layout/process1"/>
    <dgm:cxn modelId="{316F1FF9-BA09-446F-9722-05ED65E83EE7}" type="presParOf" srcId="{A293DF9F-1C46-4A35-97C0-A07CAB6817BE}" destId="{FF74BA51-0237-4304-9437-506E313DFC66}" srcOrd="2" destOrd="0" presId="urn:microsoft.com/office/officeart/2005/8/layout/process1"/>
    <dgm:cxn modelId="{CFDD2A01-DC95-4819-83CB-48730DBFE9A6}" type="presParOf" srcId="{A293DF9F-1C46-4A35-97C0-A07CAB6817BE}" destId="{557D2FF1-EA0D-4FEF-BA65-DB5E70590D33}" srcOrd="3" destOrd="0" presId="urn:microsoft.com/office/officeart/2005/8/layout/process1"/>
    <dgm:cxn modelId="{6391EAFE-8490-40FF-B0E2-F3693A85C330}" type="presParOf" srcId="{557D2FF1-EA0D-4FEF-BA65-DB5E70590D33}" destId="{08A07E1F-9008-4743-B6DA-29F230E39257}" srcOrd="0" destOrd="0" presId="urn:microsoft.com/office/officeart/2005/8/layout/process1"/>
    <dgm:cxn modelId="{058C2688-CD9B-49E5-8C3D-7C9FA1FFA991}" type="presParOf" srcId="{A293DF9F-1C46-4A35-97C0-A07CAB6817BE}" destId="{80F22BB9-697F-4175-97CE-CA041987EE96}" srcOrd="4" destOrd="0" presId="urn:microsoft.com/office/officeart/2005/8/layout/process1"/>
    <dgm:cxn modelId="{6CFDF82C-EED4-4FDF-A365-EC022B6D311C}" type="presParOf" srcId="{A293DF9F-1C46-4A35-97C0-A07CAB6817BE}" destId="{932325F8-5569-4843-B296-D85EDEB86313}" srcOrd="5" destOrd="0" presId="urn:microsoft.com/office/officeart/2005/8/layout/process1"/>
    <dgm:cxn modelId="{CD532613-1B5B-43D3-B1D3-031187DE3EDD}" type="presParOf" srcId="{932325F8-5569-4843-B296-D85EDEB86313}" destId="{9C7E07FD-BA4B-4B05-9C87-D5E5503554A7}" srcOrd="0" destOrd="0" presId="urn:microsoft.com/office/officeart/2005/8/layout/process1"/>
    <dgm:cxn modelId="{2245048A-BEE8-495F-B61F-DC1C43F1E87A}" type="presParOf" srcId="{A293DF9F-1C46-4A35-97C0-A07CAB6817BE}" destId="{BD3942B7-8CD9-472B-8C67-B963E826446C}" srcOrd="6" destOrd="0" presId="urn:microsoft.com/office/officeart/2005/8/layout/process1"/>
    <dgm:cxn modelId="{779F578F-5508-438A-884A-0EE03641A9D2}" type="presParOf" srcId="{A293DF9F-1C46-4A35-97C0-A07CAB6817BE}" destId="{35703991-0EBF-4858-851D-C6FF46BE9EC3}" srcOrd="7" destOrd="0" presId="urn:microsoft.com/office/officeart/2005/8/layout/process1"/>
    <dgm:cxn modelId="{13589811-DBEF-4C07-A40C-67CB780BF439}" type="presParOf" srcId="{35703991-0EBF-4858-851D-C6FF46BE9EC3}" destId="{2A2D76C2-89A7-4418-833A-1700C877F512}" srcOrd="0" destOrd="0" presId="urn:microsoft.com/office/officeart/2005/8/layout/process1"/>
    <dgm:cxn modelId="{A71EEBDC-1C73-4F20-A524-0C2E462FAD56}" type="presParOf" srcId="{A293DF9F-1C46-4A35-97C0-A07CAB6817BE}" destId="{C6F262EF-0BB1-42D6-ADB9-4E9E982D5345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023E0B-110A-434E-81CD-742B1EF5490F}" type="doc">
      <dgm:prSet loTypeId="urn:microsoft.com/office/officeart/2005/8/layout/hProcess11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424C882A-EDEC-42AD-B17A-6BFCE67F2D11}">
      <dgm:prSet custT="1"/>
      <dgm:spPr/>
      <dgm:t>
        <a:bodyPr/>
        <a:lstStyle/>
        <a:p>
          <a:pPr algn="ctr" rtl="0"/>
          <a:r>
            <a:rPr lang="zh-CN" altLang="en-US" sz="1600" b="1" dirty="0"/>
            <a:t>应用程序编写完毕</a:t>
          </a:r>
          <a:endParaRPr lang="zh-CN" altLang="en-US" sz="1600" dirty="0"/>
        </a:p>
      </dgm:t>
    </dgm:pt>
    <dgm:pt modelId="{1BE8D085-7083-47D7-AC46-4CBCF13460E4}" type="parTrans" cxnId="{A41B1570-BF75-4F81-9E2B-02B1E07A2513}">
      <dgm:prSet/>
      <dgm:spPr/>
      <dgm:t>
        <a:bodyPr/>
        <a:lstStyle/>
        <a:p>
          <a:pPr algn="ctr"/>
          <a:endParaRPr lang="zh-CN" altLang="en-US" sz="4000"/>
        </a:p>
      </dgm:t>
    </dgm:pt>
    <dgm:pt modelId="{58475586-EC01-4E8C-878B-0853C7CABBD7}" type="sibTrans" cxnId="{A41B1570-BF75-4F81-9E2B-02B1E07A2513}">
      <dgm:prSet/>
      <dgm:spPr/>
      <dgm:t>
        <a:bodyPr/>
        <a:lstStyle/>
        <a:p>
          <a:pPr algn="ctr"/>
          <a:endParaRPr lang="zh-CN" altLang="en-US" sz="4000"/>
        </a:p>
      </dgm:t>
    </dgm:pt>
    <dgm:pt modelId="{8BA6BF71-F0EB-4C7B-B77B-4C611D13A76E}">
      <dgm:prSet custT="1"/>
      <dgm:spPr/>
      <dgm:t>
        <a:bodyPr/>
        <a:lstStyle/>
        <a:p>
          <a:pPr algn="l" rtl="0"/>
          <a:r>
            <a:rPr lang="zh-CN" sz="1600" b="1" dirty="0"/>
            <a:t>重新编译一下工程，生成工程</a:t>
          </a:r>
          <a:r>
            <a:rPr lang="en-US" sz="1600" b="1" dirty="0"/>
            <a:t>hex</a:t>
          </a:r>
          <a:r>
            <a:rPr lang="zh-CN" sz="1600" b="1" dirty="0"/>
            <a:t>文件</a:t>
          </a:r>
          <a:endParaRPr lang="zh-CN" sz="1600" dirty="0"/>
        </a:p>
      </dgm:t>
    </dgm:pt>
    <dgm:pt modelId="{9F5F32DC-712B-4D6A-8403-16598FF89AE8}" type="parTrans" cxnId="{2637DAF7-142D-4726-AA27-84178E83AC9F}">
      <dgm:prSet/>
      <dgm:spPr/>
      <dgm:t>
        <a:bodyPr/>
        <a:lstStyle/>
        <a:p>
          <a:pPr algn="ctr"/>
          <a:endParaRPr lang="zh-CN" altLang="en-US" sz="4000"/>
        </a:p>
      </dgm:t>
    </dgm:pt>
    <dgm:pt modelId="{DD55DF0E-F2DB-4416-BA8E-49853B9D5578}" type="sibTrans" cxnId="{2637DAF7-142D-4726-AA27-84178E83AC9F}">
      <dgm:prSet/>
      <dgm:spPr/>
      <dgm:t>
        <a:bodyPr/>
        <a:lstStyle/>
        <a:p>
          <a:pPr algn="ctr"/>
          <a:endParaRPr lang="zh-CN" altLang="en-US" sz="4000"/>
        </a:p>
      </dgm:t>
    </dgm:pt>
    <dgm:pt modelId="{4E8B7800-6DD4-4B25-BAAA-4D75257942EC}">
      <dgm:prSet custT="1"/>
      <dgm:spPr/>
      <dgm:t>
        <a:bodyPr/>
        <a:lstStyle/>
        <a:p>
          <a:pPr algn="l" rtl="0"/>
          <a:r>
            <a:rPr lang="zh-CN" sz="1600" b="1" dirty="0"/>
            <a:t>通过</a:t>
          </a:r>
          <a:r>
            <a:rPr lang="en-US" sz="1600" b="1" dirty="0"/>
            <a:t>ST-LINK</a:t>
          </a:r>
          <a:r>
            <a:rPr lang="zh-CN" sz="1600" b="1" dirty="0"/>
            <a:t>仿真器或其它下载器下载到目标板</a:t>
          </a:r>
          <a:endParaRPr lang="zh-CN" sz="1600" dirty="0"/>
        </a:p>
      </dgm:t>
    </dgm:pt>
    <dgm:pt modelId="{B685E738-0984-4E89-9F88-9D521DFC16FF}" type="parTrans" cxnId="{AC843356-CF91-41D8-A103-3654CB1711B6}">
      <dgm:prSet/>
      <dgm:spPr/>
      <dgm:t>
        <a:bodyPr/>
        <a:lstStyle/>
        <a:p>
          <a:pPr algn="ctr"/>
          <a:endParaRPr lang="zh-CN" altLang="en-US" sz="4000"/>
        </a:p>
      </dgm:t>
    </dgm:pt>
    <dgm:pt modelId="{E337BA25-AC0B-4184-9172-5E38ACF71E71}" type="sibTrans" cxnId="{AC843356-CF91-41D8-A103-3654CB1711B6}">
      <dgm:prSet/>
      <dgm:spPr/>
      <dgm:t>
        <a:bodyPr/>
        <a:lstStyle/>
        <a:p>
          <a:pPr algn="ctr"/>
          <a:endParaRPr lang="zh-CN" altLang="en-US" sz="4000"/>
        </a:p>
      </dgm:t>
    </dgm:pt>
    <dgm:pt modelId="{EE114941-12A1-4164-AC4D-884A4479D89B}">
      <dgm:prSet custT="1"/>
      <dgm:spPr/>
      <dgm:t>
        <a:bodyPr/>
        <a:lstStyle/>
        <a:p>
          <a:pPr algn="ctr" rtl="0"/>
          <a:r>
            <a:rPr lang="zh-CN" altLang="en-US" sz="1600" b="1" dirty="0"/>
            <a:t>进行验证</a:t>
          </a:r>
          <a:endParaRPr lang="zh-CN" altLang="en-US" sz="1600" dirty="0"/>
        </a:p>
      </dgm:t>
    </dgm:pt>
    <dgm:pt modelId="{F8850023-6601-4870-AEE9-55A3E7D6A98B}" type="parTrans" cxnId="{B6DD88C5-CC5B-4E1F-B432-AAD007FA6D55}">
      <dgm:prSet/>
      <dgm:spPr/>
      <dgm:t>
        <a:bodyPr/>
        <a:lstStyle/>
        <a:p>
          <a:pPr algn="ctr"/>
          <a:endParaRPr lang="zh-CN" altLang="en-US" sz="4000"/>
        </a:p>
      </dgm:t>
    </dgm:pt>
    <dgm:pt modelId="{BF9DEDF7-E05F-4917-BD89-F7A105219DC1}" type="sibTrans" cxnId="{B6DD88C5-CC5B-4E1F-B432-AAD007FA6D55}">
      <dgm:prSet/>
      <dgm:spPr/>
      <dgm:t>
        <a:bodyPr/>
        <a:lstStyle/>
        <a:p>
          <a:pPr algn="ctr"/>
          <a:endParaRPr lang="zh-CN" altLang="en-US" sz="4000"/>
        </a:p>
      </dgm:t>
    </dgm:pt>
    <dgm:pt modelId="{311C8A5B-B1B0-4D6E-A4DB-3E64528D086E}" type="pres">
      <dgm:prSet presAssocID="{A3023E0B-110A-434E-81CD-742B1EF5490F}" presName="Name0" presStyleCnt="0">
        <dgm:presLayoutVars>
          <dgm:dir/>
          <dgm:resizeHandles val="exact"/>
        </dgm:presLayoutVars>
      </dgm:prSet>
      <dgm:spPr/>
    </dgm:pt>
    <dgm:pt modelId="{A7415357-C07F-4627-83CD-168054DB0968}" type="pres">
      <dgm:prSet presAssocID="{A3023E0B-110A-434E-81CD-742B1EF5490F}" presName="arrow" presStyleLbl="bgShp" presStyleIdx="0" presStyleCnt="1"/>
      <dgm:spPr/>
    </dgm:pt>
    <dgm:pt modelId="{D15F1C7A-997D-4467-931D-CDBA3FB20285}" type="pres">
      <dgm:prSet presAssocID="{A3023E0B-110A-434E-81CD-742B1EF5490F}" presName="points" presStyleCnt="0"/>
      <dgm:spPr/>
    </dgm:pt>
    <dgm:pt modelId="{97AFAF0C-A724-4BBB-9293-2E72CDBA92B9}" type="pres">
      <dgm:prSet presAssocID="{424C882A-EDEC-42AD-B17A-6BFCE67F2D11}" presName="compositeA" presStyleCnt="0"/>
      <dgm:spPr/>
    </dgm:pt>
    <dgm:pt modelId="{F47A7F8B-527C-44E2-9A87-F34619FC6766}" type="pres">
      <dgm:prSet presAssocID="{424C882A-EDEC-42AD-B17A-6BFCE67F2D11}" presName="textA" presStyleLbl="revTx" presStyleIdx="0" presStyleCnt="4">
        <dgm:presLayoutVars>
          <dgm:bulletEnabled val="1"/>
        </dgm:presLayoutVars>
      </dgm:prSet>
      <dgm:spPr/>
    </dgm:pt>
    <dgm:pt modelId="{186FFB0F-699A-4AB7-BDA8-075749359B7E}" type="pres">
      <dgm:prSet presAssocID="{424C882A-EDEC-42AD-B17A-6BFCE67F2D11}" presName="circleA" presStyleLbl="node1" presStyleIdx="0" presStyleCnt="4"/>
      <dgm:spPr/>
    </dgm:pt>
    <dgm:pt modelId="{FF80733A-8CD3-4B53-9182-182FD4F716B1}" type="pres">
      <dgm:prSet presAssocID="{424C882A-EDEC-42AD-B17A-6BFCE67F2D11}" presName="spaceA" presStyleCnt="0"/>
      <dgm:spPr/>
    </dgm:pt>
    <dgm:pt modelId="{D96545A8-5284-485F-A67C-D15D2A194462}" type="pres">
      <dgm:prSet presAssocID="{58475586-EC01-4E8C-878B-0853C7CABBD7}" presName="space" presStyleCnt="0"/>
      <dgm:spPr/>
    </dgm:pt>
    <dgm:pt modelId="{3555E737-4C96-451A-8FBE-CFAC2BCAD80C}" type="pres">
      <dgm:prSet presAssocID="{8BA6BF71-F0EB-4C7B-B77B-4C611D13A76E}" presName="compositeB" presStyleCnt="0"/>
      <dgm:spPr/>
    </dgm:pt>
    <dgm:pt modelId="{E0B2DCF3-34DC-47FC-96C4-43A24AF4150E}" type="pres">
      <dgm:prSet presAssocID="{8BA6BF71-F0EB-4C7B-B77B-4C611D13A76E}" presName="textB" presStyleLbl="revTx" presStyleIdx="1" presStyleCnt="4" custScaleX="135534">
        <dgm:presLayoutVars>
          <dgm:bulletEnabled val="1"/>
        </dgm:presLayoutVars>
      </dgm:prSet>
      <dgm:spPr/>
    </dgm:pt>
    <dgm:pt modelId="{DA07F4B3-F4B1-40FC-9FB7-BCFC6DD60D82}" type="pres">
      <dgm:prSet presAssocID="{8BA6BF71-F0EB-4C7B-B77B-4C611D13A76E}" presName="circleB" presStyleLbl="node1" presStyleIdx="1" presStyleCnt="4"/>
      <dgm:spPr/>
    </dgm:pt>
    <dgm:pt modelId="{39A42E24-B5F5-4D9E-8CF5-C331E2B79E35}" type="pres">
      <dgm:prSet presAssocID="{8BA6BF71-F0EB-4C7B-B77B-4C611D13A76E}" presName="spaceB" presStyleCnt="0"/>
      <dgm:spPr/>
    </dgm:pt>
    <dgm:pt modelId="{82DEE020-C917-475A-BCBA-25F57551DC69}" type="pres">
      <dgm:prSet presAssocID="{DD55DF0E-F2DB-4416-BA8E-49853B9D5578}" presName="space" presStyleCnt="0"/>
      <dgm:spPr/>
    </dgm:pt>
    <dgm:pt modelId="{225BB3D0-6CB5-48E9-8347-BBCADA602D35}" type="pres">
      <dgm:prSet presAssocID="{4E8B7800-6DD4-4B25-BAAA-4D75257942EC}" presName="compositeA" presStyleCnt="0"/>
      <dgm:spPr/>
    </dgm:pt>
    <dgm:pt modelId="{74BEBE32-3AB7-4CC1-9599-13D13D735188}" type="pres">
      <dgm:prSet presAssocID="{4E8B7800-6DD4-4B25-BAAA-4D75257942EC}" presName="textA" presStyleLbl="revTx" presStyleIdx="2" presStyleCnt="4" custScaleX="140523">
        <dgm:presLayoutVars>
          <dgm:bulletEnabled val="1"/>
        </dgm:presLayoutVars>
      </dgm:prSet>
      <dgm:spPr/>
    </dgm:pt>
    <dgm:pt modelId="{30880332-F8F8-4F1C-B29E-B9DF3AE9A122}" type="pres">
      <dgm:prSet presAssocID="{4E8B7800-6DD4-4B25-BAAA-4D75257942EC}" presName="circleA" presStyleLbl="node1" presStyleIdx="2" presStyleCnt="4"/>
      <dgm:spPr/>
    </dgm:pt>
    <dgm:pt modelId="{EA9B46EE-567D-4ED5-889C-3C3008C8C4C1}" type="pres">
      <dgm:prSet presAssocID="{4E8B7800-6DD4-4B25-BAAA-4D75257942EC}" presName="spaceA" presStyleCnt="0"/>
      <dgm:spPr/>
    </dgm:pt>
    <dgm:pt modelId="{F9D9737D-16CB-4D87-B29A-2EAC5E6629A5}" type="pres">
      <dgm:prSet presAssocID="{E337BA25-AC0B-4184-9172-5E38ACF71E71}" presName="space" presStyleCnt="0"/>
      <dgm:spPr/>
    </dgm:pt>
    <dgm:pt modelId="{ED0FAFFA-7E20-4005-BD09-48A984105C06}" type="pres">
      <dgm:prSet presAssocID="{EE114941-12A1-4164-AC4D-884A4479D89B}" presName="compositeB" presStyleCnt="0"/>
      <dgm:spPr/>
    </dgm:pt>
    <dgm:pt modelId="{CE517749-2CB6-4536-8F04-07AD6AADB999}" type="pres">
      <dgm:prSet presAssocID="{EE114941-12A1-4164-AC4D-884A4479D89B}" presName="textB" presStyleLbl="revTx" presStyleIdx="3" presStyleCnt="4" custScaleX="49793">
        <dgm:presLayoutVars>
          <dgm:bulletEnabled val="1"/>
        </dgm:presLayoutVars>
      </dgm:prSet>
      <dgm:spPr/>
    </dgm:pt>
    <dgm:pt modelId="{8DBF4CE6-F8A1-42BB-8B72-B256B2F34CD7}" type="pres">
      <dgm:prSet presAssocID="{EE114941-12A1-4164-AC4D-884A4479D89B}" presName="circleB" presStyleLbl="node1" presStyleIdx="3" presStyleCnt="4"/>
      <dgm:spPr/>
    </dgm:pt>
    <dgm:pt modelId="{C2BAD3B0-1B99-4E1B-B5E5-D529490A7086}" type="pres">
      <dgm:prSet presAssocID="{EE114941-12A1-4164-AC4D-884A4479D89B}" presName="spaceB" presStyleCnt="0"/>
      <dgm:spPr/>
    </dgm:pt>
  </dgm:ptLst>
  <dgm:cxnLst>
    <dgm:cxn modelId="{C603D910-4225-4C19-A4A7-E6DC4289A776}" type="presOf" srcId="{EE114941-12A1-4164-AC4D-884A4479D89B}" destId="{CE517749-2CB6-4536-8F04-07AD6AADB999}" srcOrd="0" destOrd="0" presId="urn:microsoft.com/office/officeart/2005/8/layout/hProcess11"/>
    <dgm:cxn modelId="{17AFFB14-F842-4683-AFAB-A569331AAD5A}" type="presOf" srcId="{424C882A-EDEC-42AD-B17A-6BFCE67F2D11}" destId="{F47A7F8B-527C-44E2-9A87-F34619FC6766}" srcOrd="0" destOrd="0" presId="urn:microsoft.com/office/officeart/2005/8/layout/hProcess11"/>
    <dgm:cxn modelId="{A41B1570-BF75-4F81-9E2B-02B1E07A2513}" srcId="{A3023E0B-110A-434E-81CD-742B1EF5490F}" destId="{424C882A-EDEC-42AD-B17A-6BFCE67F2D11}" srcOrd="0" destOrd="0" parTransId="{1BE8D085-7083-47D7-AC46-4CBCF13460E4}" sibTransId="{58475586-EC01-4E8C-878B-0853C7CABBD7}"/>
    <dgm:cxn modelId="{AC843356-CF91-41D8-A103-3654CB1711B6}" srcId="{A3023E0B-110A-434E-81CD-742B1EF5490F}" destId="{4E8B7800-6DD4-4B25-BAAA-4D75257942EC}" srcOrd="2" destOrd="0" parTransId="{B685E738-0984-4E89-9F88-9D521DFC16FF}" sibTransId="{E337BA25-AC0B-4184-9172-5E38ACF71E71}"/>
    <dgm:cxn modelId="{B6DD88C5-CC5B-4E1F-B432-AAD007FA6D55}" srcId="{A3023E0B-110A-434E-81CD-742B1EF5490F}" destId="{EE114941-12A1-4164-AC4D-884A4479D89B}" srcOrd="3" destOrd="0" parTransId="{F8850023-6601-4870-AEE9-55A3E7D6A98B}" sibTransId="{BF9DEDF7-E05F-4917-BD89-F7A105219DC1}"/>
    <dgm:cxn modelId="{552129D5-81D0-436D-AF27-DDD82A352FED}" type="presOf" srcId="{4E8B7800-6DD4-4B25-BAAA-4D75257942EC}" destId="{74BEBE32-3AB7-4CC1-9599-13D13D735188}" srcOrd="0" destOrd="0" presId="urn:microsoft.com/office/officeart/2005/8/layout/hProcess11"/>
    <dgm:cxn modelId="{477822F0-A9A8-41DF-962B-23F975B44B7B}" type="presOf" srcId="{A3023E0B-110A-434E-81CD-742B1EF5490F}" destId="{311C8A5B-B1B0-4D6E-A4DB-3E64528D086E}" srcOrd="0" destOrd="0" presId="urn:microsoft.com/office/officeart/2005/8/layout/hProcess11"/>
    <dgm:cxn modelId="{389CCEF3-CB90-416E-94CF-13FD93938AD3}" type="presOf" srcId="{8BA6BF71-F0EB-4C7B-B77B-4C611D13A76E}" destId="{E0B2DCF3-34DC-47FC-96C4-43A24AF4150E}" srcOrd="0" destOrd="0" presId="urn:microsoft.com/office/officeart/2005/8/layout/hProcess11"/>
    <dgm:cxn modelId="{2637DAF7-142D-4726-AA27-84178E83AC9F}" srcId="{A3023E0B-110A-434E-81CD-742B1EF5490F}" destId="{8BA6BF71-F0EB-4C7B-B77B-4C611D13A76E}" srcOrd="1" destOrd="0" parTransId="{9F5F32DC-712B-4D6A-8403-16598FF89AE8}" sibTransId="{DD55DF0E-F2DB-4416-BA8E-49853B9D5578}"/>
    <dgm:cxn modelId="{D7BAAE76-FAFE-4191-81AA-8899546DED32}" type="presParOf" srcId="{311C8A5B-B1B0-4D6E-A4DB-3E64528D086E}" destId="{A7415357-C07F-4627-83CD-168054DB0968}" srcOrd="0" destOrd="0" presId="urn:microsoft.com/office/officeart/2005/8/layout/hProcess11"/>
    <dgm:cxn modelId="{6CAB1E12-4F7B-4719-9542-59E291500EE1}" type="presParOf" srcId="{311C8A5B-B1B0-4D6E-A4DB-3E64528D086E}" destId="{D15F1C7A-997D-4467-931D-CDBA3FB20285}" srcOrd="1" destOrd="0" presId="urn:microsoft.com/office/officeart/2005/8/layout/hProcess11"/>
    <dgm:cxn modelId="{43958A2B-8E9A-46A7-83D6-EE16321CF359}" type="presParOf" srcId="{D15F1C7A-997D-4467-931D-CDBA3FB20285}" destId="{97AFAF0C-A724-4BBB-9293-2E72CDBA92B9}" srcOrd="0" destOrd="0" presId="urn:microsoft.com/office/officeart/2005/8/layout/hProcess11"/>
    <dgm:cxn modelId="{363B612B-F7B8-4DD8-83C2-EA447170B9C8}" type="presParOf" srcId="{97AFAF0C-A724-4BBB-9293-2E72CDBA92B9}" destId="{F47A7F8B-527C-44E2-9A87-F34619FC6766}" srcOrd="0" destOrd="0" presId="urn:microsoft.com/office/officeart/2005/8/layout/hProcess11"/>
    <dgm:cxn modelId="{E3EDCD83-C82F-4E95-BFB0-5CDE18DAD2AA}" type="presParOf" srcId="{97AFAF0C-A724-4BBB-9293-2E72CDBA92B9}" destId="{186FFB0F-699A-4AB7-BDA8-075749359B7E}" srcOrd="1" destOrd="0" presId="urn:microsoft.com/office/officeart/2005/8/layout/hProcess11"/>
    <dgm:cxn modelId="{4581B81C-EFFE-4DD0-B305-C59A0455B1D6}" type="presParOf" srcId="{97AFAF0C-A724-4BBB-9293-2E72CDBA92B9}" destId="{FF80733A-8CD3-4B53-9182-182FD4F716B1}" srcOrd="2" destOrd="0" presId="urn:microsoft.com/office/officeart/2005/8/layout/hProcess11"/>
    <dgm:cxn modelId="{3882CCD6-9585-4763-A619-712B5AD567D7}" type="presParOf" srcId="{D15F1C7A-997D-4467-931D-CDBA3FB20285}" destId="{D96545A8-5284-485F-A67C-D15D2A194462}" srcOrd="1" destOrd="0" presId="urn:microsoft.com/office/officeart/2005/8/layout/hProcess11"/>
    <dgm:cxn modelId="{17C0FEE2-CDE2-4521-8521-66F1C6EB439B}" type="presParOf" srcId="{D15F1C7A-997D-4467-931D-CDBA3FB20285}" destId="{3555E737-4C96-451A-8FBE-CFAC2BCAD80C}" srcOrd="2" destOrd="0" presId="urn:microsoft.com/office/officeart/2005/8/layout/hProcess11"/>
    <dgm:cxn modelId="{01D82374-9CB3-4818-AC1D-BEAC54DC5BBF}" type="presParOf" srcId="{3555E737-4C96-451A-8FBE-CFAC2BCAD80C}" destId="{E0B2DCF3-34DC-47FC-96C4-43A24AF4150E}" srcOrd="0" destOrd="0" presId="urn:microsoft.com/office/officeart/2005/8/layout/hProcess11"/>
    <dgm:cxn modelId="{074EBD88-2E55-4390-94C7-DCAAEDB80FD2}" type="presParOf" srcId="{3555E737-4C96-451A-8FBE-CFAC2BCAD80C}" destId="{DA07F4B3-F4B1-40FC-9FB7-BCFC6DD60D82}" srcOrd="1" destOrd="0" presId="urn:microsoft.com/office/officeart/2005/8/layout/hProcess11"/>
    <dgm:cxn modelId="{F0C603B3-273F-42EA-9DF9-CE060A671C78}" type="presParOf" srcId="{3555E737-4C96-451A-8FBE-CFAC2BCAD80C}" destId="{39A42E24-B5F5-4D9E-8CF5-C331E2B79E35}" srcOrd="2" destOrd="0" presId="urn:microsoft.com/office/officeart/2005/8/layout/hProcess11"/>
    <dgm:cxn modelId="{6B9C1D89-1CDA-4CB5-B08A-6B81FE69779A}" type="presParOf" srcId="{D15F1C7A-997D-4467-931D-CDBA3FB20285}" destId="{82DEE020-C917-475A-BCBA-25F57551DC69}" srcOrd="3" destOrd="0" presId="urn:microsoft.com/office/officeart/2005/8/layout/hProcess11"/>
    <dgm:cxn modelId="{7CDFC2A0-D6AF-4130-9C3E-A3067ECFFB2D}" type="presParOf" srcId="{D15F1C7A-997D-4467-931D-CDBA3FB20285}" destId="{225BB3D0-6CB5-48E9-8347-BBCADA602D35}" srcOrd="4" destOrd="0" presId="urn:microsoft.com/office/officeart/2005/8/layout/hProcess11"/>
    <dgm:cxn modelId="{A27EC93E-2E0E-4EB1-9965-6E2AC58FB2B9}" type="presParOf" srcId="{225BB3D0-6CB5-48E9-8347-BBCADA602D35}" destId="{74BEBE32-3AB7-4CC1-9599-13D13D735188}" srcOrd="0" destOrd="0" presId="urn:microsoft.com/office/officeart/2005/8/layout/hProcess11"/>
    <dgm:cxn modelId="{A36A445A-F8D8-4804-8F94-B7E0A3192891}" type="presParOf" srcId="{225BB3D0-6CB5-48E9-8347-BBCADA602D35}" destId="{30880332-F8F8-4F1C-B29E-B9DF3AE9A122}" srcOrd="1" destOrd="0" presId="urn:microsoft.com/office/officeart/2005/8/layout/hProcess11"/>
    <dgm:cxn modelId="{FE80CCDE-4CEC-40CE-9FF9-A37BA2673D30}" type="presParOf" srcId="{225BB3D0-6CB5-48E9-8347-BBCADA602D35}" destId="{EA9B46EE-567D-4ED5-889C-3C3008C8C4C1}" srcOrd="2" destOrd="0" presId="urn:microsoft.com/office/officeart/2005/8/layout/hProcess11"/>
    <dgm:cxn modelId="{4E4D2CDD-9B23-4FF8-8867-3502D8D7E736}" type="presParOf" srcId="{D15F1C7A-997D-4467-931D-CDBA3FB20285}" destId="{F9D9737D-16CB-4D87-B29A-2EAC5E6629A5}" srcOrd="5" destOrd="0" presId="urn:microsoft.com/office/officeart/2005/8/layout/hProcess11"/>
    <dgm:cxn modelId="{1F932537-01CE-42D7-B56C-7873D51A5F8D}" type="presParOf" srcId="{D15F1C7A-997D-4467-931D-CDBA3FB20285}" destId="{ED0FAFFA-7E20-4005-BD09-48A984105C06}" srcOrd="6" destOrd="0" presId="urn:microsoft.com/office/officeart/2005/8/layout/hProcess11"/>
    <dgm:cxn modelId="{5B8B69EE-4AC6-434F-A579-FF155869BEF4}" type="presParOf" srcId="{ED0FAFFA-7E20-4005-BD09-48A984105C06}" destId="{CE517749-2CB6-4536-8F04-07AD6AADB999}" srcOrd="0" destOrd="0" presId="urn:microsoft.com/office/officeart/2005/8/layout/hProcess11"/>
    <dgm:cxn modelId="{C2F0BD57-C4EE-4DFC-A91F-01384580683E}" type="presParOf" srcId="{ED0FAFFA-7E20-4005-BD09-48A984105C06}" destId="{8DBF4CE6-F8A1-42BB-8B72-B256B2F34CD7}" srcOrd="1" destOrd="0" presId="urn:microsoft.com/office/officeart/2005/8/layout/hProcess11"/>
    <dgm:cxn modelId="{DF6FD599-73D3-40C9-8574-9BA821096012}" type="presParOf" srcId="{ED0FAFFA-7E20-4005-BD09-48A984105C06}" destId="{C2BAD3B0-1B99-4E1B-B5E5-D529490A708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F9487-C99E-44E7-8F68-76E4F1CC088E}">
      <dsp:nvSpPr>
        <dsp:cNvPr id="0" name=""/>
        <dsp:cNvSpPr/>
      </dsp:nvSpPr>
      <dsp:spPr>
        <a:xfrm>
          <a:off x="5117364" y="1887517"/>
          <a:ext cx="205696" cy="630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0803"/>
              </a:lnTo>
              <a:lnTo>
                <a:pt x="205696" y="630803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3EE753-1608-4B17-AC4D-9930A37B27B4}">
      <dsp:nvSpPr>
        <dsp:cNvPr id="0" name=""/>
        <dsp:cNvSpPr/>
      </dsp:nvSpPr>
      <dsp:spPr>
        <a:xfrm>
          <a:off x="3176957" y="913885"/>
          <a:ext cx="2488931" cy="2879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987"/>
              </a:lnTo>
              <a:lnTo>
                <a:pt x="2488931" y="143987"/>
              </a:lnTo>
              <a:lnTo>
                <a:pt x="2488931" y="287975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9B4701-462C-4EC9-8A8C-3CF293761DCA}">
      <dsp:nvSpPr>
        <dsp:cNvPr id="0" name=""/>
        <dsp:cNvSpPr/>
      </dsp:nvSpPr>
      <dsp:spPr>
        <a:xfrm>
          <a:off x="3458076" y="1887517"/>
          <a:ext cx="205696" cy="630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0803"/>
              </a:lnTo>
              <a:lnTo>
                <a:pt x="205696" y="630803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BBAE44-5D50-4181-BBA6-29041690C994}">
      <dsp:nvSpPr>
        <dsp:cNvPr id="0" name=""/>
        <dsp:cNvSpPr/>
      </dsp:nvSpPr>
      <dsp:spPr>
        <a:xfrm>
          <a:off x="3176957" y="913885"/>
          <a:ext cx="829643" cy="2879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987"/>
              </a:lnTo>
              <a:lnTo>
                <a:pt x="829643" y="143987"/>
              </a:lnTo>
              <a:lnTo>
                <a:pt x="829643" y="287975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2646E0-96F0-451D-9003-4E992E1C9AF3}">
      <dsp:nvSpPr>
        <dsp:cNvPr id="0" name=""/>
        <dsp:cNvSpPr/>
      </dsp:nvSpPr>
      <dsp:spPr>
        <a:xfrm>
          <a:off x="1798789" y="1887517"/>
          <a:ext cx="205696" cy="630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0803"/>
              </a:lnTo>
              <a:lnTo>
                <a:pt x="205696" y="630803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DE3214-6944-43EA-841E-5A8EDC924FCD}">
      <dsp:nvSpPr>
        <dsp:cNvPr id="0" name=""/>
        <dsp:cNvSpPr/>
      </dsp:nvSpPr>
      <dsp:spPr>
        <a:xfrm>
          <a:off x="2347314" y="913885"/>
          <a:ext cx="829643" cy="287975"/>
        </a:xfrm>
        <a:custGeom>
          <a:avLst/>
          <a:gdLst/>
          <a:ahLst/>
          <a:cxnLst/>
          <a:rect l="0" t="0" r="0" b="0"/>
          <a:pathLst>
            <a:path>
              <a:moveTo>
                <a:pt x="829643" y="0"/>
              </a:moveTo>
              <a:lnTo>
                <a:pt x="829643" y="143987"/>
              </a:lnTo>
              <a:lnTo>
                <a:pt x="0" y="143987"/>
              </a:lnTo>
              <a:lnTo>
                <a:pt x="0" y="287975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1660A3-BEC9-41B9-8EBD-CD5EFEDE4CE0}">
      <dsp:nvSpPr>
        <dsp:cNvPr id="0" name=""/>
        <dsp:cNvSpPr/>
      </dsp:nvSpPr>
      <dsp:spPr>
        <a:xfrm>
          <a:off x="139501" y="1887517"/>
          <a:ext cx="205696" cy="630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0803"/>
              </a:lnTo>
              <a:lnTo>
                <a:pt x="205696" y="630803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B8E54B-E406-4916-B93F-A3659C2C5CF1}">
      <dsp:nvSpPr>
        <dsp:cNvPr id="0" name=""/>
        <dsp:cNvSpPr/>
      </dsp:nvSpPr>
      <dsp:spPr>
        <a:xfrm>
          <a:off x="688026" y="913885"/>
          <a:ext cx="2488931" cy="287975"/>
        </a:xfrm>
        <a:custGeom>
          <a:avLst/>
          <a:gdLst/>
          <a:ahLst/>
          <a:cxnLst/>
          <a:rect l="0" t="0" r="0" b="0"/>
          <a:pathLst>
            <a:path>
              <a:moveTo>
                <a:pt x="2488931" y="0"/>
              </a:moveTo>
              <a:lnTo>
                <a:pt x="2488931" y="143987"/>
              </a:lnTo>
              <a:lnTo>
                <a:pt x="0" y="143987"/>
              </a:lnTo>
              <a:lnTo>
                <a:pt x="0" y="287975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43FE7A-9472-48CE-88B9-9087331AEB46}">
      <dsp:nvSpPr>
        <dsp:cNvPr id="0" name=""/>
        <dsp:cNvSpPr/>
      </dsp:nvSpPr>
      <dsp:spPr>
        <a:xfrm>
          <a:off x="2491301" y="228229"/>
          <a:ext cx="1371312" cy="6856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19</a:t>
          </a:r>
          <a:r>
            <a:rPr lang="zh-CN" sz="1800" b="1" kern="1200" dirty="0"/>
            <a:t>条外部中断线</a:t>
          </a:r>
        </a:p>
      </dsp:txBody>
      <dsp:txXfrm>
        <a:off x="2491301" y="228229"/>
        <a:ext cx="1371312" cy="685656"/>
      </dsp:txXfrm>
    </dsp:sp>
    <dsp:sp modelId="{4F2CAB8E-49E2-408C-84B4-B195C7BAEBFE}">
      <dsp:nvSpPr>
        <dsp:cNvPr id="0" name=""/>
        <dsp:cNvSpPr/>
      </dsp:nvSpPr>
      <dsp:spPr>
        <a:xfrm>
          <a:off x="2370" y="1201861"/>
          <a:ext cx="1371312" cy="6856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1" kern="1200"/>
            <a:t>线</a:t>
          </a:r>
          <a:r>
            <a:rPr lang="en-US" sz="1800" b="1" kern="1200"/>
            <a:t>0~15</a:t>
          </a:r>
          <a:endParaRPr lang="zh-CN" sz="1800" b="1" kern="1200" dirty="0"/>
        </a:p>
      </dsp:txBody>
      <dsp:txXfrm>
        <a:off x="2370" y="1201861"/>
        <a:ext cx="1371312" cy="685656"/>
      </dsp:txXfrm>
    </dsp:sp>
    <dsp:sp modelId="{B6502D21-750A-487C-9707-ED75D51353C0}">
      <dsp:nvSpPr>
        <dsp:cNvPr id="0" name=""/>
        <dsp:cNvSpPr/>
      </dsp:nvSpPr>
      <dsp:spPr>
        <a:xfrm>
          <a:off x="345198" y="2175493"/>
          <a:ext cx="1371312" cy="68565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1" kern="1200" dirty="0">
              <a:solidFill>
                <a:schemeClr val="tx1"/>
              </a:solidFill>
            </a:rPr>
            <a:t>对应</a:t>
          </a:r>
          <a:r>
            <a:rPr lang="en-US" sz="1800" b="1" kern="1200" dirty="0">
              <a:solidFill>
                <a:schemeClr val="tx1"/>
              </a:solidFill>
            </a:rPr>
            <a:t>I/O</a:t>
          </a:r>
          <a:r>
            <a:rPr lang="zh-CN" sz="1800" b="1" kern="1200" dirty="0">
              <a:solidFill>
                <a:schemeClr val="tx1"/>
              </a:solidFill>
            </a:rPr>
            <a:t>引脚的外部中断；</a:t>
          </a:r>
        </a:p>
      </dsp:txBody>
      <dsp:txXfrm>
        <a:off x="345198" y="2175493"/>
        <a:ext cx="1371312" cy="685656"/>
      </dsp:txXfrm>
    </dsp:sp>
    <dsp:sp modelId="{32D3F3DC-EBEF-4576-A62D-E97BA082F290}">
      <dsp:nvSpPr>
        <dsp:cNvPr id="0" name=""/>
        <dsp:cNvSpPr/>
      </dsp:nvSpPr>
      <dsp:spPr>
        <a:xfrm>
          <a:off x="1661658" y="1201861"/>
          <a:ext cx="1371312" cy="6856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1" kern="1200"/>
            <a:t>线</a:t>
          </a:r>
          <a:r>
            <a:rPr lang="en-US" sz="1800" b="1" kern="1200"/>
            <a:t>16</a:t>
          </a:r>
          <a:endParaRPr lang="zh-CN" sz="1800" b="1" kern="1200" dirty="0"/>
        </a:p>
      </dsp:txBody>
      <dsp:txXfrm>
        <a:off x="1661658" y="1201861"/>
        <a:ext cx="1371312" cy="685656"/>
      </dsp:txXfrm>
    </dsp:sp>
    <dsp:sp modelId="{59CF5637-A7A0-407E-9E51-959A3CB790AF}">
      <dsp:nvSpPr>
        <dsp:cNvPr id="0" name=""/>
        <dsp:cNvSpPr/>
      </dsp:nvSpPr>
      <dsp:spPr>
        <a:xfrm>
          <a:off x="2004486" y="2175493"/>
          <a:ext cx="1371312" cy="68565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1" kern="1200">
              <a:solidFill>
                <a:schemeClr val="tx1"/>
              </a:solidFill>
            </a:rPr>
            <a:t>连接到</a:t>
          </a:r>
          <a:r>
            <a:rPr lang="en-US" sz="1800" b="1" kern="1200">
              <a:solidFill>
                <a:schemeClr val="tx1"/>
              </a:solidFill>
            </a:rPr>
            <a:t>PVD</a:t>
          </a:r>
          <a:r>
            <a:rPr lang="zh-CN" sz="1800" b="1" kern="1200">
              <a:solidFill>
                <a:schemeClr val="tx1"/>
              </a:solidFill>
            </a:rPr>
            <a:t>输出</a:t>
          </a:r>
          <a:endParaRPr lang="zh-CN" sz="1800" b="1" kern="1200" dirty="0">
            <a:solidFill>
              <a:schemeClr val="tx1"/>
            </a:solidFill>
          </a:endParaRPr>
        </a:p>
      </dsp:txBody>
      <dsp:txXfrm>
        <a:off x="2004486" y="2175493"/>
        <a:ext cx="1371312" cy="685656"/>
      </dsp:txXfrm>
    </dsp:sp>
    <dsp:sp modelId="{517303F1-DE16-4C85-8213-A0408C38360C}">
      <dsp:nvSpPr>
        <dsp:cNvPr id="0" name=""/>
        <dsp:cNvSpPr/>
      </dsp:nvSpPr>
      <dsp:spPr>
        <a:xfrm>
          <a:off x="3320945" y="1201861"/>
          <a:ext cx="1371312" cy="6856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1" kern="1200"/>
            <a:t>线</a:t>
          </a:r>
          <a:r>
            <a:rPr lang="en-US" sz="1800" b="1" kern="1200"/>
            <a:t>17</a:t>
          </a:r>
          <a:endParaRPr lang="zh-CN" sz="1800" b="1" kern="1200" dirty="0"/>
        </a:p>
      </dsp:txBody>
      <dsp:txXfrm>
        <a:off x="3320945" y="1201861"/>
        <a:ext cx="1371312" cy="685656"/>
      </dsp:txXfrm>
    </dsp:sp>
    <dsp:sp modelId="{2004B731-88A3-45D7-932A-3B725170DE22}">
      <dsp:nvSpPr>
        <dsp:cNvPr id="0" name=""/>
        <dsp:cNvSpPr/>
      </dsp:nvSpPr>
      <dsp:spPr>
        <a:xfrm>
          <a:off x="3663773" y="2175493"/>
          <a:ext cx="1371312" cy="68565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1" kern="1200">
              <a:solidFill>
                <a:schemeClr val="tx1"/>
              </a:solidFill>
            </a:rPr>
            <a:t>连接到</a:t>
          </a:r>
          <a:r>
            <a:rPr lang="en-US" sz="1800" b="1" kern="1200">
              <a:solidFill>
                <a:schemeClr val="tx1"/>
              </a:solidFill>
            </a:rPr>
            <a:t>RTC</a:t>
          </a:r>
          <a:r>
            <a:rPr lang="zh-CN" sz="1800" b="1" kern="1200">
              <a:solidFill>
                <a:schemeClr val="tx1"/>
              </a:solidFill>
            </a:rPr>
            <a:t>闹钟事件</a:t>
          </a:r>
          <a:endParaRPr lang="zh-CN" sz="1800" b="1" kern="1200" dirty="0">
            <a:solidFill>
              <a:schemeClr val="tx1"/>
            </a:solidFill>
          </a:endParaRPr>
        </a:p>
      </dsp:txBody>
      <dsp:txXfrm>
        <a:off x="3663773" y="2175493"/>
        <a:ext cx="1371312" cy="685656"/>
      </dsp:txXfrm>
    </dsp:sp>
    <dsp:sp modelId="{9900DA43-2A8E-4C80-8C0F-B40463443F0A}">
      <dsp:nvSpPr>
        <dsp:cNvPr id="0" name=""/>
        <dsp:cNvSpPr/>
      </dsp:nvSpPr>
      <dsp:spPr>
        <a:xfrm>
          <a:off x="4980233" y="1201861"/>
          <a:ext cx="1371312" cy="6856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1" kern="1200"/>
            <a:t>线</a:t>
          </a:r>
          <a:r>
            <a:rPr lang="en-US" sz="1800" b="1" kern="1200"/>
            <a:t>18</a:t>
          </a:r>
          <a:endParaRPr lang="zh-CN" sz="1800" b="1" kern="1200" dirty="0"/>
        </a:p>
      </dsp:txBody>
      <dsp:txXfrm>
        <a:off x="4980233" y="1201861"/>
        <a:ext cx="1371312" cy="685656"/>
      </dsp:txXfrm>
    </dsp:sp>
    <dsp:sp modelId="{0DCAAF1B-A0F9-425E-91BA-441F3BA08CED}">
      <dsp:nvSpPr>
        <dsp:cNvPr id="0" name=""/>
        <dsp:cNvSpPr/>
      </dsp:nvSpPr>
      <dsp:spPr>
        <a:xfrm>
          <a:off x="5323061" y="2175493"/>
          <a:ext cx="1371312" cy="68565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1" kern="1200">
              <a:solidFill>
                <a:schemeClr val="tx1"/>
              </a:solidFill>
            </a:rPr>
            <a:t>连接到</a:t>
          </a:r>
          <a:r>
            <a:rPr lang="en-US" sz="1800" b="1" kern="1200">
              <a:solidFill>
                <a:schemeClr val="tx1"/>
              </a:solidFill>
            </a:rPr>
            <a:t>USB</a:t>
          </a:r>
          <a:r>
            <a:rPr lang="zh-CN" sz="1800" b="1" kern="1200">
              <a:solidFill>
                <a:schemeClr val="tx1"/>
              </a:solidFill>
            </a:rPr>
            <a:t>唤醒事件</a:t>
          </a:r>
          <a:endParaRPr lang="zh-CN" sz="1800" b="1" kern="1200" dirty="0">
            <a:solidFill>
              <a:schemeClr val="tx1"/>
            </a:solidFill>
          </a:endParaRPr>
        </a:p>
      </dsp:txBody>
      <dsp:txXfrm>
        <a:off x="5323061" y="2175493"/>
        <a:ext cx="1371312" cy="6856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AFF299-20DE-4C45-9B03-A62F79F8E1E7}">
      <dsp:nvSpPr>
        <dsp:cNvPr id="0" name=""/>
        <dsp:cNvSpPr/>
      </dsp:nvSpPr>
      <dsp:spPr>
        <a:xfrm>
          <a:off x="0" y="0"/>
          <a:ext cx="5988185" cy="648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b="1" kern="1200" dirty="0"/>
            <a:t>使用</a:t>
          </a:r>
          <a:r>
            <a:rPr lang="en-US" sz="1600" b="1" kern="1200" dirty="0"/>
            <a:t>RCC_APB2PeriphClockCmd()</a:t>
          </a:r>
          <a:r>
            <a:rPr lang="zh-CN" sz="1600" b="1" kern="1200" dirty="0"/>
            <a:t>函数配置时钟，初始化</a:t>
          </a:r>
          <a:r>
            <a:rPr lang="en-US" sz="1600" b="1" kern="1200" dirty="0"/>
            <a:t>GPIO</a:t>
          </a:r>
          <a:r>
            <a:rPr lang="zh-CN" sz="1600" b="1" kern="1200" dirty="0"/>
            <a:t>引脚为复用功能</a:t>
          </a:r>
        </a:p>
      </dsp:txBody>
      <dsp:txXfrm>
        <a:off x="18981" y="18981"/>
        <a:ext cx="5213041" cy="610110"/>
      </dsp:txXfrm>
    </dsp:sp>
    <dsp:sp modelId="{963769D9-DBEA-4D8F-BC65-5D7A84EAF46E}">
      <dsp:nvSpPr>
        <dsp:cNvPr id="0" name=""/>
        <dsp:cNvSpPr/>
      </dsp:nvSpPr>
      <dsp:spPr>
        <a:xfrm>
          <a:off x="447169" y="738082"/>
          <a:ext cx="5988185" cy="648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b="1" kern="1200" dirty="0"/>
            <a:t>使用</a:t>
          </a:r>
          <a:r>
            <a:rPr lang="en-US" sz="1600" b="1" kern="1200" dirty="0" err="1"/>
            <a:t>GPIO_EXTILineConfig</a:t>
          </a:r>
          <a:r>
            <a:rPr lang="en-US" sz="1600" b="1" kern="1200" dirty="0"/>
            <a:t>()</a:t>
          </a:r>
          <a:r>
            <a:rPr lang="zh-CN" sz="1600" b="1" kern="1200" dirty="0"/>
            <a:t>函数配置</a:t>
          </a:r>
          <a:r>
            <a:rPr lang="en-US" sz="1600" b="1" kern="1200" dirty="0"/>
            <a:t>I/O</a:t>
          </a:r>
          <a:r>
            <a:rPr lang="zh-CN" sz="1600" b="1" kern="1200" dirty="0"/>
            <a:t>引脚与外部中断线路的映射关系</a:t>
          </a:r>
        </a:p>
      </dsp:txBody>
      <dsp:txXfrm>
        <a:off x="466150" y="757063"/>
        <a:ext cx="5081806" cy="610110"/>
      </dsp:txXfrm>
    </dsp:sp>
    <dsp:sp modelId="{FF7708D9-3A07-4451-8C26-98E397482ACF}">
      <dsp:nvSpPr>
        <dsp:cNvPr id="0" name=""/>
        <dsp:cNvSpPr/>
      </dsp:nvSpPr>
      <dsp:spPr>
        <a:xfrm>
          <a:off x="894339" y="1476164"/>
          <a:ext cx="5988185" cy="648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1" kern="1200" dirty="0"/>
            <a:t>使用</a:t>
          </a:r>
          <a:r>
            <a:rPr lang="en-US" sz="1800" b="1" kern="1200" dirty="0" err="1"/>
            <a:t>EXTI_Init</a:t>
          </a:r>
          <a:r>
            <a:rPr lang="en-US" sz="1800" b="1" kern="1200" dirty="0"/>
            <a:t>()</a:t>
          </a:r>
          <a:r>
            <a:rPr lang="zh-CN" sz="1800" b="1" kern="1200" dirty="0"/>
            <a:t>函数配置外部中断</a:t>
          </a:r>
        </a:p>
      </dsp:txBody>
      <dsp:txXfrm>
        <a:off x="913320" y="1495145"/>
        <a:ext cx="5081806" cy="610109"/>
      </dsp:txXfrm>
    </dsp:sp>
    <dsp:sp modelId="{B312A2AF-82EF-45B6-B218-7B57ECF74F3E}">
      <dsp:nvSpPr>
        <dsp:cNvPr id="0" name=""/>
        <dsp:cNvSpPr/>
      </dsp:nvSpPr>
      <dsp:spPr>
        <a:xfrm>
          <a:off x="1341509" y="2214246"/>
          <a:ext cx="5988185" cy="648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1" kern="1200" dirty="0"/>
            <a:t>使用</a:t>
          </a:r>
          <a:r>
            <a:rPr lang="en-US" sz="1800" b="1" kern="1200" dirty="0" err="1"/>
            <a:t>NVIC_Init</a:t>
          </a:r>
          <a:r>
            <a:rPr lang="en-US" sz="1800" b="1" kern="1200" dirty="0"/>
            <a:t>()</a:t>
          </a:r>
          <a:r>
            <a:rPr lang="zh-CN" sz="1800" b="1" kern="1200" dirty="0"/>
            <a:t>配置中断优先级等</a:t>
          </a:r>
        </a:p>
      </dsp:txBody>
      <dsp:txXfrm>
        <a:off x="1360490" y="2233227"/>
        <a:ext cx="5081806" cy="610110"/>
      </dsp:txXfrm>
    </dsp:sp>
    <dsp:sp modelId="{310558EA-35DB-48A3-9CBE-93760ADBCD74}">
      <dsp:nvSpPr>
        <dsp:cNvPr id="0" name=""/>
        <dsp:cNvSpPr/>
      </dsp:nvSpPr>
      <dsp:spPr>
        <a:xfrm>
          <a:off x="1788678" y="2952328"/>
          <a:ext cx="5988185" cy="648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1" kern="1200" dirty="0"/>
            <a:t>编写中断服务函数</a:t>
          </a:r>
        </a:p>
      </dsp:txBody>
      <dsp:txXfrm>
        <a:off x="1807659" y="2971309"/>
        <a:ext cx="5081806" cy="610109"/>
      </dsp:txXfrm>
    </dsp:sp>
    <dsp:sp modelId="{B2FB612C-089E-4227-BACA-B0CB0994AE0D}">
      <dsp:nvSpPr>
        <dsp:cNvPr id="0" name=""/>
        <dsp:cNvSpPr/>
      </dsp:nvSpPr>
      <dsp:spPr>
        <a:xfrm>
          <a:off x="5566938" y="473452"/>
          <a:ext cx="421246" cy="421246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600" b="1" kern="1200"/>
        </a:p>
      </dsp:txBody>
      <dsp:txXfrm>
        <a:off x="5661718" y="473452"/>
        <a:ext cx="231686" cy="316988"/>
      </dsp:txXfrm>
    </dsp:sp>
    <dsp:sp modelId="{2CBC7C9D-5B0F-45D1-8396-A62A47312890}">
      <dsp:nvSpPr>
        <dsp:cNvPr id="0" name=""/>
        <dsp:cNvSpPr/>
      </dsp:nvSpPr>
      <dsp:spPr>
        <a:xfrm>
          <a:off x="6014108" y="1211534"/>
          <a:ext cx="421246" cy="421246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600" b="1" kern="1200"/>
        </a:p>
      </dsp:txBody>
      <dsp:txXfrm>
        <a:off x="6108888" y="1211534"/>
        <a:ext cx="231686" cy="316988"/>
      </dsp:txXfrm>
    </dsp:sp>
    <dsp:sp modelId="{C85E0014-3286-4A66-8F85-F2D242DE5813}">
      <dsp:nvSpPr>
        <dsp:cNvPr id="0" name=""/>
        <dsp:cNvSpPr/>
      </dsp:nvSpPr>
      <dsp:spPr>
        <a:xfrm>
          <a:off x="6461277" y="1938815"/>
          <a:ext cx="421246" cy="421246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600" b="1" kern="1200"/>
        </a:p>
      </dsp:txBody>
      <dsp:txXfrm>
        <a:off x="6556057" y="1938815"/>
        <a:ext cx="231686" cy="316988"/>
      </dsp:txXfrm>
    </dsp:sp>
    <dsp:sp modelId="{68EF2066-E7B3-455B-8E20-A1C41F05C496}">
      <dsp:nvSpPr>
        <dsp:cNvPr id="0" name=""/>
        <dsp:cNvSpPr/>
      </dsp:nvSpPr>
      <dsp:spPr>
        <a:xfrm>
          <a:off x="6908447" y="2684098"/>
          <a:ext cx="421246" cy="421246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600" b="1" kern="1200"/>
        </a:p>
      </dsp:txBody>
      <dsp:txXfrm>
        <a:off x="7003227" y="2684098"/>
        <a:ext cx="231686" cy="3169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0920E-E6B7-473B-A9D3-1F85DFE2575E}">
      <dsp:nvSpPr>
        <dsp:cNvPr id="0" name=""/>
        <dsp:cNvSpPr/>
      </dsp:nvSpPr>
      <dsp:spPr>
        <a:xfrm>
          <a:off x="7669" y="1016729"/>
          <a:ext cx="1188243" cy="15150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1" kern="1200" dirty="0"/>
            <a:t>新建</a:t>
          </a:r>
          <a:r>
            <a:rPr lang="en-US" sz="1800" b="1" kern="1200" dirty="0"/>
            <a:t>STM32CubeMX</a:t>
          </a:r>
          <a:r>
            <a:rPr lang="zh-CN" sz="1800" b="1" kern="1200" dirty="0"/>
            <a:t>工程，选择</a:t>
          </a:r>
          <a:r>
            <a:rPr lang="en-US" sz="1800" b="1" kern="1200" dirty="0"/>
            <a:t>MCU</a:t>
          </a:r>
          <a:endParaRPr lang="zh-CN" altLang="en-US" sz="1800" kern="1200" dirty="0"/>
        </a:p>
      </dsp:txBody>
      <dsp:txXfrm>
        <a:off x="42471" y="1051531"/>
        <a:ext cx="1118639" cy="1445406"/>
      </dsp:txXfrm>
    </dsp:sp>
    <dsp:sp modelId="{644FCBCF-D797-4034-99BA-7079D9A4F600}">
      <dsp:nvSpPr>
        <dsp:cNvPr id="0" name=""/>
        <dsp:cNvSpPr/>
      </dsp:nvSpPr>
      <dsp:spPr>
        <a:xfrm>
          <a:off x="1314737" y="1626892"/>
          <a:ext cx="251907" cy="2946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1314737" y="1685829"/>
        <a:ext cx="176335" cy="176810"/>
      </dsp:txXfrm>
    </dsp:sp>
    <dsp:sp modelId="{FF74BA51-0237-4304-9437-506E313DFC66}">
      <dsp:nvSpPr>
        <dsp:cNvPr id="0" name=""/>
        <dsp:cNvSpPr/>
      </dsp:nvSpPr>
      <dsp:spPr>
        <a:xfrm>
          <a:off x="1671210" y="1016729"/>
          <a:ext cx="1188243" cy="1515010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STM32CubeMX</a:t>
          </a:r>
          <a:r>
            <a:rPr lang="zh-CN" sz="1800" b="1" kern="1200" dirty="0"/>
            <a:t>功能参数配置</a:t>
          </a:r>
          <a:endParaRPr lang="zh-CN" altLang="en-US" sz="1800" kern="1200" dirty="0"/>
        </a:p>
      </dsp:txBody>
      <dsp:txXfrm>
        <a:off x="1706012" y="1051531"/>
        <a:ext cx="1118639" cy="1445406"/>
      </dsp:txXfrm>
    </dsp:sp>
    <dsp:sp modelId="{557D2FF1-EA0D-4FEF-BA65-DB5E70590D33}">
      <dsp:nvSpPr>
        <dsp:cNvPr id="0" name=""/>
        <dsp:cNvSpPr/>
      </dsp:nvSpPr>
      <dsp:spPr>
        <a:xfrm>
          <a:off x="2978278" y="1626892"/>
          <a:ext cx="251907" cy="2946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2978278" y="1685829"/>
        <a:ext cx="176335" cy="176810"/>
      </dsp:txXfrm>
    </dsp:sp>
    <dsp:sp modelId="{80F22BB9-697F-4175-97CE-CA041987EE96}">
      <dsp:nvSpPr>
        <dsp:cNvPr id="0" name=""/>
        <dsp:cNvSpPr/>
      </dsp:nvSpPr>
      <dsp:spPr>
        <a:xfrm>
          <a:off x="3334751" y="1016729"/>
          <a:ext cx="1188243" cy="15150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生成工程代码</a:t>
          </a:r>
          <a:endParaRPr lang="zh-CN" altLang="en-US" sz="1800" kern="1200" dirty="0"/>
        </a:p>
      </dsp:txBody>
      <dsp:txXfrm>
        <a:off x="3369553" y="1051531"/>
        <a:ext cx="1118639" cy="1445406"/>
      </dsp:txXfrm>
    </dsp:sp>
    <dsp:sp modelId="{932325F8-5569-4843-B296-D85EDEB86313}">
      <dsp:nvSpPr>
        <dsp:cNvPr id="0" name=""/>
        <dsp:cNvSpPr/>
      </dsp:nvSpPr>
      <dsp:spPr>
        <a:xfrm>
          <a:off x="4641819" y="1626892"/>
          <a:ext cx="251907" cy="2946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4641819" y="1685829"/>
        <a:ext cx="176335" cy="176810"/>
      </dsp:txXfrm>
    </dsp:sp>
    <dsp:sp modelId="{BD3942B7-8CD9-472B-8C67-B963E826446C}">
      <dsp:nvSpPr>
        <dsp:cNvPr id="0" name=""/>
        <dsp:cNvSpPr/>
      </dsp:nvSpPr>
      <dsp:spPr>
        <a:xfrm>
          <a:off x="4998292" y="1016729"/>
          <a:ext cx="1188243" cy="15150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编写应用程序</a:t>
          </a:r>
          <a:endParaRPr lang="zh-CN" altLang="en-US" sz="1800" kern="1200" dirty="0"/>
        </a:p>
      </dsp:txBody>
      <dsp:txXfrm>
        <a:off x="5033094" y="1051531"/>
        <a:ext cx="1118639" cy="1445406"/>
      </dsp:txXfrm>
    </dsp:sp>
    <dsp:sp modelId="{35703991-0EBF-4858-851D-C6FF46BE9EC3}">
      <dsp:nvSpPr>
        <dsp:cNvPr id="0" name=""/>
        <dsp:cNvSpPr/>
      </dsp:nvSpPr>
      <dsp:spPr>
        <a:xfrm>
          <a:off x="6305359" y="1626892"/>
          <a:ext cx="251907" cy="2946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6305359" y="1685829"/>
        <a:ext cx="176335" cy="176810"/>
      </dsp:txXfrm>
    </dsp:sp>
    <dsp:sp modelId="{C6F262EF-0BB1-42D6-ADB9-4E9E982D5345}">
      <dsp:nvSpPr>
        <dsp:cNvPr id="0" name=""/>
        <dsp:cNvSpPr/>
      </dsp:nvSpPr>
      <dsp:spPr>
        <a:xfrm>
          <a:off x="6661832" y="1016729"/>
          <a:ext cx="1188243" cy="15150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/>
            <a:t>下载调试验证</a:t>
          </a:r>
          <a:endParaRPr lang="zh-CN" altLang="en-US" sz="1800" kern="1200" dirty="0"/>
        </a:p>
      </dsp:txBody>
      <dsp:txXfrm>
        <a:off x="6696634" y="1051531"/>
        <a:ext cx="1118639" cy="14454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415357-C07F-4627-83CD-168054DB0968}">
      <dsp:nvSpPr>
        <dsp:cNvPr id="0" name=""/>
        <dsp:cNvSpPr/>
      </dsp:nvSpPr>
      <dsp:spPr>
        <a:xfrm>
          <a:off x="0" y="710155"/>
          <a:ext cx="6192688" cy="946874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7A7F8B-527C-44E2-9A87-F34619FC6766}">
      <dsp:nvSpPr>
        <dsp:cNvPr id="0" name=""/>
        <dsp:cNvSpPr/>
      </dsp:nvSpPr>
      <dsp:spPr>
        <a:xfrm>
          <a:off x="397" y="0"/>
          <a:ext cx="1134822" cy="946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/>
            <a:t>应用程序编写完毕</a:t>
          </a:r>
          <a:endParaRPr lang="zh-CN" altLang="en-US" sz="1600" kern="1200" dirty="0"/>
        </a:p>
      </dsp:txBody>
      <dsp:txXfrm>
        <a:off x="397" y="0"/>
        <a:ext cx="1134822" cy="946874"/>
      </dsp:txXfrm>
    </dsp:sp>
    <dsp:sp modelId="{186FFB0F-699A-4AB7-BDA8-075749359B7E}">
      <dsp:nvSpPr>
        <dsp:cNvPr id="0" name=""/>
        <dsp:cNvSpPr/>
      </dsp:nvSpPr>
      <dsp:spPr>
        <a:xfrm>
          <a:off x="449449" y="1065233"/>
          <a:ext cx="236718" cy="23671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B2DCF3-34DC-47FC-96C4-43A24AF4150E}">
      <dsp:nvSpPr>
        <dsp:cNvPr id="0" name=""/>
        <dsp:cNvSpPr/>
      </dsp:nvSpPr>
      <dsp:spPr>
        <a:xfrm>
          <a:off x="1191961" y="1420311"/>
          <a:ext cx="1538069" cy="946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b="1" kern="1200" dirty="0"/>
            <a:t>重新编译一下工程，生成工程</a:t>
          </a:r>
          <a:r>
            <a:rPr lang="en-US" sz="1600" b="1" kern="1200" dirty="0"/>
            <a:t>hex</a:t>
          </a:r>
          <a:r>
            <a:rPr lang="zh-CN" sz="1600" b="1" kern="1200" dirty="0"/>
            <a:t>文件</a:t>
          </a:r>
          <a:endParaRPr lang="zh-CN" sz="1600" kern="1200" dirty="0"/>
        </a:p>
      </dsp:txBody>
      <dsp:txXfrm>
        <a:off x="1191961" y="1420311"/>
        <a:ext cx="1538069" cy="946874"/>
      </dsp:txXfrm>
    </dsp:sp>
    <dsp:sp modelId="{DA07F4B3-F4B1-40FC-9FB7-BCFC6DD60D82}">
      <dsp:nvSpPr>
        <dsp:cNvPr id="0" name=""/>
        <dsp:cNvSpPr/>
      </dsp:nvSpPr>
      <dsp:spPr>
        <a:xfrm>
          <a:off x="1842636" y="1065233"/>
          <a:ext cx="236718" cy="236718"/>
        </a:xfrm>
        <a:prstGeom prst="ellipse">
          <a:avLst/>
        </a:prstGeom>
        <a:solidFill>
          <a:schemeClr val="accent3">
            <a:hueOff val="3750088"/>
            <a:satOff val="-5627"/>
            <a:lumOff val="-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BEBE32-3AB7-4CC1-9599-13D13D735188}">
      <dsp:nvSpPr>
        <dsp:cNvPr id="0" name=""/>
        <dsp:cNvSpPr/>
      </dsp:nvSpPr>
      <dsp:spPr>
        <a:xfrm>
          <a:off x="2786772" y="0"/>
          <a:ext cx="1594686" cy="946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b="1" kern="1200" dirty="0"/>
            <a:t>通过</a:t>
          </a:r>
          <a:r>
            <a:rPr lang="en-US" sz="1600" b="1" kern="1200" dirty="0"/>
            <a:t>ST-LINK</a:t>
          </a:r>
          <a:r>
            <a:rPr lang="zh-CN" sz="1600" b="1" kern="1200" dirty="0"/>
            <a:t>仿真器或其它下载器下载到目标板</a:t>
          </a:r>
          <a:endParaRPr lang="zh-CN" sz="1600" kern="1200" dirty="0"/>
        </a:p>
      </dsp:txBody>
      <dsp:txXfrm>
        <a:off x="2786772" y="0"/>
        <a:ext cx="1594686" cy="946874"/>
      </dsp:txXfrm>
    </dsp:sp>
    <dsp:sp modelId="{30880332-F8F8-4F1C-B29E-B9DF3AE9A122}">
      <dsp:nvSpPr>
        <dsp:cNvPr id="0" name=""/>
        <dsp:cNvSpPr/>
      </dsp:nvSpPr>
      <dsp:spPr>
        <a:xfrm>
          <a:off x="3465755" y="1065233"/>
          <a:ext cx="236718" cy="236718"/>
        </a:xfrm>
        <a:prstGeom prst="ellipse">
          <a:avLst/>
        </a:prstGeom>
        <a:solidFill>
          <a:schemeClr val="accent3">
            <a:hueOff val="7500176"/>
            <a:satOff val="-11253"/>
            <a:lumOff val="-18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517749-2CB6-4536-8F04-07AD6AADB999}">
      <dsp:nvSpPr>
        <dsp:cNvPr id="0" name=""/>
        <dsp:cNvSpPr/>
      </dsp:nvSpPr>
      <dsp:spPr>
        <a:xfrm>
          <a:off x="4723079" y="1420311"/>
          <a:ext cx="565062" cy="946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/>
            <a:t>进行验证</a:t>
          </a:r>
          <a:endParaRPr lang="zh-CN" altLang="en-US" sz="1600" kern="1200" dirty="0"/>
        </a:p>
      </dsp:txBody>
      <dsp:txXfrm>
        <a:off x="4723079" y="1420311"/>
        <a:ext cx="565062" cy="946874"/>
      </dsp:txXfrm>
    </dsp:sp>
    <dsp:sp modelId="{8DBF4CE6-F8A1-42BB-8B72-B256B2F34CD7}">
      <dsp:nvSpPr>
        <dsp:cNvPr id="0" name=""/>
        <dsp:cNvSpPr/>
      </dsp:nvSpPr>
      <dsp:spPr>
        <a:xfrm>
          <a:off x="4887251" y="1065233"/>
          <a:ext cx="236718" cy="236718"/>
        </a:xfrm>
        <a:prstGeom prst="ellipse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16:01:11.9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13110 3889 0,'0'0'0,"132"0"32,67 0-17,12 0 1,-91 0-1,184 0 1,93-26 0,-305 26-1,-26 0-15,54 0 16,-68 0 0,-38-13-1,-1-1 1,0 14 15</inkml:trace>
  <inkml:trace contextRef="#ctx0" brushRef="#br0" timeOffset="3163.34">18111 8202 0,'13'0'63,"53"0"-48,53 0-15,185 0 16,27 0 0,-27 27-16,-13-41 31,-105 14-15,-147-13-16,14-13 15,0-1 1,-40 1-16,40-40 15,-39 52 1,25-131 15,-39 65-15,0 14-16,0-13 16,-79-27 15,0 66-16,-146-132 1,0 80 15,-53-1-15,93 40 0,-53 0-1,52 53 16,-12-26-15,158 26 0,-79 0-1,93 26 1,-107 27 15,41 80-15,-14 65-1,80-92 1,-67 92 15,80-118-15,-1-54 0,14 14 15,14 26-16,171-53 1,397 40 15,159-53 1,-582-53-32</inkml:trace>
  <inkml:trace contextRef="#ctx0" brushRef="#br0" timeOffset="4195.88">16960 5728 0,'0'0'0,"13"40"15,119 92 1,14-26 15,118 0-15,-25-80-1,-81-26-15,491-26 47,-385-199-31,-224 146-1,-40 26 1,0-13 0,-66-186 15,-67 146-15,-144-66-1,25 133 1,-12 39-1,-27 0 1,92 0 0,-317 185-1,212 27 17,211-107-32,-52 54 15,132-106 1,13 238-1,0-145 1,145 52 0,-26-132-1,199 66 1,462-79 15,67 14-15</inkml:trace>
  <inkml:trace contextRef="#ctx0" brushRef="#br0" timeOffset="5511.64">21736 6390 0,'26'-14'47,"27"1"-16,13-26-15,-13 25-1,26-12-15,27-40 16,93-53-1,25 39 1,-52 27 15,80 14-15,-199 25-16,79-25 16,-119 39-1,14-27 1,-27 1 46</inkml:trace>
  <inkml:trace contextRef="#ctx0" brushRef="#br0" timeOffset="6312.32">20518 4630 0,'0'0'0,"14"0"31,105 27-15,13-27 0,53-14-1,40-52 1,172-92 15,-225 118-15,-53-26-1,-119 52 1,13 14 0</inkml:trace>
  <inkml:trace contextRef="#ctx0" brushRef="#br0" timeOffset="8051.54">3188 5318 0,'13'0'31,"226"0"-15,25 0 0,199 0 15,-13 0-16,-119-13 1,-278 13 15</inkml:trace>
  <inkml:trace contextRef="#ctx0" brushRef="#br0" timeOffset="8873.99">3281 6006 0,'53'0'31,"370"93"-15,305-1-1,-345-52 1,146-40 0,14 0-1,-318 0-15,119 0 16,-252 0-1,-52 0 1,92 0 0,-105 0-1,105 0 1,-92 0 0,13 0-1,-40 0 1</inkml:trace>
  <inkml:trace contextRef="#ctx0" brushRef="#br0" timeOffset="-47274.08">4392 11946 0,'0'0'0,"132"79"15,-39-26 1,0-13 0,-1 0 15,27-14-15,159-13-1,26-13 16,239 0-15,-345-26 0,-66-54-1,-105 41 17,13-80-17,-40 79 1,0-92-1,0 92 1,0-39 0,-14 39-1,-197-185 17,12 80-17,-158-27 1,132 105-1,133 54 1,-94 13 0,-12 0-1,105 0-15,-158 13 16,119 67 15,-133 92 0,225-133-31,-26 28 16,66-28 0,-39 67-1,12-66 1,27 39 0,172 225 15,93-145-16,-133-106 1,199 66 0,-265-92-1,-40-27 48,54 0-48,-54 0-15</inkml:trace>
  <inkml:trace contextRef="#ctx0" brushRef="#br0" timeOffset="-42899.97">10888 4405 0,'26'0'47,"14"0"-31,26 14 0,-40-14-1,40 0-15,159 0 16,14 0 15,-107 0-31,159 0 16,13 0-1,-92 39-15,-27-52 32,80-13-17,-107 26 1,54 0-1,-159 26 1,-27-26 0,67 13 15,-14-13-15,-13 0-1,-26 0-15,53 0 31,-1 0 1,-65 0-32,26 0 15,53 0 1,-53 0 0,13 0-1,0 0-15,-13 0 16,26 0-1,-26 0-15,13 0 16,-26 0 0,0 0-1,-14 0 1,80 0 0,-66 0-1,26 0 1,0 13 15,-53 1-15,27-14 15,13 0-15,-40 0-1,119 26 1,-92-26-1,92 0 1,-52 0 0,-67 0-1,0 0-15,0-40 16,-13 27 0,13-13-1,-13-1-15,0-12 156,-13 39-140,0-27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16:24:50.0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3201 6310 0,'0'0'0,"133"27"16,-14 12 0,13-25-1,358 78 1,-332-78 0,266-1-1,-345-13 1,-39 0-1,-1 0 1,-12 0 15</inkml:trace>
  <inkml:trace contextRef="#ctx0" brushRef="#br0" timeOffset="644.87">3413 6760 0,'0'0'0,"132"53"31,107 0-15,369 0 0,-409-53-1,-147 0 17</inkml:trace>
  <inkml:trace contextRef="#ctx0" brushRef="#br0" timeOffset="1725.47">7369 6390 0,'0'0'0,"105"0"16,187 0-1,-1-53 1,-106 53 0,145-40-1,-78 27 1,-186 13-1,-53 0 17</inkml:trace>
  <inkml:trace contextRef="#ctx0" brushRef="#br0" timeOffset="2180.6">7554 7091 0,'132'0'31,"-264"0"-31,463 40 16,-93-40-1,119 0 1,-317 0 0,-14 0-1</inkml:trace>
  <inkml:trace contextRef="#ctx0" brushRef="#br0" timeOffset="4565.16">3612 9247 0,'105'-39'62,"583"25"-46,-489 1 0,542 40-1,-543-27 1,159-40-1,-264 40 1,264-13 0,-211 13-1,145-40 1,-133 40-16,-25-13 16,52-14-1,-79-26 1,39-26-1,-92 39 1,13 1 15,14-41-15,-54 40 0,27-39 15,-27 13-16,1 13 1,-27 40 0,0-14-1,0 1 1,0-27 0,-106-53-1,27 40 1,-54 0-16,-144-53 15,38 13 17,-197 0-17,79 66 17,79 40-17,119 0 1,106 0-1,-26 0 1,-14 0 0,-13 0-1,53 0 1,-13 0-16,-13 0 16,66 0-1,-106 14 1,0 12-1,26-26-15,-79 40 32,40-27-17,79 13-15,-119-12 16,79 25 0,-224-25-1,65 39 16,147-27-31,-81-13 16,14 27 0,53-27-1,66 14 1,14 65 0,39-65-1,0 39 16,26-26-15,-26-14-16,27 53 31,-1-39-15,40 39 0,-53-52-1,54 39 1,-14-40-1,-40-12-15,66 12 32,40 14-17,-39-14-15,65 14 16,-52-14 0,185 54-1,-133-40 16,212 26 1,-251-40-17,-93-26 1,40 13 46,13-13-46,-26 0-16,-27 0 16</inkml:trace>
  <inkml:trace contextRef="#ctx0" brushRef="#br0" timeOffset="6748.67">5622 6615 0,'40'39'78,"79"-26"-62,0-13 15,13 0-15,-52 0-1,-40 0 16,-1 0-31,27-26 16,1-27 0,-15 13-16,1-26 31,-26 40-15,-14-14 15,-13 27-16,13-14 1,-13 14 0,0-40-1,0-26 1,0-53 0,-13-14 15,-53 67-16,-80-27 1,107 93 0,-41-27-1,41 40-15,-28 0 16,-52-13 0,67 13-16,-81 0 15,41 0 1,-173 66-1,159 0 17,0 53-17,67-79 1,12-14-16,1 40 31,26 1-15,-27 12-1,27-13 1,0-39 0,0 39-1,93 40 1,-14-67-16,173 80 16,39 27 15,-185-120-16,-93-13 1,0-13 47</inkml:trace>
  <inkml:trace contextRef="#ctx0" brushRef="#br0" timeOffset="8933.54">11933 6654 0,'185'27'78,"384"26"-63,-384 0 1,384-27 0,-450 0-1</inkml:trace>
  <inkml:trace contextRef="#ctx0" brushRef="#br0" timeOffset="9683.07">17436 3572 0,'26'0'63,"411"0"-48,-278 0 1,926 0 0,-569 66-1,-186-26 16,-317-27-31,14-13 16</inkml:trace>
  <inkml:trace contextRef="#ctx0" brushRef="#br0" timeOffset="10332.23">18309 5768 0,'516'0'31,"-1032"0"-31,1508 0 16,-767 0-16,397 66 16,-40-66-1,-304 0-15,397 0 32,409 0-1,-806 0-16,-185 0 1,-80 0 15</inkml:trace>
  <inkml:trace contextRef="#ctx0" brushRef="#br0" timeOffset="10840.72">18098 6178 0,'0'0'15,"423"0"1,-251 0 0,582 40-1,-304-40-15,595 0 16,-503 0 0,-13 0-1,397 0 1,-529 0-1,-331 0 1,-26 0 0,-13 0-1</inkml:trace>
  <inkml:trace contextRef="#ctx0" brushRef="#br0" timeOffset="11736.22">19989 9327 0,'0'0'0,"834"66"31,938 26-16,-25 54 17,-1218-80-17,-423-66 1</inkml:trace>
  <inkml:trace contextRef="#ctx0" brushRef="#br0" timeOffset="12286.22">18865 10160 0,'503'13'78,"1362"-52"-47,-1230 39-15,-80-27-1,-502 27 16</inkml:trace>
  <inkml:trace contextRef="#ctx0" brushRef="#br0" timeOffset="19601.64">3440 7157 0,'0'0'0,"79"0"16,14 0 0,356 0-1,-330-26 1,27-54 15,-67 27 0,-52 27-15,12-133 0,-39 106-1,0-66 1,0 93-16,0-41 16,0-52-1,0 66 1,0-105-1,-39 12 1,12 80 15,1-13-15,-14 26 0,27 40-16,0-14 15,-14 14 1,-52-27-1,-146-52 1,172 52 0,-106 13-1,53 14 1,-13 13 0,-13 0-1,53 0 1,26 0-16,0 0 15,13 0 1,-26 93 0,40-40-1,-27 66 1,13-40 15,14 120-15,26-120-1,0 93 1,26-66 15,-13-40-31,27 13 16,-14-13 0,133 133 15,-13-146-16,-14-27-15,40 27 16,-106-53 0,-39 0-16,-14 0 31,13 0-15,1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16:25:29.4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24778 2328 0,'93'-39'93,"66"25"-77,-40-12 15,-14 26-15,-91 0 31</inkml:trace>
  <inkml:trace contextRef="#ctx0" brushRef="#br0" timeOffset="2531.87">15809 1905 0,'106'-13'63,"0"13"-48,145 0 1,172 39 15,-277-39-15,26 0-1,-119 0-15,66 0 16,53 27 15,-40-27-31,40 79 16,-119-79-1,39-66 79,-25-26-63,-14 25 1,-1 1-17,-52 40 1,0-14-16,0-26 16,0 0-1,14 39-15</inkml:trace>
  <inkml:trace contextRef="#ctx0" brushRef="#br0" timeOffset="3326.56">19156 1892 0,'53'0'47,"291"0"-16,-27 0-15,159 13 0,-330 13 15,132-26-15,-133 0-1,-52 0 1,-53 0-16,65 0 15,-38 14 17,-41-14-17</inkml:trace>
  <inkml:trace contextRef="#ctx0" brushRef="#br0" timeOffset="4636.07">10358 2447 0,'14'14'32,"39"-14"-17,66 13-15,198 40 16,-145-53 0,344 106-1,-146-106 1,-184 39-16,250 14 31,27-40-15,-291-13-16,146 53 15,-173-26 1,-118-14-16,39-13 16,13 0-1,-52 0-15,105 0 31,-106 0-15,14 0-16,79 0 16,-26 26 15,-40-26-31,53 0 16,-27 0-1,-39 0-15,52 0 31,67 0-15,-53 0 0,105 0 15,-105 0-15,-13 0-1,-80 0 1,0 0 15</inkml:trace>
  <inkml:trace contextRef="#ctx0" brushRef="#br0" timeOffset="5023.46">18984 3612 0</inkml:trace>
  <inkml:trace contextRef="#ctx0" brushRef="#br0" timeOffset="6585.73">4776 4299 0,'39'0'125,"120"0"-109,26 0-1,27-52 16,-119 52-15,92-14 0,-106 14-1,-52 0 1</inkml:trace>
  <inkml:trace contextRef="#ctx0" brushRef="#br0" timeOffset="58482.06">5887 4736 0,'-26'212'46,"12"-14"-30,-12 53 0,26 80 15,0-146-15,-27 120-1,1-120 16,-14 40-15,1-119 0,25 66-1,14-40 17,0-26-17,0-80 1,0-13 15,27-13 47,92-211-62,-40 65-1,-26 80 1,66-79 0,133-160 15,-54 160-15,119-1-1,-197 80 1,144-13-1,-198 79 1,67-80 0,-41 80-16,80-92 31,-26-1-15,-107 53-1,14 14 1,-13 26-16,53-53 15,-41 53 1,1-26-16,-13 26 31,13 0-15,-13 0-16,105 0 16,-39 0-1,-40 0 1,-26-27-1,0 27 64,26 13-64,-40 14 63,-26 13-62,0 12-16,27 81 31,12 78-15,1 107-1,-40-27 1,0-159-16,0 40 16,0-39-1,0 263 1,0 1 0,53-79-1,0 39 1,39 199 15,-78-120-15,25-158-1,-39-66 1,0-1 15,-79 107-15,79-239-1,-66 93 1,66-132 0,-66 132-1,52-80 1,14-52 0,0 0-16,-13-14 15,13-13 32,0-39-16,0-14-15,-39-52 0,-28 26-1,14-1-15,-79-65 16,-27-13 15,120 118-31,-133-92 16,-252-185-1,252 172 1,-291-226 0,358 292-16,-160-145 31,106 39-16,67 79-15,-41-66 16,1-26 0,13 92 15,66-92-15,27 132-1,12 0 1,1 0-16,0 27 15,13 13 1,0 0-16,0-40 47,-27 53 62,1 92-93,26-39 0,0 370 15,0-118-16,106 369 1,13-91 15,-66-213-15,-13-185-16,-1 80 31,-12-146-15,-27-40-16,0-52 15,13 52 1,-13-66-16,0 27 16,13 0 31,0-14-32,1-26-15,-14-66 78</inkml:trace>
  <inkml:trace contextRef="#ctx0" brushRef="#br0" timeOffset="62551.74">13600 3929 0,'66'344'62,"106"238"-46,-93-344-16,0 212 16,-52-278-1,66 384 1,-41-437 0,-25 119-1,-27-106 1,0-79-1,0-27 1,13-39 31,27-26-31,-14 12-16,40-39 15,-13 13 1,185-119-1,-118 93 1,144-120 0,40 54-1,-158 65 1,264-118 0,-185 39-1,-106 93 1,-53 26-16,119-66 15,14 14 1,-27 39 0,-133 27-1,-12-1 17,-14 27 30,0 27-46,-13 92-1,0 225 17,14-106-17,-14 145 1,52 1-1,-12-199 17,-40 106-17,0-159 1,0-105-16,0 66 16,0-67-1,0 0 1,13-12 31,67-94-32,79-131 17,-67 131-17,14-26 1,225-145-1,-93 26 1,79-39 0,-52 92-1,26 13 1,-106 13 0,186-12-1,-160 25 16,226-12 1,-159 79-17,-199 26 1,-39 40 15,-27-13 32,79 13-48,-78 0 1,12 0 0,27-27 15,-40 27 31,-13 14-46,14 144 0,78 120-1,-79-79-15,40 290 16,53 80 15,-79-238-31,-1 568 16,-26-317-1,0-317-15,0 171 16,0-250 0,0 277-1,0-397 16,0-27-31,0 28 16,0-28 15,-66-118 47,0 26-62,0-53-16,-133-119 16,-79-26-1,-171-133 17,250 226-17,54 12-15,-67-66 16,93 106-1,-278-171 1,106 118 0,145 66-1,-26 93 1,67-53 0,-41-26-1,106 39 1,1 14-1,39 13-15,-13 13 16,-1 0 31,-92-53-31,40 40-1,13 13 1,40 0-1,0 0 1,0 26 0,-1 0-1,14 54 1,0 131 0,0-52-1,-13 331 1,13-186 15,0 159-15,0-146-1,27-92 1,-27-26 0,0-67-1,0-79 16,-27-53 63,-26-13-78,40 13-16,-93-80 15,14 1 1,-173-252 0,80 146-1,119 40-15,-93-173 32,-132-66-17,-132-198 1,317 490-1,-132-173 1,66 80 15,13 66-15,-40-66 0,147 145-1,-1 0 1,0 1 15,13 39-15,14 0 62,26 383 250,0-52-312,0 145-16,66 305 31,26 264-16,-52-754 1,-40-132 0,13 13-16,40 79 15,-40-172 1,14 93 0,-14-145-1,-13-67 126</inkml:trace>
  <inkml:trace contextRef="#ctx0" brushRef="#br0" timeOffset="63479.6">13044 5040 0,'26'27'31,"54"12"-15,12 54-1,147 185 1,-81-93 15,-92-106-31,1 14 16,-54-80-1,0-13 32,13-53-31,67-145 0,-93 79-1,0-40 1,0-264 15,0 251 0,0 145-31</inkml:trace>
  <inkml:trace contextRef="#ctx0" brushRef="#br0" timeOffset="64554.28">19275 5278 0,'0'40'31,"-79"119"-15,-14-40 15,0 66-16,80-158 1,-27 52 0,40-66 15</inkml:trace>
  <inkml:trace contextRef="#ctx0" brushRef="#br0" timeOffset="65265.62">18018 6072 0,'40'-26'16,"-80"52"-16,305-105 31,-80 39-15,-66-13-16,106 40 31,-53-53-15,-119 66-16,13-13 15,-13-27 1,-40 13 0,14 54 93,-27 118-93,0 133-1,0-145 17,-14-1-17,-12-66 1,26-40-16,0 14 31,-13 13 0,13-40-15,0 14 0</inkml:trace>
  <inkml:trace contextRef="#ctx0" brushRef="#br0" timeOffset="66241.55">19844 8453 0,'-27'-26'47,"-52"26"-32,-106 0 1,105 0 0,-12-13-1,52 13 1,0 26 15,40 1 0,0-14-15,0 40 0,40 26-1,-13 1 1,65 92 0,-65-133-16,25 67 15,-12-53 1,-27-27-16,14 14 15</inkml:trace>
  <inkml:trace contextRef="#ctx0" brushRef="#br0" timeOffset="66994.28">16484 8255 0,'-53'-13'78,"-318"-14"-46,146 27-17,212 0 1,-53 40-1,66 0 1,0 39 0,0 0-1,79 67 1,80 39 0,-66-105-1,12 78 1,-65-92-16,0-13 15,0-13 17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16:26:51.2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5001 3056 0,'-40'119'31,"-106"291"1,54-211-17,79-147 1,13-38-1</inkml:trace>
  <inkml:trace contextRef="#ctx0" brushRef="#br0" timeOffset="508.21">9036 2209 0,'0'0'0,"105"0"16,67-13-16,186 13 16,-253 0-1,-25 0 1,-120 106 0,-39-40-16,-27-26 15,-13 52 1,0-12-1,92-1-15,1-13 16,26-26 0,13-27-1,172 14 1,-119-27 0,186 0-1,-107-40 1,-105 0-1,0 40-15</inkml:trace>
  <inkml:trace contextRef="#ctx0" brushRef="#br0" timeOffset="1362.28">15743 1627 0,'278'66'31,"-146"-39"-31,-542-120 0,1084 292 16,-621-160 0,66 41-1,-92-67-15,-27 80 47,-212-1-31,120-52-1,39 26 1,39-66 0,14 26-1,0 41 1,53-15-1,-53 1 1,14-13 0,-14 26-16,0-26 15,-40 53 1,-370-160 0,251 67-1,93 0 1</inkml:trace>
  <inkml:trace contextRef="#ctx0" brushRef="#br0" timeOffset="1910.74">20889 1786 0,'0'0'15,"-40"79"1,-66 146 0,53-159-1,-26 133 1,13-186-1,502-13 64,133 0-64,-159 0-15,358 0 16,-199-40 15,-358 27-15,-198-27-1</inkml:trace>
  <inkml:trace contextRef="#ctx0" brushRef="#br0" timeOffset="2245.59">22834 1892 0,'-40'106'15,"-53"13"-15,226-344 0,-517 780 16,291-396-1,-52 26 1,92-66-16,-40 199 16,80 79 15,13-344-15,0 26-1</inkml:trace>
  <inkml:trace contextRef="#ctx0" brushRef="#br0" timeOffset="7260.66">9895 7501 0,'80'0'109,"39"-27"-93,-79 27-16,118-52 31,-65 52-15,-40 0-16,0 0 15,0-40 1,-27 40-16,14 0 16,-1 0-1,28-27 1,-1 27 15,-40 0-31,93 0 16,-53 0 15,-52 0-31,52 0 16,13 0-1,-39 0-15,26 27 31,0-27 1,-39 0 15,92 0-32,-66 0 1,-40 0-1,13 0 17,14 0-17,-14 0 1,-12 0 15</inkml:trace>
  <inkml:trace contextRef="#ctx0" brushRef="#br0" timeOffset="8275.94">8004 8639 0,'119'-40'31,"-238"80"-31,449-133 16,-118 67-1,145-14 1,-13 13 15,-119-12-15,-119 39-1,317 0 17,-357 0-32,53 0 15,-66 0 1,-26 0-1,132-27 1,-120 27 0,14 0-1,-13 0 1,66-13 0,-80 13-1,1 0 1,-1 0-16,-13 0 15,67 0 1,-54 0-16,40 0 16,27 0-1,-53 0 1,39 0 15</inkml:trace>
  <inkml:trace contextRef="#ctx0" brushRef="#br0" timeOffset="10826.16">8652 12144 0,'79'40'78,"186"-40"-62,-1 0-1,-78 0 1,-54 0 0,701 0 15,-674 0-31,132 0 16,-119 0-1,265 0 1,-239 0-1,14 0 1,-173 0 0,67-26-1,-40 26 17,-52 0 30</inkml:trace>
  <inkml:trace contextRef="#ctx0" brushRef="#br0" timeOffset="13329.1">14393 5490 0,'0'13'62,"159"-13"-46,-27 0-1,120 0 17,-80 0-17,66 0 1,-172 0 0,-13-26-1,-13 26-15,26-13 16,26-1-1,-78 1-15,65 0 16,0 0 0,159-53-1,-171 66 1,118 0 0,-79 0-1,52 0 1,54 0-1,-80 0 1,-39 0 0,-27 0-16,80 0 15,78 0 17,-157 0-17,12 0 1,-53 0-1,-12 0 1,-1 0-16,66 0 16,67 0 15,-27 0-15,-26 0-1,-67 0 16,-13-14-15</inkml:trace>
  <inkml:trace contextRef="#ctx0" brushRef="#br0" timeOffset="14487.13">13732 6654 0,'53'-13'94,"198"13"-63,-119 0-31,199 0 16,-93 0-1,-26 0-15,145 66 32,-198-53-17,-106-13 1,-27 0-1,27 0 17,0 0-17,-40 0 1,1 0 15,-1 0 47,0 0 110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16:40:43.5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17926 8295 0,'0'53'63,"0"264"-32,0-158-15,0 105-1,13-131 1,13 78 15,-26-65-15,0-106-1,0 26-15,13-27 16,14 28 0,-14 12 15,27-13-15,-40-39-1,0-1 1,0 0-1,0 14 17,0 13 30,0-40-31</inkml:trace>
  <inkml:trace contextRef="#ctx0" brushRef="#br0" timeOffset="1932.21">19169 3400 0,'27'-13'79,"25"13"-64,68-40-15,210 40 16,67 0-1,-304 0 1,-67 0 0,1 0-16</inkml:trace>
  <inkml:trace contextRef="#ctx0" brushRef="#br0" timeOffset="11496.77">5226 3321 0,'0'0'0,"119"-93"15,53 14 17,132 26-1,-145 0-16,-80 79-15,106-26 16,-132 0 0,-13 0-1,39 0 1,14 0 0,79 0 15,119 53-16,-146-13 1,-131-40-16,-1 0 16,0 13 15,-13 0 0</inkml:trace>
  <inkml:trace contextRef="#ctx0" brushRef="#br0" timeOffset="12275.47">7025 3003 0,'13'0'62,"13"0"-46,-12 53-16,-1-40 47,-13 14 15,0-14-46,0 0 15,0 27 0,0-14-31,0 1 32,-27-14-17,-26 27 1,-158 79 0,158-106-1,0 13 1,40-26 15</inkml:trace>
  <inkml:trace contextRef="#ctx0" brushRef="#br0" timeOffset="12966.57">8427 3096 0,'0'0'0,"40"-14"16,13 14-1,66-39 1,304-1 15,-92 40-15,-1 0-16,-144 0 16,91-13-1,-118-14-15,159 27 16,-173 0-1,173 40 1,-160-40-16,1 53 16,-79-53-1,211 106 1,-133-93 0,-118-13-1</inkml:trace>
  <inkml:trace contextRef="#ctx0" brushRef="#br0" timeOffset="13668.37">11404 2844 0,'52'0'63,"-12"53"-48,0 13 1,13-26-1,-53-27 17,13 14 77,-66-1-78,-13-26-15,-212 66 0,-119 80-1,265-133 1</inkml:trace>
  <inkml:trace contextRef="#ctx0" brushRef="#br0" timeOffset="14601.46">15359 3625 0,'40'-53'62,"277"-40"-46,120 14 15,-1 39-15,-118 40 15,145 13-15,-238 27-1,132-40 17,-238 40-32,-66-40 15,-27 0 1,-26 13-1</inkml:trace>
  <inkml:trace contextRef="#ctx0" brushRef="#br0" timeOffset="15243.58">17582 3003 0,'0'13'32,"39"40"-17,213 119 1,-147-106 0,-52-26-1,-53-27 110,-92 67-109,26-28-1,-225 81 1,132-80 0,66-14-1,80-39 1,0 0 0,0 0 30</inkml:trace>
  <inkml:trace contextRef="#ctx0" brushRef="#br0" timeOffset="19386.73">15214 10464 0,'0'-39'32,"185"-54"-17,26 67 1,147 26 15,-147 0-15,107 0-1,-120 0 17,40 39-17,-145 1-15,-27-40 16,-39 0 15</inkml:trace>
  <inkml:trace contextRef="#ctx0" brushRef="#br0" timeOffset="19947.09">16616 10134 0,'198'92'94,"-105"-12"-79,-80-67 1,-26 26 47,-27-25-48,-26 12-15,-93-13 16,-66-13-1,133 0-15,26-13 32,39 13-1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16:41:16.7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14155 5450 0,'27'0'78,"184"0"-62,-105 0-16,119 0 31,0 0-15,-159-13-1,-53 13 1</inkml:trace>
  <inkml:trace contextRef="#ctx0" brushRef="#br0" timeOffset="589.04">17092 5490 0,'13'-26'31,"1"26"0,329 0-15,-25 0 15,410-80-15,-596 1-1,331 79 1,-291 0 15,-93-13 0</inkml:trace>
  <inkml:trace contextRef="#ctx0" brushRef="#br0" timeOffset="1558.71">13441 7911 0,'278'13'62,"-173"-13"-46,253 13-1,-292 27 1,13-13 0</inkml:trace>
  <inkml:trace contextRef="#ctx0" brushRef="#br0" timeOffset="2045.94">12197 10649 0,'185'0'94,"212"0"-63,-278 0-31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16:42:08.3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5927 5014 0,'0'0'0,"26"0"31,93 13 16,66-13-31,-66 0-16,397 66 47,80-66-32,-147 0 1,107 0 15,-424 0-15,-92 0-1,-13 0 17,-1 0-17,14 0-15,-1 0 32,-25 0-17,-14-13-15,26 13 31,-13 0-15</inkml:trace>
  <inkml:trace contextRef="#ctx0" brushRef="#br0" timeOffset="1458.51">2699 6019 0,'0'0'0,"26"-26"15,54 13 1,39-27 0,251 0 15,-132 40-16,0 0 1,-119 0 0</inkml:trace>
  <inkml:trace contextRef="#ctx0" brushRef="#br0" timeOffset="2221.03">2646 7236 0,'92'0'31,"1"0"-15,105 0-1,-12 0 1,-41 0 0,107 40 15,-226-40-16</inkml:trace>
  <inkml:trace contextRef="#ctx0" brushRef="#br0" timeOffset="-16284.81">6879 9049 0,'27'0'31,"198"0"-15,-67 0-16,557 0 15,-252-40 17,-106 40-17,-291-40 1,-53 27 31</inkml:trace>
  <inkml:trace contextRef="#ctx0" brushRef="#br0" timeOffset="-15324.67">4643 9591 0,'0'0'0,"159"0"31,198-40 0,-105 1-15,396-14-1,-278 53 17,27 0-1,-344 0-31,66 0 15,93 0 17,132 0-17,-159 0 1,27 53 15,-106-27-15,-93-26-1,-13 13 1,13-13 0,0 0-1,0 0 1</inkml:trace>
  <inkml:trace contextRef="#ctx0" brushRef="#br0" timeOffset="-14503.25">4247 10663 0,'0'0'0,"317"53"31,80 0-15,-331-53-16,265 39 31,-40-12-15,-212-27-16,212 0 16,-238 0-1,40 0 1,-80 0 15,40 13-15</inkml:trace>
  <inkml:trace contextRef="#ctx0" brushRef="#br0" timeOffset="-12736.85">20055 4313 0,'0'0'0,"186"-53"16,65 26 0,225 27-1,-172-26 1,-79 39-1,265 0 17,-398-13-17,-52 0 1</inkml:trace>
  <inkml:trace contextRef="#ctx0" brushRef="#br0" timeOffset="-12044.95">20585 5226 0,'224'13'46,"-65"-13"-30,675 26 0,-609 27-1,145-53 1,-53 40 0,-237-40-1</inkml:trace>
  <inkml:trace contextRef="#ctx0" brushRef="#br0" timeOffset="-10640.44">18693 6218 0,'39'0'62,"279"0"-46,-133 0 0,384 0-1,-93-40 1,199 53-1,-146-13 17,119 0-17,-277 0 1,12 0 15,-250 40-15,39-14-1,-40-26 1,-53 0 0,67 0-1,-14 0 1,-105 0 0,26 0-1,-14 0-15,-26 0 16,40 0-1</inkml:trace>
  <inkml:trace contextRef="#ctx0" brushRef="#br0" timeOffset="-10112.89">19156 7726 0,'0'0'0,"185"0"16,80 0-1,-107 0 1,213 26 0,290-65 15,-515-1-15,-120 40-1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1T16:56:20.4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3466 5636 0,'0'0'0,"79"-27"31,-12 1-16,12 26 1,119 0 0,-39 0-1,622 0 1,-199 0 0,132 13 15,-238-26-16,-357-1 1,212-78 15,-172 65-15,-106 27-16,132 0 31,-13-26-15,-132 26-1,52 0 17,-65 0-17,12 0 1,28 0 15,91 0-15,-78 0-1,-54 0 1,-13 0-16,40 0 16,-26 0-1,26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2T09:11:20.7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12806 2977 0,'79'13'47,"-13"0"-31,27-13-16,13 0 15,79 53 1,-26-27-1,264 1 1,-224-27-16,105 0 16,-172 0-1,40 0 1,-53 0-16,-13 0 16,-27 26 15,27-12 0,-26-14-15,-67 0-1,0 0 1</inkml:trace>
  <inkml:trace contextRef="#ctx0" brushRef="#br0" timeOffset="2451.14">19129 8162 0,'80'0'15,"52"0"1,66 0 0,-131 0-1,144 0 1,-158 0-1,-13 0 1</inkml:trace>
  <inkml:trace contextRef="#ctx0" brushRef="#br0" timeOffset="2862.45">19460 9049 0,'119'39'47,"212"-25"-31,-172 25-16,211 28 47</inkml:trace>
  <inkml:trace contextRef="#ctx0" brushRef="#br0" timeOffset="3314.68">20069 10014 0,'0'0'15,"211"-13"1,-78 13-16,105 0 31,106 0 1,-331 0-17</inkml:trace>
  <inkml:trace contextRef="#ctx0" brushRef="#br0" timeOffset="3645.64">19024 10821 0,'0'0'0,"26"0"16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2T09:13:18.0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6509 7541 0,'106'0'32,"105"0"-17,-158 0-15,106 0 16,-93 0 0,-39 0-1,65-40 1</inkml:trace>
  <inkml:trace contextRef="#ctx0" brushRef="#br0" timeOffset="5144.17">16060 5887 0,'-13'0'62,"-106"0"-46,53 0-1,-212 0 1,-132 53 15,-225-53 1,476 0-32,-211 40 15,65-40 1,-78 0 15,158 13-15,-93 40 15,93-53-15,-66 0-1,27 0 1,-1 0-1,107 26 17,-160-26-17,172 0 17,-52 0-17,105 0 1,-290 40-1,277-27 1,-238 27 15,265-40-15,-1 0 0,54 0-1,-40 0 1,39 0-1</inkml:trace>
  <inkml:trace contextRef="#ctx0" brushRef="#br0" timeOffset="6339.22">9790 7792 0,'0'0'0,"39"-13"16,107-53-1,26 66 1,211-67 15,-131 67-15,12 0 0,1 0-1,171 0 1,-39 0 15,159 0 0,0 0-15,-292 0 15,-132 0-31,54 27 16,-107-27-1,146 0 1,-172 0 0,79 0-1,199 66 1,-27-26 0,278 26 15,-119-66 0,-39 0 0,-305 0-31,53 0 16,-53 0 0,-80 0-16,1 0 15,-13-13 1,-27-1-16,13 1 15,13-13 17,1-1-1</inkml:trace>
  <inkml:trace contextRef="#ctx0" brushRef="#br0" timeOffset="7153.57">15531 8837 0,'0'0'0,"-26"27"0,-27-14 15,-106 40 1,-185 39 15,53-92-15,-503 0-1,-13-13 1,0 13 0,172 0-1,424 0 1,52 0-16,40 0 15,92 0 17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2T09:13:33.1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8493 5517 0,'0'0'0,"-66"79"31,-80 172-16,67 27 1,-14 26 15,54-211-31,-80 224 16,79-65 0,0-107-16,40 120 15,0-27 16,0-13-31,40 40 16,-40-133 0,0 291-1,0-224 1,13 105 0,40 119-1,-13-132 1,13 53 15,13-145-15,0-41-1,-39-78 17,12-41-17,-39-25 1,53-1-1,-26-13 1,26 26 0,66 14-1,-40-27 1,-53 14-16</inkml:trace>
  <inkml:trace contextRef="#ctx0" brushRef="#br0" timeOffset="50015.78">1759 6681 0,'159'-14'31,"145"14"1,-118 0-32,488 0 15,-356 0 1,-199-52-16,-26 12 16,-54 40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2T09:21:34.8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10927 6072 0,'318'-26'47,"-80"26"-32,79 0 1,213-40 15,-385 53-15,159-13-1,-185-26 1,-13 26 0,-40 0-1</inkml:trace>
  <inkml:trace contextRef="#ctx0" brushRef="#br0" timeOffset="692.93">11152 7197 0,'13'0'15,"398"0"1,-54 39 15,304-25 0,-317-14 1,-291 0-17,-40 0 1</inkml:trace>
  <inkml:trace contextRef="#ctx0" brushRef="#br0" timeOffset="1258.01">12012 8440 0,'0'13'16,"106"40"-1,-53-53 1,317 27 0,-13-27 15,-277 0-31,52 0 15,-92 0 1</inkml:trace>
  <inkml:trace contextRef="#ctx0" brushRef="#br0" timeOffset="1640.96">11800 9909 0,'0'13'31,"159"27"-15,291 12 15,26 54-15,-436-106-16,-14 14 16</inkml:trace>
  <inkml:trace contextRef="#ctx0" brushRef="#br0" timeOffset="2044.7">11430 11073 0,'198'66'16,"173"-13"0,-173-40-1,-13 53-15,27-39 16,-199-27 0,14 13-16</inkml:trace>
  <inkml:trace contextRef="#ctx0" brushRef="#br0" timeOffset="2435.51">11721 12250 0,'53'0'62,"172"0"-46,-159 13-16,53 27 16,-79-40-1,-1 0 1,-12 0-1,26 0 1</inkml:trace>
  <inkml:trace contextRef="#ctx0" brushRef="#br0" timeOffset="15318.96">2924 6337 0,'105'13'62,"54"27"-46,26-40-16,570 119 31,-372-119-15,-343 0-1,79 0 1,-93 0 62</inkml:trace>
  <inkml:trace contextRef="#ctx0" brushRef="#br0" timeOffset="17018.3">1363 8176 0,'264'13'63,"-92"-13"-48,516 0 1,-331 0 0,-39 0-1,-107-13 16,160 13 1,-212 0-17,-67 0-15,120 53 16,-80-40 0,397-13-1,-264 0 1,-133 0-1,80 0 1,-159 0 15,-14-13-15,1 13 0,-13 0-1,-1-27 1,14 27 62,-14 0-62,1 0-1,-27-13 1</inkml:trace>
  <inkml:trace contextRef="#ctx0" brushRef="#br0" timeOffset="17924.18">4048 9168 0,'0'0'0,"146"-40"16,12 14-1,-78-14-15,105-13 16,-66-26 0,40 79-1,52-66 1,-65 13-1,-93 39 1,-27 14 0,-12 0 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2T09:32:05.8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15663 3770 0,'0'0'0,"14"0"0,12 0 31,14 0-15,-14 0-16,265 0 31,-13 0-16,555 0 1,-92 146 15,437 79-15,-676-225 0,-52 0-1,-79 0 1,-27 0-1,-14 0 1,-39 0 0,-198 0-1,-67 0 1,14 0 0</inkml:trace>
  <inkml:trace contextRef="#ctx0" brushRef="#br0" timeOffset="1073.33">1005 3797 0,'0'0'0,"119"13"16,-52 27-1,171-1 1,661 14 0,-449-53-16,317 0 15,-356 0 1,224 0-1,-120 0 1,-104 0 0,-107-53 15,-225 14-15</inkml:trace>
  <inkml:trace contextRef="#ctx0" brushRef="#br0" timeOffset="2362.25">17436 4762 0,'0'0'0,"40"0"16,198 40-1,-106-40-15,212 53 16,-40-53 15,-105 0-31,132 40 16,26-80-1,13-13 1,-277 40 0,185-27-1,-159 14 17,-66 26-17,-40-13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2T16:16:47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18680 8903 0,'105'27'63,"160"-14"-47,66 27-1,224-40 1,-184 0 15,224 39 0,-542-39-31,40 0 16,26 0 0,0 0-1,-106 0 16</inkml:trace>
  <inkml:trace contextRef="#ctx0" brushRef="#br0" timeOffset="1596.57">16550 8956 0,'0'0'0,"26"0"16,14 27 0,79-27-1,-13 0-15,119 39 16,0-39 15,79-39 0,-238 12-15,27-39 0,-41 26-1,1-66 16,-26 54-15,-27 12 0,0 27 15,0-14-15,0-13-1,-132 1 1,65 12 15,-91-26-15,39 14-1,-120-1 1,147 27-16,-67-14 31,-26 27-15,13 0-1,79 0-15,-92-13 32,-40-13-17,159 12-15,-93 14 16,106 0 0,0 0-16,27 0 15,-27 40 1,53-27-16,-40 67 31,1 118 0,-1-92-15,40-66 0,-26-1-16,26 28 15,13-1 16,132-27-15,-52 1-16,224-13 31,-118-27-15,-107 0-16,80 0 31,-92 0-15,-67 0-16,0 0 15,1-14 17</inkml:trace>
  <inkml:trace contextRef="#ctx0" brushRef="#br0" timeOffset="7932.11">11258 11351 0,'13'13'15,"0"-13"1,14 0 0,171 0-1,93 0 1,-119 0 0,-13 0-16,423 0 15,-172 53 16,-224-53-31,171 0 16,93 0 15,-279 0-15,-104 0 0,-14 0-16,26 0 15,-26 0 1,-40 0-16</inkml:trace>
  <inkml:trace contextRef="#ctx0" brushRef="#br0" timeOffset="8424.34">17886 11258 0,'40'-13'31,"-1"13"-15</inkml:trace>
  <inkml:trace contextRef="#ctx0" brushRef="#br0" timeOffset="9880.03">10014 12184 0,'0'0'16,"67"0"-1,329 0 1,-250 0-16,515 0 15,-422 0 1,369 0 0,-39 0 15,-423-26-15,-67-41-1,-53 28 1,-12-27-1,-1-1 1,0 1 15,-13 0-15,-79-79 0,-159 26 15,-199-40-16,-66 40 1,93 92 0,93 27-1,52 0 1,133 0-16,-40 0 31,26 27-15,27-27-16,-106 53 15,80-27 1,52 27-16,-79 13 16,40 40-1,-27-13 1,-13-1 0,119 27 15,53-39-16,0 26 1,0-40 15,40 40-15,132-14 0,278 54-1,172-41 16,92 54-15,-383-106 0,-292-53-1</inkml:trace>
  <inkml:trace contextRef="#ctx0" brushRef="#br0" timeOffset="11042.21">16087 12052 0,'79'0'62,"199"0"-46,-146 0-1,40-40 1,172-13 0,344-66-1,-490 119-15,133 0 31,-13 0-15,12 0 0,-303-13-1</inkml:trace>
  <inkml:trace contextRef="#ctx0" brushRef="#br0" timeOffset="11945.37">6443 13057 0,'119'13'94,"251"40"-63,-185 0-31,-39-40 16,224 27 0,-357-40-1</inkml:trace>
  <inkml:trace contextRef="#ctx0" brushRef="#br0" timeOffset="13509.09">14182 12819 0,'0'0'0,"26"13"15,27 1 1,66 12-1,-66-26 1,53 0-16,330 0 31,67 0-15,-66 0 0,-120 0-1,-158-40-15,39-52 31,-171 12-15,-27 41 0,0-1-1,0 27-15,-40-67 16,-79-39 0,40 53-16,-14 13 31,-13 0-16,40 27-15,-79-14 16,-80 14 0,92-1-16,-184 14 31,-305 13-15,410-40-16,-264 40 15,344 53 1,-53-53-1,-411 119 1,226-66 0,-133 119-1,292-119 1,-266 79 0,120-13 15,26 27 0,292-106-15,39-14-1,0 1 1,0-14 15,92 40-15,385 26-1,-1-13 1,450 40 0,13-106-1,186 0 17,-676 0-17,-316 0 1,-107 0-16,67 0 15,-67 0 1,-13 0 31,-13-13-47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2T16:33:19.3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3453 6403 0,'-13'0'47,"277"79"-16,40-65-15,583 91 0,-477-39-1,-106-66 17,-211 0-32,26 0 15,-79-26 1,-1 26-16,54-26 15,-27 12 1,-26 14-16,39 0 16,53-26 15,-66 26-31,1-13 16,-41 13-1,27-14 32,92-12-31,-25 13-1,-68-14 17,-38 27-17,12 0 1</inkml:trace>
  <inkml:trace contextRef="#ctx0" brushRef="#br0" timeOffset="1186.16">6204 6456 0,'0'0'0,"53"13"125,53-13-110,-79 0-15,65 0 16,-26-53 0,-39 40-16,26-53 31,-40 26-15,13-39-1,-26 26 1,0 13-1,0 27 1,0-14 0,14-39 15,-14 40-15,0-14-16,-14-39 31,-25 66-16,26-14 1,-14 14 15,-13 13-15,1 0-16,-27 26 31,26 1-15,27-1-16,-40 67 15,-27-14 17,41-39-32,-27 39 15,-1 27 17,28-53-17,39-13 1,0 26 15,26 40 0,186 13-15,-133-106 0,-52-13-1,65 40 1,-78-40-1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2T16:33:38.8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5226 4974 0,'119'0'94,"489"0"-79,133 0 17,26-26-1,-515 26-16,-107 0 1,-39 0 0,13 0 15,-26 13-15,26-13-1,-27 0 16,-65 0-15,-1 0 0,40 0 15,27 0-15,0 0 15,-80 0-16,53 0 1,-26-27 15,-14-12-15,1-27 0,-1 26-1,-26-66 16,0 27-15,0-14 0,0 40-1,-13 27 1,-14-54-16,-39-25 16,-66-14-1,92 52-15,27 67 16,-27-39 15,40 25-31,-39-12 16,25 13-1,-39-14 1,40 27 0,-40 0-1,-66-26 1,80 13-1,-226-40 1,172 53 0,-79 0-1,106 0-15,-53 0 16,-26-40 0,-107 40-1,14 0 1,172 0-16,-93 0 31,-26 0-15,119 0-16,-119 0 15,52 13 17,41-13-32,-54 40 15,14-40 1,39 40-16,-12-27 15,12 53 17,53-26-32,-52 13 15,12-14 1,-65 41 0,26-27-1,66-14-15,40-12 16,-1-14 15,14 66 0,0-13-15,0-26 0,0-13-16,0 52 15,0 27 1,53 0-1,27-1 17,25-52-17,41 14 1,-106-67 15</inkml:trace>
  <inkml:trace contextRef="#ctx0" brushRef="#br0" timeOffset="1773.01">5913 6945 0,'0'0'0,"106"0"31,265 0 0,-173 0-15,331 0-1,-330 0 1,264-13 0,-291 13-1,145-53 1,-224 53-16,-1 0 15,41 0 1,-41 0-16,27 0 16,0 0 15,53-40-15,0 27 15,-145 0-31,92 0 15,26 13 1,-92-27-16,53 14 31,-26-13 1,-67 26-17</inkml:trace>
  <inkml:trace contextRef="#ctx0" brushRef="#br0" timeOffset="2977.56">5728 5067 0,'133'0'16,"-266"0"-16,332 0 15,-80 0 1,119-40 0,-93-39-1,-78 39 1,-28-13 0,-39 27-1,53-80-15,-40 40 16,14 13-1,-14-93 1,-13 67 0,0 13-16,0-27 31,0 40-15,0 40-1,-13-13-15,-14-27 16,-12 0-1,12 26-15,-92 14 16,13-13 0,-185-27-1,185 53 1,-105 0 0,-120 0 15,159 0-16,-66 26 1,159 53 0,39 41 15,0-28-15,40 93-1,0-26 16,159 106-15,-14-107 0,133-12-1,-119-120 17,39 1-17,-158-54 1</inkml:trace>
  <inkml:trace contextRef="#ctx0" brushRef="#br0" timeOffset="3689.84">4379 4008 0,'0'-13'94,"79"13"-78,-52 0-1,-14 0 1,13 0 15,14 40 1,-66 26-32,-14 0 15,13-39 1,14-1-16,0 1 15,0 52 126</inkml:trace>
  <inkml:trace contextRef="#ctx0" brushRef="#br0" timeOffset="3920.52">4471 4564 0</inkml:trace>
  <inkml:trace contextRef="#ctx0" brushRef="#br0" timeOffset="7616.57">12740 4114 0,'0'0'0,"66"-13"15,159-40 1,-80 27-16,226 26 15,-160 0 1,332 0 0,237 39-1,-568-39-15,119 0 32,118 27-1,-409-27-31,159 0 15,65 0 1,-145 0-16,185 0 16,-39 0 15,-106 0-31,52 0 16,-118 0-1,92 0 1,-145 0-1,53 0 1,65-13 0,-105-14-1,66-13 1,0-12 0,-13 52-1,13-53 1,-13 13 15,-40 13-31,53-25 16,14 12-1,-80-13-15,52 26 16,-78 27 15,-14 0 32</inkml:trace>
  <inkml:trace contextRef="#ctx0" brushRef="#br0" timeOffset="10363.29">20108 5490 0,'0'0'0,"172"-40"31,596-13 0,-345 53-15,13 0-1,41 0 1,-67 0 0,-212-39-16,120 39 31,-54 0-15,-184 0-1,-54 0 32</inkml:trace>
  <inkml:trace contextRef="#ctx0" brushRef="#br0" timeOffset="11285.09">13256 6601 0,'0'-26'16,"211"-53"15,107 39-15,13 40-1,555-27 1,40 14 15,-754 13-15,-93 0 0,-52 0 15,39 0-16</inkml:trace>
  <inkml:trace contextRef="#ctx0" brushRef="#br0" timeOffset="118536.55">25387 0 0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2T16:52:30.6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11972 8731 0,'0'0'0,"53"27"16,-13-27 0,-14 0-16,80 13 15,-40-13 1,14 26-16,39-12 15,26-14 17,-12 0-17,92 0 1,-1 0 15,147 39-15,-239-39-1,-79 0 1,-40 0-16</inkml:trace>
  <inkml:trace contextRef="#ctx0" brushRef="#br0" timeOffset="923.63">14592 8771 0,'119'0'63,"106"13"-48,-67 14-15,332 39 16,-252-53 0,212 80-1,-119-80 1,-67 27 0,-198-40-1</inkml:trace>
  <inkml:trace contextRef="#ctx0" brushRef="#br0" timeOffset="3158.09">21365 11721 0,'0'0'0,"66"0"16,358 0 0,-94 0-1,-158 0 1,-13 0-16,106 0 16,-186 0-1,14 0-15,92-13 16,26-67-1,-158 67-15,-39 13 32,12-26-17,1 26 1,-1 0 15,27 0-15,-53-13 15,26-1 0</inkml:trace>
  <inkml:trace contextRef="#ctx0" brushRef="#br0" timeOffset="6229.57">12356 11456 0,'66'27'15,"66"-27"1,1 0-16,118 0 31,27 0-15,-93 0-16,159 0 15,-79 0 1,-107 0-16,28 0 31,171 0 1,-159 0-17,107 0 1,-120 0-1,13 0 17,-132 0-17,0 0 1,27 0 0,-66 0-1,12 0-15,80 0 16,40 0-1,-106 0-15,53 0 16,-53 0 0,0 0-16,66 0 15,-80 0 1,94 0 0,78 0 15,-118 0-16,92 0 1,-119 0 0,93 0 15,-93 0-15,53 0-1,-79 0-15,-14 0 31,27 0-31,0 0 16,66 0 0,-26 0-1,-40 0 1,13 0-16,-26-13 16,-14-1-1,1-12-15,-1 0 16,-26 12 15,26-52-15,-12 0-1,-14 40-15,0-1 16,0 1-16,0-1 31,0-26-15,0 0-1,0 27 1,-14 13-16,1-1 16,0 1-1,-106 0 17,-384-40-1,278 13-16,172 40 1,-13-26-16,-40 13 16,-13 13-1,53 0-15,0-27 16,-93 27 0,67 27-16,-120-27 15,146 0 1,-53 0-1,-27 0 17,120 0-32,-40 0 15,-93 0 1,-26 0 0,0 0-1,118 0 1,-65 13-1,79 13 1,-53-26 0,53 0-16,-66 14 15,93-14 1,-14 0-16,-79 0 16,40 0-1,-40 0 1,79 0-16,-26 0 15,-40 0 17,53 0-17,40 0 32,-40 0-31,13 0-16,14 0 15,-14 0 1,-26 53 0,13-1-1,40-38-15,0 12 32,13 1-17,0-14-15,0 13 16,-14 27 15,14-13-15,0-14 15,0 40-15,80 1-1,12-14 16,-52-53-31,132 52 16,-53-12 15,-106-40-31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3T16:08:38.5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14896 2580 0,'13'0'47,"0"0"-32,40 0-15,93 0 16,-1 0 15,-52 0-31,53 13 16,-14 13-1,185 1 1,252 65 0,-264-92-1,-41 40 17,-185-27-17,-39-13 1,-27 14 78</inkml:trace>
  <inkml:trace contextRef="#ctx0" brushRef="#br0" timeOffset="962.4">17978 2791 0,'27'-53'109,"264"53"-93,-172-13 0,-26-26-1,-1 39-15,14 0 16,-80 0-1,67-14 17,-53-12-17,26 26 1,-40 0 0,14-27-1,-27 14 48</inkml:trace>
  <inkml:trace contextRef="#ctx0" brushRef="#br0" timeOffset="1694.57">20214 2619 0,'13'0'78,"106"0"-47,-26 0-31,105 0 16,54 0 0,-120 0-16,80 27 31,-53-27-16,-93 0-15,0 0 16,-26 0 0</inkml:trace>
  <inkml:trace contextRef="#ctx0" brushRef="#br0" timeOffset="2517.32">22344 2606 0,'40'-26'109,"39"26"-93,503 0 15,-251 0-16,0 0-15,-27 0 16,-145 0 0,-27 0-16,13 0 15,-92 0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2T17:08:43.3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13745 3307 0,'0'0'0,"66"0"16,40 0-1,-79 0 1,65 0 15,-39 0-15,106 0-1,39 0 1,-105 0 0,171 0-1,-92 0 1,-79 0-1,-80 0 1</inkml:trace>
  <inkml:trace contextRef="#ctx0" brushRef="#br0" timeOffset="3097.55">5358 4789 0,'39'0'47,"186"40"-32,27-27 1,-120-13 0,-26 0-16,158 0 15,-118 0 16,-120 0-31</inkml:trace>
  <inkml:trace contextRef="#ctx0" brushRef="#br0" timeOffset="5092.38">8215 8176 0,'27'-14'31,"264"14"-16,-172 0-15,-27 0 32,133 0-17,-172 0-15,-39 0 16</inkml:trace>
  <inkml:trace contextRef="#ctx0" brushRef="#br0" timeOffset="6065.19">10544 8202 0,'26'27'31,"53"-27"0,54 0-15,-41 0-1,-65 0-15,52 0 32,-26 0-17,-26 0-15,12 0 32,27 0-17</inkml:trace>
  <inkml:trace contextRef="#ctx0" brushRef="#br0" timeOffset="6706.84">12766 8401 0,'0'0'0,"106"39"15,-93-39-15,80 0 31,-1 0-15,-65 0-16,92 0 16,-79 0-1,-14 0-15,1 0 16,-14 0 15</inkml:trace>
  <inkml:trace contextRef="#ctx0" brushRef="#br0" timeOffset="7177.64">15028 8281 0,'0'0'16,"80"0"-16,171 0 15,-13 0 1,-145 0-16,66 0 31,-40 0-15,-66 0-16,13 0 15,-40 0 1,1 0-16,-1 0 16</inkml:trace>
  <inkml:trace contextRef="#ctx0" brushRef="#br0" timeOffset="7640.24">17701 8453 0,'26'0'15,"-52"0"-15,211 14 16,66 25 0,27 14 15,-212-53-16</inkml:trace>
  <inkml:trace contextRef="#ctx0" brushRef="#br0" timeOffset="7971.33">17992 8996 0,'106'0'31,"-212"0"-31,383 0 16,-184 0-16,26 0 16,-79 0-1,13 0 1,-40 0-1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2T17:08:55.8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10451 5662 0,'-13'-40'15,"39"1"1,14-1-1,26 0 1,0 27 0,40 0-1,-53 13 1,172-27 0,-13-26-1,-80 40 1,0 13-16,146 0 15,-27 0 17,-158 0-32,79 0 15,-80 0 1,1 0-16,79 0 16,-13 0-1,26 0 1,-119 0-1,27 0 1,-67 0-16,67 0 31,-27 0-15,0 0 0,14 0-1,-28 0-15,81 53 31,197 13 1,-210-52-17,-94-14 1</inkml:trace>
  <inkml:trace contextRef="#ctx0" brushRef="#br0" timeOffset="1081.23">4749 8321 0,'0'0'0,"172"0"0,-13 0 32,727 53-17,-555-53 1,-93 0-1,-185 0 1</inkml:trace>
  <inkml:trace contextRef="#ctx0" brushRef="#br0" timeOffset="1996.32">5450 10530 0,'172'53'62,"-92"-53"-46,145 14 0,79 38-1,-39-52 17,489 0-17,-318 40 1,-13-27-1,-52 27 1,-133-40 0,-212 0 15,-39-13 31,-79 13-62</inkml:trace>
  <inkml:trace contextRef="#ctx0" brushRef="#br0" timeOffset="3362.53">10623 10557 0,'0'0'0,"40"0"31,118 26 1,41-26-17,92 0 1,-225 0-1,106 0 17,-132 0-1,-1 0-15,1 0-16,-13-13 15,-1-27 1,53-13-1,-26 27 1,13-14 15,-26 14-15,-27-14 15,-13 1-15,0-41-1,14-65 1,-14 105 0,-53 0 31,-93-26-32,80 26-15,-53 40 31,-318-26-15,41 26 0,316 13-1,-39 27 1,53 26 0,66-40-1,0 80 1,0 0 15,106 79-15,79-52-1,172 12 1,-105-92 15,171 0-15,-66-53-1,106 26-15</inkml:trace>
  <inkml:trace contextRef="#ctx0" brushRef="#br0" timeOffset="4518.41">15769 10597 0,'132'13'63,"67"13"-47,-93-26-1,-40 0 16,-13 0-15,119-106 0,-133 53-16,1-13 15,-13 27-15,12-41 32,-25-26-17,-14 40 1,0 0 15,0 26 0,-14-12-31,-92-1 16,-105-14 0,-54 15-1,67 12 16,-146 40-15,212 0 0,-1 26-1,107 27 1,26 53 0,0-40 15,39 53-16,28-53 1,157 40 15,41-40-15,92 27 0,-211-53-1,-67-40 16,-39 13-15,-27-13 0</inkml:trace>
  <inkml:trace contextRef="#ctx0" brushRef="#br0" timeOffset="5705.67">20135 10570 0,'0'27'16,"92"-27"0,1 0-16,53 0 15,-41 26 1,107-13-1,0 40 1,-93-53 0,39-26-1,-65 12 1,-53-25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2T17:09:04.4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4630 6469 0,'0'0'0,"66"0"15,-26 0 1,92 0 0,265 0-1,-265 0 1,517 13 0,-213-13 15,226 14-16,-226 25 1,-184-39 0,-54 13-16,239-13 15,-186 40 1,-66-40-16,199 0 16,-133 0-1,120 0 1,-160 0-16,107 0 15,-173 0 1,358 0 0,-172 0-1,-172 0-15,65 0 32,-91 0-17,-94 0-15,-12 0 47</inkml:trace>
  <inkml:trace contextRef="#ctx0" brushRef="#br0" timeOffset="1005.28">1138 6760 0,'-14'40'47,"67"-14"-31,186 54 0,118-27-1,-40-1 16,980 94-15,-517-120 0,-92 14-1,-384-40 17,-132 0-17,-79 0 1,185 0-1,-40 13 1,-146 14 0,67 12-16,212 54 15,-226-93 1,133 27 0,-132 25-1</inkml:trace>
  <inkml:trace contextRef="#ctx0" brushRef="#br0" timeOffset="3061.56">6496 4498 0,'0'0'0,"119"106"47,185-67-16,-119-39-15,199 27-1,-226-40 1,54-1 0,-172-38-1,-14 12 1,27-26-16,-53-40 15,0 40 1,13-172 0,-13 119-1,0-27 17,0 67-17,0 26-15,0 0 16,-26-27 15,13 54-31,-67 26 16,1-27-1,-133 27 1,106 0 15,40 0-31,-53 40 16,-26 53-1,118-67 1,14 1-16,-27 39 16,14-40-1,26 146 17,106-92-17,26 12 1,80-12 15,-106-80-31,92 66 16,-105-40-1,-54-13-15</inkml:trace>
  <inkml:trace contextRef="#ctx0" brushRef="#br0" timeOffset="6642.44">4260 5239 0,'0'0'0,"198"0"16,120 39 15,-173-39-31,107 0 16,-94 0-1,-118 0-15,26-39 32,-66-54-17,13-26 1,-13 40-1,0-107 1,0 120 0,0 40-16,-145-53 31,-14 12 0,-13 14-15,40 40-1,13 0-15,-119 13 16,26 40 0,80-40-16,-133 79 15,133 0 1,-133 27 0,186-40 15,52-52-31,14 25 31,26 27 0,106 40-15,292 93 0,-239-120-1,476 93 16,-476-119-15,-53-40 0,-106-13-1,0 0 17</inkml:trace>
  <inkml:trace contextRef="#ctx0" brushRef="#br0" timeOffset="11353.14">11046 7223 0,'40'0'47,"0"0"-31,79 0-16,92 0 15,-78 0 1,145 0 0,-14 0-1,-13 0 1,-118 0 0,-107 0-1,-65-40 48</inkml:trace>
  <inkml:trace contextRef="#ctx0" brushRef="#br0" timeOffset="12217.53">2580 8268 0,'0'0'0,"185"0"31,66 0-15,-145 0-1,26 0 1,159 0 0,318 0-1,-384 0-15,66 13 31,-265-13-15,-12 0 0</inkml:trace>
  <inkml:trace contextRef="#ctx0" brushRef="#br0" timeOffset="15622.12">5133 9075 0,'0'0'0,"53"27"15,39-14 1,-25-13-16,118 53 16,-66-53-1,185 53 1,133-66 0,-252 13-16,159 52 31,-66-52-16,132 106 1,-291-106 15,92 0-15,-25 0 0,-120 0-1,106-13-15,119 39 16,-132-26-1,-1 0-15,1 0 16,-13 0 0,-67 0-16,-53 0 15,27 0 1,119 0 0,172 0-1,-145 0 16,92 0-15,-159 0 0,40 0-1,-40 0 17,106-39-17,-13-27 1,0 13-1,0 40 1,-185-14 0,0 14-16,12 13 15,1-13 1,-39-1-16,12-12 31,14-1-15,-1 14-16,1 0 15,0-13 1,-27 26-16,14-14 31,-1-25-15,-26 12-16,40-39 16,-40 26 15,13 27-31,13 0 15,-12-14 1,-14 14-16,0-27 16,0-12 15,0 12-31,26-26 16,-26 39-1,0-12 16,-40-28-15,-52 28-16,-120-14 16,53 40-1,93-1-15,-53 14 32,-79 0-17,65 0-15,-158 0 16,119 0-1,40 0-15,-27 0 16,-66 0 0,-39 0-1,79 0 1,79 0 0,-53 0-16,-106 0 15,14-66 16,159 66-31,-133 27 16,79-1 0,40-26-16,-79 0 15,40 0 17,-1 0-32,-26 0 15,13 0 1,-79-13-1,-26-14 1,145 27 15,52 0-15,28 0-16,-94 0 16,-25 27-1,118-27-15,-79 13 31,53 14-15,-27-14 0,1-13 15,52 0-31,-119 26 16,40-12-1,66-14-15,-13 26 16,26-26-1,27 0-15,0 0 32,-14 0-17,-26 40 17,-26-27-17,39 13 1,-13 1-1,-13 12 17,27-39-17,12 27 1,14-14 15,0 0-15,13 14-1,0-1 1,0 14 0,0 26-1,0-26 1,13 66 15,40-106-15,0 26-16,53 14 31,132 13-15,-80-27-16,54 1 15,-106-27 1,-80 0-16,-12-14 62,-14 1-30,-27-13-32</inkml:trace>
  <inkml:trace contextRef="#ctx0" brushRef="#br0" timeOffset="16967.29">11099 10239 0,'13'0'47,"80"0"-31,-27 0-16,133 0 15,-133 0 1,212 0-1,-80 0 1,-92 0-16,53 0 31,-67-26-15,-65 39-16,-14 0 16</inkml:trace>
  <inkml:trace contextRef="#ctx0" brushRef="#br0" timeOffset="17879.3">966 11496 0,'0'0'0,"330"0"15,-91 0 17,-120 0-1,-93 0-31,146-40 16,-40 40-1,-79 0-15,-13 0 31,-27-13-15</inkml:trace>
  <inkml:trace contextRef="#ctx0" brushRef="#br0" timeOffset="20581.3">7197 10147 0,'39'26'15,"94"14"79,-28-40-78,160 0-1,-186 40 1,80-27 0,-13-13-1,-80 0 1,40 0-1,-67 0 1,67 0 0,-40 0 15,-26 0-15,-14 0-1,1 0 1,-14 0-16,14 0 15,-1 0 1,1 0 47,-14 0-48,0 0-15,27 13 31,-27 0-15,0-13-16,27 27 16,-14-27-1,40 0 1,40 39 15,-66-39-15,53 0-1,-54 0-15,54 0 32,-40-13-17,-14-13-15,14-1 32,53-26-17,-79 27 1,26-14 15,-53 27-31,26-27 16,14-26-1,-1 40 1,-12-27 15,-1 13-15,40-39-1,1 79 17,-28-27-17,-12 27 1,-14-13 0,27 13-1,26 0 32</inkml:trace>
  <inkml:trace contextRef="#ctx0" brushRef="#br0" timeOffset="24644.82">4683 11046 0,'40'0'47,"119"14"-16,-67-14-31,-39 0 16,265 0-1,-213 39-15,28 1 16,-54-40 0,0 0-1,-52 0-15,39 0 32,-26 0-17,26 0-15,13 0 16,-13 0-1,53 0 1,-39 0 0,-40 0 15,-1 0-15,1 0-1,145 0 1,-132 0-1,106 0 1,-133 0 0,27 0-1,-40 0-15,40 0 16,0 0 0,-40 0-16,67 0 31,-54 0-16,-12 0-15,38 0 16,-12 0 15,-27 0 16,27 0-31,0 0 15,39 0 16,93 0-31,-132 0-1,-14 0 1,14 0-1,0 0 1,-27 0-16,53 0 31,27 0-15,-67 0-16,53 0 16,-65 0-1,12-13-15,1-1 16,-1 14-1,27 0 1,-40 0-16,53 0 16,-39 0-1,-1 0-15,14 0 16,-14 0 0,14 0-16,-27 0 31,67 0-16,-41 0-15,14 0 16,-26 0 0,-14 0-1,53 0 1,-26 0 15,66 0-15,-93 0-16,93 0 31,-53 0-15,-27 0-16,27 0 31,0 0-15,-27 0-16,41 0 15,12 0 16,40 0-15,-106 0 0,27 0-1,-14 0-15,54 0 16,-54 0 0,54-13-1,-28 13 16,94-39 1,-93 39-32,26-27 15,14 27 1,-67 0-16,93 0 31,14-26 0,-80 26-15,26 0 0,-53 0-1,80 0 1,-40 0 0,14 0 15,-54 0-31,80 0 15,-66 0 1,39 0 0,27 0-1,26 0 1,-105 0 0,-1 0-1,14 0 1,0 0 15,-14 0 0,-13 0 32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3T08:41:54.3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9379 5226 0,'0'0'0,"40"0"15,92 26 1,-39 0 0,92 1-1,212-27 1,-238 0-16,-27 0 16,40 0-16,185 0 31,106 26 0,-410-26-15,-26 0-1,-1 0 17</inkml:trace>
  <inkml:trace contextRef="#ctx0" brushRef="#br0" timeOffset="433.09">9446 6469 0,'0'0'0,"79"0"15,0 0-15,159-40 16,67 27 15,211-27-15,-358 14-1,-78 0 1,39-1 0,-40 1-16</inkml:trace>
  <inkml:trace contextRef="#ctx0" brushRef="#br0" timeOffset="1811.42">20201 3413 0,'13'0'16,"146"0"-1,92 0 1,80 0 0,66 0-1,529 66 17,-556-66-17,-65 0 1,-94-26-1,80 26 1,-198 0 0,145 0-1,-79 0 17,-40-13-17</inkml:trace>
  <inkml:trace contextRef="#ctx0" brushRef="#br0" timeOffset="2627.4">18481 4419 0,'66'0'16,"-132"0"-16,370 0 31,-13 0-15,411 0-1,-226-53 1,-278 53 0,14-27-16,-27 1 15,199-54 1,-27 27-1,-53 1 1,-26 12 0,-93 0 15,-39 0-15,-107 40 46,14 0-31</inkml:trace>
  <inkml:trace contextRef="#ctx0" brushRef="#br0" timeOffset="3533.84">18375 5186 0,'93'13'16,"0"-13"0,211 0-1,807-13 1,-304 13 15,794-53 0,-1284 106-31,173 0 16,-345-40 0,-65-13-1,237 53 1,-238-53 0,41 0 15</inkml:trace>
  <inkml:trace contextRef="#ctx0" brushRef="#br0" timeOffset="6810.79">17740 6443 0,'0'0'0,"27"0"0,12 0 16,14 0-16,14 0 16,197 0-1,384 0 1,-462 0-1,65 0 1,622 0 0,-106 0-1,-449 0 1,-1 0-16,212 66 16,-370-27-1,410-39 1,-450 0-1,146 0 1,-146 0 0,-53 0 15,-40 0 0,-12 0-15,-1 0 15,0 0 0,-13-13 47,13 0-15,27 13-47,0 0-1,13-26 1,-40 12-16,79-25 15,-39 12 1,27 14-16,12-14 16,-39 14 15,-40 13-15,1-13 30</inkml:trace>
  <inkml:trace contextRef="#ctx0" brushRef="#br0" timeOffset="27906.66">19500 10226 0,'0'0'0,"0"-13"15,79 0 1,40 13-16,212 0 16,423 0 15,423-27 0,-793 67-31,211-40 16,-145 0-1,-265 0-15,120 0 16,-133 0 0,-27 13-1,1 27 17,-120-40-17</inkml:trace>
  <inkml:trace contextRef="#ctx0" brushRef="#br0" timeOffset="28833.27">16417 11020 0,'0'0'0,"133"13"16,-14 27 0,264-27-1,-211 27 1,119-27-1,-185-13 1,-93 0 0</inkml:trace>
  <inkml:trace contextRef="#ctx0" brushRef="#br0" timeOffset="30959.24">7567 12039 0,'0'-27'31,"66"14"1,-39 13-17,-1 0 1,14-27-1,-14 27 1,93 0 0,-26 0-1,39 0 17,-92 0-32,66 40 15,-53-40 1,53 0-1,-1 0 1,-91 0-16,38 0 16,-38 13 46,-1 1-46,27-14 15,26 13-15,-13 13-1,26-26 17,-13 27-17,14-27 1,-14 13-1,-27-13 1,-12 0-16,39 26 16,-26-26-1,-1 0 1,-25 0 0,-1 0-1,0 0 16,0 0-15,14 0 0,12 0 31,-12 0-16,-1 0-16,-12 0 1,-1 0 0,13 0 15,14 14 16,-27-1-32,0-13 17,14 0-17,-1 0 1</inkml:trace>
  <inkml:trace contextRef="#ctx0" brushRef="#br0" timeOffset="34762.17">7554 10980 0,'0'0'0,"26"0"16,-12 13 0,52-13 15,26 0-16,-26 0-15,93 0 16,-93 0 0,40 0-1,13 0 1,-92 0 15,39 0-15,-40 0-1,27-26 1,-26-80 15,-14 40-15,-13 40-16,0-1 16,0-79 15,0 80-31,-13-27 15,-1 26 1,14 1 0,-39-14-1,39 14 1,-40-27 0,0 0-1,27 27 1,-13-1-1,-1 1 17,-12 12-17,12 1 1,-13 13 0,1-13-1,25 0-15,1 13 16,-53 0-1,0-27 1,39 14 0,1 13-1,0-13 17,-41 13-17,28 0 16,-27 0-15,26 0 0,13-13-1,1 13 17,-14 13-1,27 0-16,0 13 1,0 41 0,13-54-1,0 27 1,0 26 0,0-40 30,0 40-30,0-26 15,0 13-15,0 13 0,0-53-1,0 53 1,0-26-1,0 53 1,0-27 0,0-13 15,-14 26-15,14-26-1</inkml:trace>
  <inkml:trace contextRef="#ctx0" brushRef="#br0" timeOffset="36524.97">20929 7197 0,'105'0'47,"133"0"-32,-79 0-15,146 0 16,382 39 15,-316-39-15,-173 0-1,239-79 1,-384 53 0,-27 26-1</inkml:trace>
  <inkml:trace contextRef="#ctx0" brushRef="#br0" timeOffset="38333.94">17952 6959 0,'0'0'0,"13"-40"31,0-13-15,1 53-16,25-27 16,41-12-1,-41 26-15,-39-1 16,27 14 0,79 0-1,158-13 1,67-13 15,-159 26 0,-146 0-31,-26-14 16,14 14-16</inkml:trace>
  <inkml:trace contextRef="#ctx0" brushRef="#br0" timeOffset="39646.81">17846 12197 0,'27'0'16,"12"-13"-1,-25 13-15,65 0 16,40 0 15,-13-26-31,26 12 16,67 14-1,-80-39-15,-27 39 16,93-40 0,-79 14-1,-13 26-15,198-27 16,106 1-1,-239 39-15,94 0 32,198 80-17,-120-80 1,200-13 0,-372 0-1,213 53 1,-173-53-16,133 53 31,-14-53-15,-184 0-16,171 13 15,-185-13 1,159-13 0,-265 13-1,13 0 1</inkml:trace>
  <inkml:trace contextRef="#ctx0" brushRef="#br0" timeOffset="40757.3">18005 8824 0,'145'0'78,"1"0"-62,13 0 0,859-13-1,-515-1-15,291 14 16,-424-53 0,252 40-1,-199-26 1,-330 25-16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3T08:57:13.1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18336 6138 0</inkml:trace>
  <inkml:trace contextRef="#ctx0" brushRef="#br0" timeOffset="24090.75">19976 5226 0,'40'0'47,"105"26"-31,-39 14-16,370 92 31,14-106-15,-14-26-1,-132 0 17,-278-39-17,53-14 1,-79-13 0,-14 52 15,-26-12-16,14-53 1,-1 65 0,-13-39-1,0 1-15,-40-68 32,-172-12-17,-26 40 1,93 39-1,13 0-15,-14 0 16,0 26 0,41 14-1,-173 13 1,-145 0 0,171-40-1,54 27 16,79 13-31,-106 0 16,172 0 0,40 13-16,-27-13 15,27 53 17,-53 27-17,13-1 1,53-13-16,-27 53 31,27 0-15,13-79-1,239 159 17,-80-147-17,344 134 1,701 171-1,-781-278 1,583 173 0,0-28-1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3T09:02:20.3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18732 9737 0,'225'13'62,"305"40"-46,-173 53 0,-238-67-1,198-39 1,-224 0-1,13 0 1,-14 0 0,41 0-1,-80 0 1,-14 0-16,41 0 16,-67 0-1,53 0 1,-26 14-1,-1-14 32,-25 0 0,-1 0-31</inkml:trace>
  <inkml:trace contextRef="#ctx0" brushRef="#br0" timeOffset="2770.66">8930 11152 0,'0'0'0,"53"0"15,158 0 16,-78 0-31,-28 0 16,226 0 0,40 0-1,-173 0 1,0 66 0,-105-66-1,13 0 1,145 0 15,-26 0-15,40 0-1,-212 0 1,-14 0 0,27 0-1,1 0 1,-28 0-16,107 0 31,52 0-15,54 27-1,-186-27 1,-13 0-16,52 0 16,-78 0-1,66 0 1,39 0-1,-79 0 1,79 0 0,0 0-1,186 0 17,-93 0-17,-133 0 1,-39 0-16,119 0 15,80 0 1,-147 0 15,107 0-15,-119 0 15,-27 0-15,13 0-1,40-27 1,0 14 0,-13-13-1,-53 26-15,119-27 16,0 1 15,-26-14-15,145 40 15,-119 0-15,39 0-1,-171 0 1,132 0 0,-53 0 15,238 0-16,-132 40 1,-132-40 0,-27 0-16,66 0 15,-66 13 1,14-13-16,65 0 16,-52 0-1,211 0 1,-79 0-1,-106 0-15,-13 0 32,185 0-17,-225 0-15,0 0 16,291 0 0,-224 0-16,131 0 31,-12-13-16,-133-1 1</inkml:trace>
  <inkml:trace contextRef="#ctx0" brushRef="#br0" timeOffset="5906.66">13957 11126 0,'0'0'0,"53"0"31,-40-14-15,0 14-16,0-13 15,1 13-15,-1-13 31,27-13-15,-14 26-16,-13 0 16,27 0-1,-14-27-15,14 27 16,53-26 15,-54 12-31,27 1 16,-26-13-1,13 13 1,-26-1 0,-14 1-16,13-27 15,14 14 17,-27-1-32,27 1 15,-40 13 1,26-14-1,1 1 1,-1-14 0,14-26-1,-40 40 1,26-14 15,-39-26-15,0 52-1,-106-38 1,-119-41 0,92 80-16,-158-40 31,-344 0-15,370 106 15,-198 13 0,224-26-15,-171-40-1,211 0 17,-79 0-17,0 0 1,225 0-1,-146 0 1,-158 0 0,211 0 15,53-27-15,-26 14 15,13 13-16,26 0-15,-92-26 16,119 26 0,-66 0-1,-1 0 17,81-14-17,-1 67 16,53-40-15,-27 27 0,27 66-1,0-80 1,0 14 0,0-13-16,0 39 15,40 0 16,0-53-15,79 27 0,185 52 15,146-25-15,-14 12 15,-370-79-31,14 0 15,-80-13 79,-13 13-94</inkml:trace>
  <inkml:trace contextRef="#ctx0" brushRef="#br0" timeOffset="10091.56">10213 10597 0,'53'-14'110,"13"14"-95,0 0 1,66 0 0,-79 0-1,53 0 1,-66 0-1,26 14 17,-26-14-32,13 0 15,52 0 1,-65 0 0,0 0-1,79 0 16,-40 0-15,-52 0-16,79 0 16,26 0-1,-92 0-15,52 0 16,-39 0 0,40 0-1,52 0 1,-26 0 15,14 0-15,-41 0-1,-52 0 1,26 0 0,0 0-1,40 0 1,-66 0-1,-27 0-15,0 0 32,0 0-17,40 0 1,80 0 0,-107 0-1,27 0 1,53 0-1,-53 0 1,52 0 15,-25 0-15,-54 0-16,27 0 16,-40 0-1,40 0 1,14 0-1,-15-27 1,-38 14 0,39 13-1,-1 0 1,-25 0 0,39 0-1,0 0 1,-66-13-1,40 13 1,-14 0-16,14-14 16,53 14-1,-40 0 17,13 0-17,-40 0 1,14 0-1,26 0 1,27 0 15,-80 0-15,0 0-16,14 0 16,12 0-1,-12 0 16,-1-13-15</inkml:trace>
  <inkml:trace contextRef="#ctx0" brushRef="#br0" timeOffset="13234.28">9565 11721 0,'26'-26'31,"-13"26"-15,14-14-16,26 1 31,92 13-16,-52 0 1,52 0 0,-12-40-16,52 40 15,146 0 1,-120 0-16,-26-26 16,-158 26-1,13 0 95,-27 0-95,0 0-15</inkml:trace>
  <inkml:trace contextRef="#ctx0" brushRef="#br0" timeOffset="15602.38">9406 12091 0,'26'0'31,"27"-39"-16,-39 39 1,12 0 31,-13 0-31,53-13-1,40-1 1,-66 14-1,39-39 1,-66 39 31,54 0-16,-28 0-15,-12 0-1,-1 0 1,54 0 15,-41 0-15,-25 0 0,25 0-1,27 0 1,-13 0-1,27 13 1,-67-13 0,13 0-1,1 0-15,39 0 16,-40 26 0,67 1-1,-67-27 1,1 13-1,132 53 17,-93-53-32,-40-13 15,14 27-15,-27-27 16,0 0 0,27 0 15,79 0-16,-39 0 1,-28 0 0,-25 13-16,-1 0 15,-12 1 1,-1-14 0,0 0 15,53 0-16,-26 0 17,13 0-17,-40 0 1,14 0 0,-1 0 15,119 0-16,-118 0-15,26 0 16,13 0 15,-40 26-15,54-26 0,-54 0-16,1 0 31,-14 0-16,13 0-15,1 0 16,-1 0 0,67 0 15,-53 0-15,-27 0-16,40 0 15,13 0 16,40 13-15,-67-13 0,-12 0-1,13 0-15,-14 0 16,14 27 0,13-27-1,26 13 1,-66-13-16,40 13 31,-26-13-15,-14 0-16,13 0 15,-12 0 1,25 0 0,-12 0-1,-1 0 1,1 0-1,26 0 1,-1 0 0,-25 0-1,-1 0 17,-12 0 30,25 0-31</inkml:trace>
  <inkml:trace contextRef="#ctx0" brushRef="#br0" timeOffset="17907.57">11919 12303 0,'0'13'16,"159"-13"-1,-53 0-15,119 0 32,26 0-1,-198 0-31,66 0 15,-53 0 1,14-13-16,26 0 16,-40 13-1,-40-13-15,54-14 16,-54 14 0,27 13-1,-13-26 16,-14 26-31,14-27 16,13-13 0,-14 14-1,67-53 17,-93 79-32,1-14 15,-14 1 1,13 0-1,0 0 17,-53-27-1,1 40-15,-14-27-16,-66-12 15,79 26 1,-13-1-16,-39-12 15,52 26 1,-132-27 0,13 14 15,-66-13-15,119 26-1,-39 0 1,39 0 15,-39-14-15,131 14-1,-78 0 1,52 0-16,0 0 16,-13 0-1,-26 0 1,13 0-1,-93 0 1,106 0 0,-13 0-1,0 0 1,-40 0 0,66 0-1,14 0-15,-80 0 16,40 0-1,-27 0 1,41 0 0,-1 0-1,26 0 1,1 0 0,-1 0-1,14 27 1,-66-1 15,12 27-15,54-39-1,0-1 17,13 13-17,0-13-15,-26 54 31,26-54-15,0 27-16,0-14 16,13-13-1,13 27 1,54 13 0,-41-53-16,27 0 31,-13 13-31,159 27 15,-66-40 1,39 13-16,79 27 16,-39-40-1,-185 13 17</inkml:trace>
  <inkml:trace contextRef="#ctx0" brushRef="#br0" timeOffset="18774.77">9948 13044 0,'0'0'0,"172"0"31,-79 0-16,-53 0-15,92 0 16,-40 0 0,107 0-1,476 13 1,-305-13-16,371-13 31,278 92-15,92 1-1,-807-67 1,-264-13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3T09:02:41.9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12793 4088 0,'13'0'31,"423"53"-15,94-14 15,316-39-15,-211 27 0,-383 13-1,-80-40-15,39 0 16,-145 0-1</inkml:trace>
  <inkml:trace contextRef="#ctx0" brushRef="#br0" timeOffset="1275.66">15994 6496 0,'0'0'0,"331"0"32,-106 0-17,39 0 1,-39 0 15,-119 0-31,278 0 16,79 0 15,-265 26-31,80-26 16,-185 0-1,26 0-15,0 0 16,-27 0-1,-52-13-15,13-14 32,-13 14-17</inkml:trace>
  <inkml:trace contextRef="#ctx0" brushRef="#br0" timeOffset="1769.16">18865 7236 0,'0'14'31,"39"-14"-15,94 0-1,78 39 1,186-39 0,-132 0-1,-1 13 1,-131 27-1,-80-13 17,-40-27-17</inkml:trace>
  <inkml:trace contextRef="#ctx0" brushRef="#br0" timeOffset="2413.51">16973 9538 0,'0'0'0,"146"-26"16,-41 13-16,160-1 16,26-25-1,-79 39-15,105 0 31,-52 0 1</inkml:trace>
  <inkml:trace contextRef="#ctx0" brushRef="#br0" timeOffset="6703.67">7633 9406 0,'13'0'78,"107"0"-62,118 0 0,159 0 15,-226 0-15,-104 0-1,-28 0-15,27-13 16,-26 13-1,-13 0-15,105-27 16,-66 27 0,27 0-1,132-13 1,-159 13 0,-40 0 15,14 0 0,92 0 0,-39 0-15,92 0 0,-132 0-1,159 0 1,-107 0-1,-25 0 17,65 0-17,40 13 1,-26-13 15,-66 27-15,-27-27-1,-13 0 1,-27 0-16,54 0 16,26 0-1,-93 0-15,66 26 32,106 1-17,-105-14 1,-54-13-1,40 0 1,-39 0 0,-14 0-1,0 0 110,0 0-78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3T14:11:34.3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16722 12025 0,'119'0'94,"172"53"-78,-132-13-16,-1-40 15,239 13 1,-291-13 0,211 0-1,-184 0 1,52 0 15,-13 0-15,40 0-1,-173 0 1,14 0 0,-13 0-16,26 0 15,-13 0 1,-40 0-16,53 0 16,-26 0-1,0 0 1,79-26-1,-66 12 1,0 14 0,-27 0-1,120-52 1,-107 38 0,1 14-1,105-39 1,-78 25-1,25-12 1,27-14 0,-92 27-1,26 13 1,0 0-16,66 0 16,-27 0-1,-39 0 1,132 0 15,1 0 0,-54 0-15,-79 0 0,26 0-1,-26 0 1,-13 0-1,39 0 1,1 0 0,-41 0-16,1 0 15,79 0 1,26 13 15,-39-13-15,27 0-1,-107 0 1,80 0 0,-27 0-1,1 0 1,92 0 0,-67 0-1,226 0 16,-185 0-15,-1 0 0,-52 0-1,-27 0 1,-53 0 0,0 0-1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3T09:12:20.6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5503 11218 0</inkml:trace>
  <inkml:trace contextRef="#ctx0" brushRef="#br0" timeOffset="1730.23">10014 14274 0</inkml:trace>
  <inkml:trace contextRef="#ctx0" brushRef="#br0" timeOffset="2645.67">24831 12475 0</inkml:trace>
  <inkml:trace contextRef="#ctx0" brushRef="#br0" timeOffset="43762.51">13322 3519 0,'0'13'16,"13"27"-1,13 13 17,27-27-17,106 27 1,317 93-1,186-120 1,608 93 0,-371-119-1,147 0 17,-676 0-17,-198-79 1,-146 66 15,-26-1-15</inkml:trace>
  <inkml:trace contextRef="#ctx0" brushRef="#br0" timeOffset="-115721.56">18640 5741 0,'79'0'93,"-39"0"-77,0 0-16,105 0 16,-79 0-1,93 0 1,92 0 0,-158 0-1,92 0 1,-66 0 15,53 0-15,-53 0-1,-13 0 1,-79 0 15,65-13-15,-12 13-1,78 0 17,-92 0-17,80 0 1,-80 0 0,0 0 15,0 0-16,27 0 1,-53 0 0,39 0-1,0 0 17,54 0-17,-67 0 1,-26 0-1,-1 0-15,-25 0 16,-1 0 0,0 0-16,0 0 15,67 0 1,-41 0-16,80 0 16,-66 0-1,0 0 1,106 0-1,-80 0 1,-26 0 0,-13 0-1,39 0 17,-39 0-17,39-13 1,1 13 15,26 0-15,-80 0-16,80 0 31,-106-13-15,40 13-1,105 0 1,-105 0-1,-27 0 1,13 0 15,239 0 1,-172 0-32,158 53 15,-145-53 1,-80 0-16,-13 0 31,-105 0 16</inkml:trace>
  <inkml:trace contextRef="#ctx0" brushRef="#br0" timeOffset="-114763.1">13520 6535 0,'0'-13'62,"119"13"-46,119 0 15,80 0-15,-67 0-1,-39 0 1,-93 0 0,-93 0-1</inkml:trace>
  <inkml:trace contextRef="#ctx0" brushRef="#br0" timeOffset="-112661.82">21418 6654 0,'0'0'0,"26"0"15,94 0 1,-68 27-16,147 12 16,-93 1 15,-67-27-31,-12-13 15,13 0 48,79-79-47,-93 52-16,40-65 15,14-1 16,92-79-15,-133 106 0,1 26 15,-27 14-15,14 13-1,-14-14-15,0 1 16,0 13-1</inkml:trace>
  <inkml:trace contextRef="#ctx0" brushRef="#br0" timeOffset="-110602.88">21497 6747 0,'0'0'0,"67"-40"16,-28 14-1,14-27 1,13-13 0,-26 39-1,13-39 16,-27 26-15,27-52 0,-26 79 15,-14-1-15</inkml:trace>
  <inkml:trace contextRef="#ctx0" brushRef="#br0" timeOffset="-109294.34">16364 7620 0,'27'13'31,"52"-26"-15,-13-27-1,40-13 17,13 0-17,53 1 1,-79 12 0,-14 40-1,-39-27 1,0 14-1,13 13-15,-27-13 16,-13 13 0,14-13-16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3T14:09:48.1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2897 7104 0,'0'0'0,"53"0"32,53 0-17,-40 0 1,172 0 0,-79 0-16,13 13 15,463 40 1,-410 0-1,674 13 17,-211 0-17,-238-26 1,13-40 0,-238 0 15,-199 0-31,80 0 31,-53 0-15,0 0 15,-26 0-15</inkml:trace>
  <inkml:trace contextRef="#ctx0" brushRef="#br0" timeOffset="1007.24">3373 8506 0,'119'-26'32,"-52"13"-17,118-14 1,106 27 15,-27 0-15,-224 0-1,26 0 1,14 0 15,-54 0-15,-26 13-1</inkml:trace>
  <inkml:trace contextRef="#ctx0" brushRef="#br0" timeOffset="2623.78">16259 3784 0,'26'-14'62,"173"14"-46,-94 0-1,160 0 1,198 0 0,-185-13-1,-119 13 1,343 0-1,-409 0 1,304 0 15,-199 0-15,146-40 0,-251 27-1,171-27 1,-224 40-1,39 0 1,-52 0-16,79 0 16,-40 0 15,-13 0-31,79-26 16,-79 13-1,66 13 1,-40 0 15,-65 0-31,91 0 16,-65 0-1,66 0 1,-80 0 0,-12 0-1</inkml:trace>
  <inkml:trace contextRef="#ctx0" brushRef="#br0" timeOffset="3516.88">16060 4471 0,'27'0'62,"277"0"-31,0 0-15,490 0 0,-582 0-1,277-52 1,-370 25 0,0 27-1,-66 0-15,13 0 16,14 0 15,-54 0-31,53 0 16,14 0 15</inkml:trace>
  <inkml:trace contextRef="#ctx0" brushRef="#br0" timeOffset="57949.61">17330 6403 0,'27'0'63,"211"0"-47,-106 0-1,344 0 1,80 0 15,-344 0-15,-199 0-1</inkml:trace>
  <inkml:trace contextRef="#ctx0" brushRef="#br0" timeOffset="62817.71">16801 7236 0,'0'0'0,"106"14"15,-80-14 63,40 0-62,-26 0-16,0 0 16,119-14 15,-133-12-31,106-14 15,67-26 1,-107 40 0,-12 26-1,26-53 1,-80 26 0,-13 27-1,40-66 1,-26 40-1,-27-54 17,-27-39-17,-145-40 17,66 93-17,1 13 1,-67 0-1,-67 1 1,120 12 0,14 40-1,52 0-15,-27 0 16,1 0 0,-133 13-1,106 40 16,40-13-31,40-14 16,-27 40 0,-13 27-1,26-40 17,40 53-17,0-40 1,0 26-1,40 14 1,-14-13 0,120 118-1,12-65 1,-131-120-16,26 14 16,53-13-1,39-14 16,-39-13 1,-80 0 30,-12 0-46</inkml:trace>
  <inkml:trace contextRef="#ctx0" brushRef="#br0" timeOffset="66676.42">14486 8215 0,'13'0'62,"27"0"-46,39 0-16,159 0 16,-79 0-1,291-39 1,-344 25 0,264-39-1,-251 14 1,-66 39-1,0-27 1</inkml:trace>
  <inkml:trace contextRef="#ctx0" brushRef="#br0" timeOffset="70054.34">15571 10028 0,'0'0'0,"39"-40"16,14 40-1,-13 0-15,79-13 16,13 13 0,-39 0-1,26 0 1,-93 0-1,226 0 1,-40 26 0,-80-26-16,40 53 31,-146-53-15</inkml:trace>
  <inkml:trace contextRef="#ctx0" brushRef="#br0" timeOffset="72772.12">17052 11086 0,'0'0'0,"40"0"32,39 26-17,54-26 1,-27 0 0,-27 0 15,-66 0 0</inkml:trace>
  <inkml:trace contextRef="#ctx0" brushRef="#br0" timeOffset="73797.55">20346 11311 0,'106'0'78,"-13"0"-62,238 0-1,-265 0 1,436 0 0,-250 0-1,-14 0 1,291 26-1,-251-26 1,-119 0 0,-67 0-1,173 0 1,132 14 15,-239-14-15,-78 0-16,-40 0 15,26 26 1</inkml:trace>
  <inkml:trace contextRef="#ctx0" brushRef="#br0" timeOffset="86698.29">18944 6165 0,'0'0'0,"0"-13"16,27-1 0,92 14-1,145 0 1,27 0 15,172 0-15,93 0-1,-67 66 1,-237-66 15,-1 0-15,93 14-1,-238-14 1,185 0 0,132 0-1,-290 0 1,-28 0 0,173-53-1,-198 13 1,-1-53-1,27-65 1,-80 52 15,-26 40-15,27 13-16,-27 13 31,0 27-15,0 0 15,-66-93-15,-40 79-1,-119-78 1,-397-54 0,437 93-1,26 39 1,-304 1-1,159-1 1,-225 27 15,171 0-15,-171 0 0,384 0-1,-146 0 1,198 0-1,-66 0 1,93 0-16,-79 0 16,79 0-1,-120 27 1,-12 26 0,132-53-1,-199 39 1,106-25 15,40 52-15,106-53-1,-53 0 1,-27 40 15,-12 13-15,91-53-1,-118 54 1,-27-1 0,93-40-1,-26 1-15,-67 39 16,40-40 0,-40 67-1,66-53 1,1-1 15,52-12 0,40-1-15,0 1 15,0 12 0,27-25-31,12 25 16,54 1 0,-40-14-16,39-12 15,1 12 1,211 53 0,411 27-1,-252-66 1,106-40 15,-67 26 0,-317-39-15,-171 13-16,25-26 31,-25 26-15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3T14:11:07.1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11112 4233 0,'53'-13'78,"66"13"-62,-92 0-1,52 0 1,40-13 0,0-14-1,133 14 1,-54 13 15,199 0-15,-159 0-1,-172 0 1,106 0 15</inkml:trace>
  <inkml:trace contextRef="#ctx0" brushRef="#br0" timeOffset="1114.26">13970 4233 0,'119'0'94,"106"0"-63,-53 0-15,53 0 0,-172 0-1,-14 0 16</inkml:trace>
  <inkml:trace contextRef="#ctx0" brushRef="#br0" timeOffset="12157.15">10689 5133 0,'27'0'31,"92"26"-15,-13-12 0,26-14-1,53 26 1,106-26-1,0 0 17,318 13-17,-265 14 1,-27-54 15,-185 14-15,146-27-1,-159 40 1,252 0 0,-239 14-16,318 39 15,-225-1 1,291 41 0,-477-93-1,80 0 1,-26 0-1,-53 0 17,79 0-17,26 0 1,-12 0 0,-41 0-1,54 0 1,-80 0-16,66 0 15,-39 0 1,-27 0-16,66 0 31,80 0-15,-93 0 0,-93 0-1,14 0 1</inkml:trace>
  <inkml:trace contextRef="#ctx0" brushRef="#br0" timeOffset="15255.79">15505 6099 0,'0'0'0,"132"0"16,212 0 0,-212 0-1,186 13 1,-279-13-1,41 0 1,-54 0-16,-13 0 16,40 0 15,-39 0-31,118-27 16,27-26-1,-67 40-15,54-26 16,-1-14 15,-105 39-31,13 1 16,-40-13-1,-13-1 63,0-12-62,0-1 0,0 0 15,-119-52 0,-146-27-15,14 13-1,211 79 1,-52-12 0,-27-1-1,-40 27 17,-185-14-17,79 27 1,-65 0-1,131 0 17,-26 0-17,172 0 1,-238 0 15,186 53-15,38 0-1,67-13 1,0 52 0,0-52-1,0 53 17,0-27-17,172 53 1,93-40-1,185 40 17,39-13-1,-317-66-15</inkml:trace>
  <inkml:trace contextRef="#ctx0" brushRef="#br0" timeOffset="41280.61">16894 9049 0,'0'0'0,"39"-53"47,14 26-32,265-92 1,-186 93 0,66 13-1,120 13 1,-186 0-1,106-40 17,-66 0-17,53 1 1,-145 25 15,65-52-15,-92 53-1,93 13 1,-41 0 15,15 0-15,-94 0 0,0 0 15,-12 0-16,-1 0 1</inkml:trace>
  <inkml:trace contextRef="#ctx0" brushRef="#br0" timeOffset="42892.9">4048 10504 0,'212'0'47,"105"0"-32,-158 0-15,648 53 16,-609 0 0,67-53-1,-252 0 1,0 0-1</inkml:trace>
  <inkml:trace contextRef="#ctx0" brushRef="#br0" timeOffset="43685.3">5146 12343 0,'93'-13'16,"13"-40"-1,-54 26-15,120-39 16,-105 66-1,78-26 1,-39-1-16,225 1 16,118-40-1,-356 105-15,53-39 32,-93 0-17,-27 0 1</inkml:trace>
  <inkml:trace contextRef="#ctx0" brushRef="#br0" timeOffset="45799.38">16563 12965 0,'0'0'0,"66"0"16,-13-14 0,-13-12-16,171-14 31,133-13-16,-53 0 1,305 53 15,-120-53 1,-304 53-17,-13 0 1,-14 0-1</inkml:trace>
  <inkml:trace contextRef="#ctx0" brushRef="#br0" timeOffset="52875.62">10081 9128 0,'13'0'32,"93"13"-1,-40 14-31,93-27 16,224 53 15,-224-53-16,158 0 1,-264 0 0,93 0-1,-106 0-15,39 0 32,27 0-17,-40 0 16,27 0-15,-54 0 0,27 0-1,-52 0-15,78 0 16,-52 0 0,105 0-1,-105 0 1,0 0-1,-27 0 1</inkml:trace>
  <inkml:trace contextRef="#ctx0" brushRef="#br0" timeOffset="54636.78">9618 9842 0,'0'0'0,"224"0"31,107 0-16,-238 0 1,92 0 0,-106 0-16,14 0 31,-27 0-15,53 0-1,53 0 16,66 0-15,212 0 15,-13 0-15,105 53 0,-211-26 15,39-27-16,-237 0 1,263 0 0,-12 0 15,-119 0-15,-199 0-1,53 0 1,13 0-1,40 0 1,-119 0 0,53 0-1,-66 0-15,65 0 32,120 0-1,-132 0-16,13 0 1,-80 0 0,1 0-1</inkml:trace>
  <inkml:trace contextRef="#ctx0" brushRef="#br0" timeOffset="60451.91">20294 10888 0,'79'-40'31,"225"-79"0,-26 53-15,-66 13 0,304 0-1,-331 13 1,344 27-1,-225 13 1,-145-27 0,106 14-1,-93 53 1,-53-40 15,-66 0-15,-1 0-1,-25 0 17,-14 0-17</inkml:trace>
  <inkml:trace contextRef="#ctx0" brushRef="#br0" timeOffset="70984.57">9009 13666 0,'146'0'47,"39"0"-31,-53-27-16,106 27 31,-66-39-15,-119 39-16,26-67 15,-79 28 1,0 12-16,0-26 31,0-26 0,-39 0-15,-160-1 0,94 27-1,-107-13 1,66 53-16,-92-80 16,79 93-1,-237-105 1,157 78-1,-78-39 1,-173-27 15,133 40-15,-119-52 0,278 12-1,-279 172 16,147-26-15,-186 13 0,383-52-1,-435 144 17,277-105-17,-80-13 1,133-40 15,-159 0-15,106 40-1,0-40 1,66 13 0,27-13-1,-107 0 1,213 0-1,-239 0 1,133 40 0,145-67-16,-13 27 15,-1 0 1,-105 0 0,53 66-1,80-13 1,-1-26 15,27 39 0,-27-13-15,14 26 15,26-52 0,0-14-15,13 26 0,27-39-1,52 40 1,80-40 0,79 13-1,-171 14 1,92-27-1,-40 13 1,212-13 15,-145 0-15,39 0 0,-27 53-1,239-27 16,159 1-15,-252 26 0,-93-40-1,-92-13 1,-105 0 0,12 0-1,278 0 1,-251 0-1,145 0 1,-171 0 15,39 0-15,-27 0 15,94 0-15,-54 0-1,27 40 1,-107-40 0,15 0-1,105 0 1,26 13 0,0 13 15,-184-26 0,25 0 0,-12 0-31,171 0 16,-65 0 0,581 0-1,-119 80 16,-410-41-31,159-25 16,-185 25 0,-26-12 15,-120-27-15,13 0 15,-13 0-16</inkml:trace>
  <inkml:trace contextRef="#ctx0" brushRef="#br0" timeOffset="73028.87">1085 8109 0,'-106'14'94,"-79"158"-78,119-80-1,-1 93 1,-38 398 15,105-134 0,0-290-15,92-40 0,-52-119-1,-14 0 1,-65 119 46,-80 53-46,66-26-16,-40 12 16,-52 186-1,39 609 1,106-715-1,79 106 1,-13-66 0,-52-186-1,25-39 1,1 27-16,-27-41 16,40-12-1,-40-27-15,14 0 16,12 0-1,28 0 17,-67-79-17,0 39-15</inkml:trace>
  <inkml:trace contextRef="#ctx0" brushRef="#br0" timeOffset="73669.9">0 9300 0,'0'13'31,"0"14"-15,0-1 15,132-13 47,67-13-62,-107 0-16,14-39 31,-13 39-15,-80 0-16,0 0 15</inkml:trace>
  <inkml:trace contextRef="#ctx0" brushRef="#br0" timeOffset="74050.73">503 9115 0,'0'0'15,"-53"225"1,0-106 0,0 397 15,27-265-16,26-185 17,0-39-17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3T14:12:25.1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5847 4273 0,'106'0'16,"-27"0"-1,-12 0 1,316 0-1,-52 0 1,132 0 15,-238 0-15,-132-53 0</inkml:trace>
  <inkml:trace contextRef="#ctx0" brushRef="#br0" timeOffset="1193.96">8572 3836 0,'0'14'46,"80"12"-30,118-26 0,-39 0-1,674 0 1,-608-26 0,410-80-1,-238 66 16,80-13-15,-358 14 0,-53 39-1,185 0 17,-26 0-17,-159 0 1,66 0-1,93 0 1,-106-14 15,67-12-15,-94 26 0,-65 0-1,-1 0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3T16:08:20.9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9181 4776 0,'0'0'0,"146"0"31,-80 0-15,53 0-1,436 66 1,-343-66 0,952 132-1,-383-105 1,-464-27 0,40 0-16,371 0 15,-146 39 1,-291 1-16,318-14 31,383 160 0,-608-133-15,145 13 0,-172-13 15,199 0-16,-160-53 1,-197 0 0,-27 0-16,159 0 15,-159-27 1,317-26 0,-330 53-1,66 0 1,132-26-1,-93 12 1,-12 14 15,-133-26-15,79 26 0,-92 0 15,132-13-16,-53 13 1,-79-40 0,-66 40-1,0 0 1,-27 0 0,0 0-1,80 0 1,-80 0-1</inkml:trace>
  <inkml:trace contextRef="#ctx0" brushRef="#br0" timeOffset="1083.43">3717 5808 0,'80'0'47,"39"0"-32,-40 0-15,27 0 16,26 0 0,292 0-1,-27 0 1,79 0 0,185-53-1,-330 13 1,39 0 15,-145 40-15,-119 0-1,0 0-15,172 0 16,-106 0 0,-119 0-16,79 0 31,-53 0-16,-52 0 1,-1 0 0,27 0-1,-26 0 1</inkml:trace>
  <inkml:trace contextRef="#ctx0" brushRef="#br0" timeOffset="2893.18">10041 5741 0,'119'40'63,"-53"-13"-48,14-1-15,224 27 16,79 0 15,173 26-15,-437-26-1,172-53 1,-145 0-16,79 0 16,-67 0-1,583 0 17,-185 0-17,-252 0 1,-132-79 15,-26 26-15,52-66 15,-66 66-15,40-13-1,0 26 1,-106 14-1,53-27 1,-26-40 15,-93 80-15,0-14 0,0-39-1,-40 27 1,-39-1-16,-93-66 31,-397-79-15,344 172 15,-251 13 0,185-27-15,-172 54-1,93 26 17,-107-14-17,107-39 1,26 13 0,0 27-1,-66 66 1,251-66 15,-132 52-15,146-39-1,25-13 1,94 0 0,26-14-1,0 0 1,0 27-1,0 14 17,13-1-17,14-27-15,79 54 16,-1 66 0,491-80-1,-371-39 1,304 13-1,0 26 1,-397-52 15,-119-27-31</inkml:trace>
  <inkml:trace contextRef="#ctx0" brushRef="#br0" timeOffset="4186.81">7355 8996 0,'0'-13'16,"93"-27"-1,-14 40 1,517 0 15,158 0-15,40 106-1,-279-106 17,279 0-17,-251 0 1,-107 0 0,40 0-1,-290 0 1,78 0-16,133 0 15,-53 0 1,-26 0 0,-67-40-1,66-13 1,-211 40 0,40-14-1,-120 27-15,54-13 31,-67 13-15</inkml:trace>
  <inkml:trace contextRef="#ctx0" brushRef="#br0" timeOffset="5673.63">5345 11390 0,'0'0'0,"79"14"15,-39-14 1,39 26-16,146 0 15,-66 27 1,542 53 0,344-13 15,-635-93-31,40 0 16,939 0-1,-66 132 1,-569-53 15,794-65 0,-874-14-15,-369 53-16,197-53 16,-12 0-1,-252 0-15,384 0 31,-93-14-15,-265 14-16,424 0 16,-370 0-1,634 0 1,-634 0 0,185 0-1,92 0 1,-503 0-1,-25 0 1,-41-13-16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12-23T16:08:52.2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3836 5517 0,'0'0'0,"40"0"31,212 0-15,78 0-1,80 66 1,-185-27-16,238 14 16,-13-26-1,-304-1-15,237-26 32,14 0-17,-238 53 1,224-53-1,-158 40 1,-53-40 0,-106 0-16,-13 0 31</inkml:trace>
  <inkml:trace contextRef="#ctx0" brushRef="#br0" timeOffset="664.33">4551 6601 0,'225'14'15,"-450"-28"-15,714 28 16,-158-14-1,450-27 17,118 93-17,-727-66 1,119 0 0,-238 0-1,-40 0 16,-39 0 32,-54 0-63</inkml:trace>
  <inkml:trace contextRef="#ctx0" brushRef="#br0" timeOffset="1557.6">5186 8705 0,'0'0'0,"119"39"15,0-25 1,93 25 0,92-12 15,225 39-15,93-13-1,-490-53-15,27 0 16,-133 0-16,1 0 31,-212 0 32</inkml:trace>
  <inkml:trace contextRef="#ctx0" brushRef="#br0" timeOffset="2079.41">4723 9988 0,'159'0'32,"-318"0"-32,370 0 0,-12 0 15,65 0 1,213 26 15,-305-26-15,-146-13-1,-13 13 1,-13-13 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B75F8-F665-47F5-9F1B-1750F29F1993}" type="datetimeFigureOut">
              <a:rPr lang="zh-CN" altLang="en-US" smtClean="0"/>
              <a:pPr/>
              <a:t>2024/12/24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9018E-597F-42E6-A78B-4790A7F9869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152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08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608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766246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0303ED4-6D35-4936-8F1D-2BFA02A5954C}" type="datetime1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749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E84BC83-D5B1-4099-81B4-285E02FA4662}" type="datetime1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70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96E9670-03CB-400D-B89C-FFDF56546E4E}" type="datetime1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90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34DAC681-D595-4E46-86B4-51373C345208}" type="datetime1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45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2271D13-05CB-4F61-A11D-B1BB9949186E}" type="datetime1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67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53350156-42C2-4360-9E68-662ED17B302E}" type="datetime1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07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B4B2511-DE66-4D08-B475-E0AAD2239DE8}" type="datetime1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51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40BB5AF-008F-4B40-AE7A-CF5D0548797E}" type="datetime1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73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9676586C-F451-45CC-A493-5C0832D23875}" type="datetime1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913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D6B59EFE-7A72-4E43-A7CC-C03175B781B1}" type="datetime1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15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5020022"/>
            <a:ext cx="9144000" cy="12347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9036496" y="1275606"/>
            <a:ext cx="107504" cy="259228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502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5" Type="http://schemas.openxmlformats.org/officeDocument/2006/relationships/image" Target="../media/image19.png"/><Relationship Id="rId4" Type="http://schemas.openxmlformats.org/officeDocument/2006/relationships/customXml" Target="../ink/ink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1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Layout" Target="../diagrams/layout1.xml"/><Relationship Id="rId7" Type="http://schemas.openxmlformats.org/officeDocument/2006/relationships/customXml" Target="../ink/ink20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5" Type="http://schemas.openxmlformats.org/officeDocument/2006/relationships/image" Target="../media/image25.png"/><Relationship Id="rId4" Type="http://schemas.openxmlformats.org/officeDocument/2006/relationships/customXml" Target="../ink/ink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customXml" Target="../ink/ink26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customXml" Target="../ink/ink3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79662"/>
            <a:ext cx="284380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202167" y="2211710"/>
            <a:ext cx="14253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第</a:t>
            </a:r>
            <a:r>
              <a:rPr lang="en-US" altLang="zh-CN" sz="3600" b="1" dirty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6</a:t>
            </a:r>
            <a:r>
              <a:rPr lang="zh-CN" altLang="en-US" sz="3600" b="1" dirty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章 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43808" y="1779662"/>
            <a:ext cx="514806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262861" y="2140572"/>
            <a:ext cx="257454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   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中    断</a:t>
            </a:r>
            <a:endParaRPr lang="zh-CN" altLang="zh-CN" sz="3600" b="1" dirty="0">
              <a:solidFill>
                <a:schemeClr val="accent1">
                  <a:lumMod val="75000"/>
                </a:schemeClr>
              </a:solidFill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91872" y="1779662"/>
            <a:ext cx="115212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7812360" y="4155926"/>
            <a:ext cx="936104" cy="581892"/>
          </a:xfrm>
          <a:prstGeom prst="diamond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>
            <a:off x="7344308" y="4136372"/>
            <a:ext cx="936104" cy="58189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275856" y="1784578"/>
            <a:ext cx="1914862" cy="9774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十字箭头标注 10"/>
          <p:cNvSpPr/>
          <p:nvPr/>
        </p:nvSpPr>
        <p:spPr>
          <a:xfrm>
            <a:off x="395536" y="339502"/>
            <a:ext cx="1296144" cy="720080"/>
          </a:xfrm>
          <a:prstGeom prst="quadArrowCallou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200" b="1" dirty="0"/>
              <a:t>STM32</a:t>
            </a:r>
            <a:endParaRPr lang="zh-CN" altLang="en-US" sz="1200" b="1" dirty="0"/>
          </a:p>
        </p:txBody>
      </p:sp>
      <p:sp>
        <p:nvSpPr>
          <p:cNvPr id="18" name="矩形 17"/>
          <p:cNvSpPr/>
          <p:nvPr/>
        </p:nvSpPr>
        <p:spPr>
          <a:xfrm>
            <a:off x="5508104" y="3050071"/>
            <a:ext cx="1914862" cy="9774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9271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582" y="381893"/>
            <a:ext cx="33362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本章知识与能力要求</a:t>
            </a:r>
          </a:p>
        </p:txBody>
      </p:sp>
      <p:sp>
        <p:nvSpPr>
          <p:cNvPr id="5" name="矩形 4"/>
          <p:cNvSpPr/>
          <p:nvPr/>
        </p:nvSpPr>
        <p:spPr>
          <a:xfrm>
            <a:off x="1043608" y="1203598"/>
            <a:ext cx="7704855" cy="3377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理解和掌握中断的概念和中断处理过程；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理解和掌握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STM32F103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微控制器的中断类型、优先级概念和中断向量表；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了解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STM32F103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微控制器的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NVIC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中断结构和特点；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掌握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STM32F103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微控制器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EXTI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的内部结构、工作原理和特性；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熟悉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NVIC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和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EXTI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相关的标准外设库函数和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HAL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库函数；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掌握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STM32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的中断配置过程；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掌握基于标准外设库函数进行外部中断的开发过程；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掌握基于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HAL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库进行外部中断的开发过程。</a:t>
            </a:r>
          </a:p>
        </p:txBody>
      </p:sp>
    </p:spTree>
    <p:extLst>
      <p:ext uri="{BB962C8B-B14F-4D97-AF65-F5344CB8AC3E}">
        <p14:creationId xmlns:p14="http://schemas.microsoft.com/office/powerpoint/2010/main" val="3036208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67116"/>
            <a:ext cx="190770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39398" y="381893"/>
            <a:ext cx="16962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章 中断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2411760" y="1059582"/>
            <a:ext cx="936104" cy="648072"/>
          </a:xfrm>
          <a:prstGeom prst="ellipse">
            <a:avLst/>
          </a:prstGeom>
          <a:scene3d>
            <a:camera prst="isometricOffAxis1Right"/>
            <a:lightRig rig="threePt" dir="t">
              <a:rot lat="0" lon="0" rev="1200000"/>
            </a:lightRig>
          </a:scene3d>
          <a:sp3d>
            <a:bevelT w="50800" h="82550"/>
            <a:bevelB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6.1</a:t>
            </a:r>
            <a:endParaRPr lang="zh-CN" altLang="en-US" sz="2800" b="1" dirty="0"/>
          </a:p>
        </p:txBody>
      </p:sp>
      <p:sp>
        <p:nvSpPr>
          <p:cNvPr id="20" name="椭圆 19"/>
          <p:cNvSpPr/>
          <p:nvPr/>
        </p:nvSpPr>
        <p:spPr>
          <a:xfrm>
            <a:off x="2411760" y="1779662"/>
            <a:ext cx="936104" cy="648072"/>
          </a:xfrm>
          <a:prstGeom prst="ellipse">
            <a:avLst/>
          </a:prstGeom>
          <a:scene3d>
            <a:camera prst="isometricOffAxis1Right"/>
            <a:lightRig rig="threePt" dir="t">
              <a:rot lat="0" lon="0" rev="1200000"/>
            </a:lightRig>
          </a:scene3d>
          <a:sp3d>
            <a:bevelT w="50800" h="82550"/>
            <a:bevelB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6.2</a:t>
            </a:r>
            <a:endParaRPr lang="zh-CN" altLang="en-US" sz="2800" b="1" dirty="0"/>
          </a:p>
        </p:txBody>
      </p:sp>
      <p:sp>
        <p:nvSpPr>
          <p:cNvPr id="21" name="椭圆 20"/>
          <p:cNvSpPr/>
          <p:nvPr/>
        </p:nvSpPr>
        <p:spPr>
          <a:xfrm>
            <a:off x="2411760" y="2499742"/>
            <a:ext cx="936104" cy="648072"/>
          </a:xfrm>
          <a:prstGeom prst="ellipse">
            <a:avLst/>
          </a:prstGeom>
          <a:scene3d>
            <a:camera prst="isometricOffAxis1Right"/>
            <a:lightRig rig="threePt" dir="t">
              <a:rot lat="0" lon="0" rev="1200000"/>
            </a:lightRig>
          </a:scene3d>
          <a:sp3d>
            <a:bevelT w="50800" h="82550"/>
            <a:bevelB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6.3</a:t>
            </a:r>
            <a:endParaRPr lang="zh-CN" altLang="en-US" sz="2800" b="1" dirty="0"/>
          </a:p>
        </p:txBody>
      </p:sp>
      <p:sp>
        <p:nvSpPr>
          <p:cNvPr id="25" name="矩形 24"/>
          <p:cNvSpPr/>
          <p:nvPr/>
        </p:nvSpPr>
        <p:spPr>
          <a:xfrm>
            <a:off x="3995936" y="1153656"/>
            <a:ext cx="1872208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scene3d>
            <a:camera prst="obliqueTopLeft"/>
            <a:lightRig rig="threePt" dir="t"/>
          </a:scene3d>
          <a:sp3d prstMaterial="softEdge">
            <a:bevelT w="152400" h="133350"/>
            <a:bevelB w="50800" h="196850" prst="coolSlant"/>
          </a:sp3d>
        </p:spPr>
        <p:txBody>
          <a:bodyPr wrap="square" anchor="ctr">
            <a:spAutoFit/>
          </a:bodyPr>
          <a:lstStyle/>
          <a:p>
            <a:r>
              <a:rPr lang="zh-CN" altLang="zh-CN" b="1" dirty="0"/>
              <a:t>中断的相关概念</a:t>
            </a:r>
            <a:endParaRPr lang="zh-CN" altLang="en-US" b="1" dirty="0"/>
          </a:p>
        </p:txBody>
      </p:sp>
      <p:sp>
        <p:nvSpPr>
          <p:cNvPr id="26" name="矩形 25"/>
          <p:cNvSpPr/>
          <p:nvPr/>
        </p:nvSpPr>
        <p:spPr>
          <a:xfrm>
            <a:off x="4002928" y="1884769"/>
            <a:ext cx="2048732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scene3d>
            <a:camera prst="obliqueTopLeft"/>
            <a:lightRig rig="threePt" dir="t"/>
          </a:scene3d>
          <a:sp3d prstMaterial="softEdge">
            <a:bevelT w="152400" h="133350"/>
            <a:bevelB w="50800" h="196850" prst="coolSlant"/>
          </a:sp3d>
        </p:spPr>
        <p:txBody>
          <a:bodyPr wrap="square" anchor="ctr">
            <a:spAutoFit/>
          </a:bodyPr>
          <a:lstStyle/>
          <a:p>
            <a:r>
              <a:rPr lang="en-US" altLang="zh-CN" b="1" dirty="0"/>
              <a:t>STM32</a:t>
            </a:r>
            <a:r>
              <a:rPr lang="zh-CN" altLang="zh-CN" b="1" dirty="0"/>
              <a:t>中断和异常</a:t>
            </a:r>
          </a:p>
        </p:txBody>
      </p:sp>
      <p:sp>
        <p:nvSpPr>
          <p:cNvPr id="27" name="矩形 26"/>
          <p:cNvSpPr/>
          <p:nvPr/>
        </p:nvSpPr>
        <p:spPr>
          <a:xfrm>
            <a:off x="4002928" y="2667565"/>
            <a:ext cx="2225256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scene3d>
            <a:camera prst="obliqueTopLeft"/>
            <a:lightRig rig="threePt" dir="t"/>
          </a:scene3d>
          <a:sp3d prstMaterial="softEdge">
            <a:bevelT w="152400" h="133350"/>
            <a:bevelB w="50800" h="196850" prst="coolSlant"/>
          </a:sp3d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</a:rPr>
              <a:t>STM32</a:t>
            </a:r>
            <a:r>
              <a:rPr lang="zh-CN" altLang="en-US" b="1" dirty="0">
                <a:solidFill>
                  <a:prstClr val="black"/>
                </a:solidFill>
              </a:rPr>
              <a:t>外部中断</a:t>
            </a:r>
            <a:r>
              <a:rPr lang="en-US" altLang="zh-CN" b="1" dirty="0">
                <a:solidFill>
                  <a:prstClr val="black"/>
                </a:solidFill>
              </a:rPr>
              <a:t>EXTI</a:t>
            </a:r>
            <a:endParaRPr lang="zh-CN" altLang="en-US" b="1" dirty="0"/>
          </a:p>
        </p:txBody>
      </p:sp>
      <p:cxnSp>
        <p:nvCxnSpPr>
          <p:cNvPr id="29" name="直接连接符 28"/>
          <p:cNvCxnSpPr/>
          <p:nvPr/>
        </p:nvCxnSpPr>
        <p:spPr>
          <a:xfrm>
            <a:off x="3347864" y="1335882"/>
            <a:ext cx="591708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347864" y="2060704"/>
            <a:ext cx="591708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347864" y="2826620"/>
            <a:ext cx="591708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2411760" y="3219822"/>
            <a:ext cx="936104" cy="648072"/>
          </a:xfrm>
          <a:prstGeom prst="ellipse">
            <a:avLst/>
          </a:prstGeom>
          <a:scene3d>
            <a:camera prst="isometricOffAxis1Right"/>
            <a:lightRig rig="threePt" dir="t">
              <a:rot lat="0" lon="0" rev="1200000"/>
            </a:lightRig>
          </a:scene3d>
          <a:sp3d>
            <a:bevelT w="50800" h="82550"/>
            <a:bevelB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6.4</a:t>
            </a:r>
            <a:endParaRPr lang="zh-CN" altLang="en-US" sz="2800" b="1" dirty="0"/>
          </a:p>
        </p:txBody>
      </p:sp>
      <p:sp>
        <p:nvSpPr>
          <p:cNvPr id="23" name="矩形 22"/>
          <p:cNvSpPr/>
          <p:nvPr/>
        </p:nvSpPr>
        <p:spPr>
          <a:xfrm>
            <a:off x="4002928" y="3375898"/>
            <a:ext cx="4097464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scene3d>
            <a:camera prst="obliqueTopLeft"/>
            <a:lightRig rig="threePt" dir="t"/>
          </a:scene3d>
          <a:sp3d prstMaterial="softEdge">
            <a:bevelT w="152400" h="133350"/>
            <a:bevelB w="50800" h="196850" prst="coolSlant"/>
          </a:sp3d>
        </p:spPr>
        <p:txBody>
          <a:bodyPr wrap="square" anchor="ctr">
            <a:spAutoFit/>
          </a:bodyPr>
          <a:lstStyle/>
          <a:p>
            <a:r>
              <a:rPr lang="en-US" altLang="zh-CN" b="1" dirty="0"/>
              <a:t>EXTI</a:t>
            </a:r>
            <a:r>
              <a:rPr lang="zh-CN" altLang="zh-CN" b="1" dirty="0"/>
              <a:t>模块的标准外设库接口函数及应用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3347864" y="3546700"/>
            <a:ext cx="591708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2411760" y="3939902"/>
            <a:ext cx="936104" cy="648072"/>
          </a:xfrm>
          <a:prstGeom prst="ellipse">
            <a:avLst/>
          </a:prstGeom>
          <a:scene3d>
            <a:camera prst="isometricOffAxis1Right"/>
            <a:lightRig rig="threePt" dir="t">
              <a:rot lat="0" lon="0" rev="1200000"/>
            </a:lightRig>
          </a:scene3d>
          <a:sp3d>
            <a:bevelT w="50800" h="82550"/>
            <a:bevelB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6.5</a:t>
            </a:r>
            <a:endParaRPr lang="zh-CN" altLang="en-US" sz="2800" b="1" dirty="0"/>
          </a:p>
        </p:txBody>
      </p:sp>
      <p:sp>
        <p:nvSpPr>
          <p:cNvPr id="32" name="矩形 31"/>
          <p:cNvSpPr/>
          <p:nvPr/>
        </p:nvSpPr>
        <p:spPr>
          <a:xfrm>
            <a:off x="4002928" y="4095978"/>
            <a:ext cx="3521400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scene3d>
            <a:camera prst="obliqueTopLeft"/>
            <a:lightRig rig="threePt" dir="t"/>
          </a:scene3d>
          <a:sp3d prstMaterial="softEdge">
            <a:bevelT w="152400" h="133350"/>
            <a:bevelB w="50800" h="196850" prst="coolSlant"/>
          </a:sp3d>
        </p:spPr>
        <p:txBody>
          <a:bodyPr wrap="square" anchor="ctr">
            <a:spAutoFit/>
          </a:bodyPr>
          <a:lstStyle/>
          <a:p>
            <a:r>
              <a:rPr lang="en-US" altLang="zh-CN" b="1" dirty="0"/>
              <a:t>EXTI</a:t>
            </a:r>
            <a:r>
              <a:rPr lang="zh-CN" altLang="zh-CN" b="1" dirty="0"/>
              <a:t>模块的</a:t>
            </a:r>
            <a:r>
              <a:rPr lang="en-US" altLang="zh-CN" b="1" dirty="0"/>
              <a:t>HAL</a:t>
            </a:r>
            <a:r>
              <a:rPr lang="zh-CN" altLang="zh-CN" b="1" dirty="0"/>
              <a:t>库接口函数及应用</a:t>
            </a:r>
          </a:p>
        </p:txBody>
      </p:sp>
      <p:cxnSp>
        <p:nvCxnSpPr>
          <p:cNvPr id="33" name="直接连接符 32"/>
          <p:cNvCxnSpPr/>
          <p:nvPr/>
        </p:nvCxnSpPr>
        <p:spPr>
          <a:xfrm>
            <a:off x="3347864" y="4266780"/>
            <a:ext cx="591708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092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67116"/>
            <a:ext cx="293244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81893"/>
            <a:ext cx="28969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6.1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中断的相关概念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七角星 22"/>
          <p:cNvSpPr/>
          <p:nvPr/>
        </p:nvSpPr>
        <p:spPr>
          <a:xfrm>
            <a:off x="2339752" y="1419622"/>
            <a:ext cx="648072" cy="576064"/>
          </a:xfrm>
          <a:prstGeom prst="star7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1</a:t>
            </a:r>
            <a:endParaRPr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3497027" y="1476821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6.1.1 </a:t>
            </a:r>
            <a:r>
              <a:rPr lang="zh-CN" altLang="zh-CN" sz="2400" b="1" dirty="0"/>
              <a:t>什么是中断？</a:t>
            </a:r>
          </a:p>
        </p:txBody>
      </p:sp>
      <p:sp>
        <p:nvSpPr>
          <p:cNvPr id="24" name="七角星 23"/>
          <p:cNvSpPr/>
          <p:nvPr/>
        </p:nvSpPr>
        <p:spPr>
          <a:xfrm>
            <a:off x="2794154" y="2427734"/>
            <a:ext cx="648072" cy="576064"/>
          </a:xfrm>
          <a:prstGeom prst="star7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2</a:t>
            </a:r>
            <a:endParaRPr lang="zh-CN" altLang="en-US" sz="2800" b="1" dirty="0"/>
          </a:p>
        </p:txBody>
      </p:sp>
      <p:sp>
        <p:nvSpPr>
          <p:cNvPr id="28" name="矩形 27"/>
          <p:cNvSpPr/>
          <p:nvPr/>
        </p:nvSpPr>
        <p:spPr>
          <a:xfrm>
            <a:off x="3946282" y="2484933"/>
            <a:ext cx="33586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6.1.2 </a:t>
            </a:r>
            <a:r>
              <a:rPr lang="zh-CN" altLang="en-US" sz="2400" b="1" dirty="0"/>
              <a:t>为什么使用中断？</a:t>
            </a:r>
            <a:endParaRPr lang="zh-CN" altLang="zh-CN" sz="2400" b="1" dirty="0"/>
          </a:p>
        </p:txBody>
      </p:sp>
      <p:sp>
        <p:nvSpPr>
          <p:cNvPr id="32" name="七角星 31"/>
          <p:cNvSpPr/>
          <p:nvPr/>
        </p:nvSpPr>
        <p:spPr>
          <a:xfrm>
            <a:off x="3403041" y="3435846"/>
            <a:ext cx="648072" cy="576064"/>
          </a:xfrm>
          <a:prstGeom prst="star7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3</a:t>
            </a:r>
            <a:endParaRPr lang="zh-CN" altLang="en-US" sz="2800" b="1" dirty="0"/>
          </a:p>
        </p:txBody>
      </p:sp>
      <p:sp>
        <p:nvSpPr>
          <p:cNvPr id="33" name="矩形 32"/>
          <p:cNvSpPr/>
          <p:nvPr/>
        </p:nvSpPr>
        <p:spPr>
          <a:xfrm>
            <a:off x="4565041" y="3493045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6.1.3 </a:t>
            </a:r>
            <a:r>
              <a:rPr lang="zh-CN" altLang="zh-CN" sz="2400" b="1" dirty="0"/>
              <a:t>中断处理流程</a:t>
            </a:r>
          </a:p>
        </p:txBody>
      </p:sp>
    </p:spTree>
    <p:extLst>
      <p:ext uri="{BB962C8B-B14F-4D97-AF65-F5344CB8AC3E}">
        <p14:creationId xmlns:p14="http://schemas.microsoft.com/office/powerpoint/2010/main" val="806403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右箭头 80"/>
          <p:cNvSpPr/>
          <p:nvPr/>
        </p:nvSpPr>
        <p:spPr>
          <a:xfrm rot="20939224">
            <a:off x="3255159" y="1817065"/>
            <a:ext cx="1382371" cy="205896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0" name="右箭头 79"/>
          <p:cNvSpPr/>
          <p:nvPr/>
        </p:nvSpPr>
        <p:spPr>
          <a:xfrm rot="20939224">
            <a:off x="1396183" y="1883685"/>
            <a:ext cx="1382371" cy="205896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" y="339503"/>
            <a:ext cx="286504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6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6.1.1 </a:t>
            </a:r>
            <a:r>
              <a:rPr lang="zh-CN" altLang="en-US" sz="2400" b="1" dirty="0">
                <a:solidFill>
                  <a:schemeClr val="bg1"/>
                </a:solidFill>
              </a:rPr>
              <a:t>什么是中断？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85189" y="1794015"/>
            <a:ext cx="432048" cy="86177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000" b="1" dirty="0"/>
              <a:t>看书</a:t>
            </a:r>
          </a:p>
        </p:txBody>
      </p:sp>
      <p:sp>
        <p:nvSpPr>
          <p:cNvPr id="10" name="矩形 9"/>
          <p:cNvSpPr/>
          <p:nvPr/>
        </p:nvSpPr>
        <p:spPr>
          <a:xfrm>
            <a:off x="2800843" y="1717071"/>
            <a:ext cx="409835" cy="101566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2000" b="1" dirty="0"/>
              <a:t>取快递</a:t>
            </a:r>
          </a:p>
        </p:txBody>
      </p:sp>
      <p:sp>
        <p:nvSpPr>
          <p:cNvPr id="11" name="矩形 10"/>
          <p:cNvSpPr/>
          <p:nvPr/>
        </p:nvSpPr>
        <p:spPr>
          <a:xfrm>
            <a:off x="4726211" y="1563638"/>
            <a:ext cx="479458" cy="132343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2000" b="1" dirty="0"/>
              <a:t>去卫生间</a:t>
            </a:r>
          </a:p>
        </p:txBody>
      </p:sp>
      <p:sp>
        <p:nvSpPr>
          <p:cNvPr id="14" name="矩形 13"/>
          <p:cNvSpPr/>
          <p:nvPr/>
        </p:nvSpPr>
        <p:spPr>
          <a:xfrm>
            <a:off x="3955092" y="4294212"/>
            <a:ext cx="2307101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取快递、去卫生间</a:t>
            </a:r>
          </a:p>
        </p:txBody>
      </p:sp>
      <p:sp>
        <p:nvSpPr>
          <p:cNvPr id="18" name="矩形 17"/>
          <p:cNvSpPr/>
          <p:nvPr/>
        </p:nvSpPr>
        <p:spPr>
          <a:xfrm>
            <a:off x="6826799" y="4294212"/>
            <a:ext cx="1760986" cy="400110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</a:rPr>
              <a:t>中断服务程序</a:t>
            </a:r>
          </a:p>
        </p:txBody>
      </p:sp>
      <p:sp>
        <p:nvSpPr>
          <p:cNvPr id="65" name="矩形 64"/>
          <p:cNvSpPr/>
          <p:nvPr/>
        </p:nvSpPr>
        <p:spPr>
          <a:xfrm>
            <a:off x="1322359" y="1100753"/>
            <a:ext cx="13962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000" b="1" dirty="0">
                <a:solidFill>
                  <a:prstClr val="black"/>
                </a:solidFill>
              </a:rPr>
              <a:t>快递电话</a:t>
            </a:r>
          </a:p>
        </p:txBody>
      </p:sp>
      <p:sp>
        <p:nvSpPr>
          <p:cNvPr id="66" name="矩形 65"/>
          <p:cNvSpPr/>
          <p:nvPr/>
        </p:nvSpPr>
        <p:spPr>
          <a:xfrm>
            <a:off x="3238984" y="1059582"/>
            <a:ext cx="9589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zh-CN" altLang="en-US" sz="2000" b="1" dirty="0">
                <a:solidFill>
                  <a:prstClr val="black"/>
                </a:solidFill>
              </a:rPr>
              <a:t>肚子疼</a:t>
            </a:r>
          </a:p>
        </p:txBody>
      </p:sp>
      <p:sp>
        <p:nvSpPr>
          <p:cNvPr id="82" name="右箭头 81"/>
          <p:cNvSpPr/>
          <p:nvPr/>
        </p:nvSpPr>
        <p:spPr>
          <a:xfrm rot="11617401">
            <a:off x="3243786" y="2386064"/>
            <a:ext cx="1382371" cy="205896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3" name="右箭头 82"/>
          <p:cNvSpPr/>
          <p:nvPr/>
        </p:nvSpPr>
        <p:spPr>
          <a:xfrm rot="11515107">
            <a:off x="1384811" y="2410517"/>
            <a:ext cx="1382371" cy="205896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6" name="下箭头 85"/>
          <p:cNvSpPr/>
          <p:nvPr/>
        </p:nvSpPr>
        <p:spPr>
          <a:xfrm rot="2798002">
            <a:off x="1380109" y="1511399"/>
            <a:ext cx="195451" cy="312488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87" name="下箭头 86"/>
          <p:cNvSpPr/>
          <p:nvPr/>
        </p:nvSpPr>
        <p:spPr>
          <a:xfrm rot="2459597">
            <a:off x="3226117" y="1437226"/>
            <a:ext cx="195451" cy="284080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88" name="矩形 87"/>
          <p:cNvSpPr/>
          <p:nvPr/>
        </p:nvSpPr>
        <p:spPr>
          <a:xfrm>
            <a:off x="3955092" y="3718148"/>
            <a:ext cx="2307101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快递电话、肚子疼</a:t>
            </a:r>
          </a:p>
        </p:txBody>
      </p:sp>
      <p:sp>
        <p:nvSpPr>
          <p:cNvPr id="89" name="矩形 88"/>
          <p:cNvSpPr/>
          <p:nvPr/>
        </p:nvSpPr>
        <p:spPr>
          <a:xfrm>
            <a:off x="6826799" y="3718148"/>
            <a:ext cx="1760986" cy="400110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</a:rPr>
              <a:t>中断源</a:t>
            </a:r>
          </a:p>
        </p:txBody>
      </p:sp>
      <p:sp>
        <p:nvSpPr>
          <p:cNvPr id="90" name="矩形 89"/>
          <p:cNvSpPr/>
          <p:nvPr/>
        </p:nvSpPr>
        <p:spPr>
          <a:xfrm>
            <a:off x="3955092" y="3147814"/>
            <a:ext cx="2307101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看书</a:t>
            </a:r>
          </a:p>
        </p:txBody>
      </p:sp>
      <p:sp>
        <p:nvSpPr>
          <p:cNvPr id="91" name="矩形 90"/>
          <p:cNvSpPr/>
          <p:nvPr/>
        </p:nvSpPr>
        <p:spPr>
          <a:xfrm>
            <a:off x="6826799" y="3147814"/>
            <a:ext cx="1760986" cy="400110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</a:rPr>
              <a:t>主程序</a:t>
            </a:r>
          </a:p>
        </p:txBody>
      </p:sp>
    </p:spTree>
    <p:extLst>
      <p:ext uri="{BB962C8B-B14F-4D97-AF65-F5344CB8AC3E}">
        <p14:creationId xmlns:p14="http://schemas.microsoft.com/office/powerpoint/2010/main" val="1841512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/>
        </p:nvSpPr>
        <p:spPr>
          <a:xfrm>
            <a:off x="3851920" y="437644"/>
            <a:ext cx="1800200" cy="1846074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" y="339503"/>
            <a:ext cx="286504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6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6.1.1 </a:t>
            </a:r>
            <a:r>
              <a:rPr lang="zh-CN" altLang="en-US" sz="2400" b="1" dirty="0">
                <a:solidFill>
                  <a:schemeClr val="bg1"/>
                </a:solidFill>
              </a:rPr>
              <a:t>什么是中断？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544" y="1195300"/>
            <a:ext cx="3024336" cy="320857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     计算机在执行程序过程中，当出现</a:t>
            </a:r>
            <a:r>
              <a:rPr lang="zh-CN" altLang="en-US" b="1" dirty="0">
                <a:solidFill>
                  <a:srgbClr val="C00000"/>
                </a:solidFill>
              </a:rPr>
              <a:t>异常</a:t>
            </a:r>
            <a:r>
              <a:rPr lang="zh-CN" altLang="en-US" b="1" dirty="0">
                <a:solidFill>
                  <a:prstClr val="black"/>
                </a:solidFill>
              </a:rPr>
              <a:t>情况（断电等）或特殊</a:t>
            </a:r>
            <a:r>
              <a:rPr lang="zh-CN" altLang="en-US" b="1" dirty="0">
                <a:solidFill>
                  <a:srgbClr val="C00000"/>
                </a:solidFill>
              </a:rPr>
              <a:t>请求</a:t>
            </a:r>
            <a:r>
              <a:rPr lang="zh-CN" altLang="en-US" b="1" dirty="0">
                <a:solidFill>
                  <a:prstClr val="black"/>
                </a:solidFill>
              </a:rPr>
              <a:t>（数据传输等）时，计算机暂停现行程序的运行，转向对这些异常情况或特殊请求进行处理，处理完毕后再返回到现行程序的中断处，继续执行原程序，这就是“中断”。</a:t>
            </a:r>
            <a:endParaRPr lang="zh-CN" altLang="en-US" b="1" dirty="0"/>
          </a:p>
        </p:txBody>
      </p:sp>
      <p:sp>
        <p:nvSpPr>
          <p:cNvPr id="7" name="矩形 6"/>
          <p:cNvSpPr/>
          <p:nvPr/>
        </p:nvSpPr>
        <p:spPr>
          <a:xfrm>
            <a:off x="3995936" y="798410"/>
            <a:ext cx="16561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中断是单片机实时处理内部或外部事件的一种机制。</a:t>
            </a:r>
          </a:p>
        </p:txBody>
      </p:sp>
      <p:grpSp>
        <p:nvGrpSpPr>
          <p:cNvPr id="84" name="组合 83"/>
          <p:cNvGrpSpPr/>
          <p:nvPr/>
        </p:nvGrpSpPr>
        <p:grpSpPr>
          <a:xfrm rot="20433240">
            <a:off x="4302234" y="1716649"/>
            <a:ext cx="4133701" cy="1442451"/>
            <a:chOff x="4604773" y="1910712"/>
            <a:chExt cx="4133701" cy="1442451"/>
          </a:xfrm>
        </p:grpSpPr>
        <p:sp>
          <p:nvSpPr>
            <p:cNvPr id="9" name="矩形 8"/>
            <p:cNvSpPr/>
            <p:nvPr/>
          </p:nvSpPr>
          <p:spPr>
            <a:xfrm>
              <a:off x="4604773" y="2152476"/>
              <a:ext cx="1397397" cy="923330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</a:rPr>
                <a:t>能够打断当前正常执行流程的事件</a:t>
              </a:r>
              <a:endParaRPr lang="zh-CN" altLang="en-US" b="1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6389956" y="2049212"/>
              <a:ext cx="646331" cy="369332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prstClr val="black"/>
                  </a:solidFill>
                </a:rPr>
                <a:t>中断</a:t>
              </a:r>
              <a:endParaRPr lang="zh-CN" altLang="en-US" b="1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6389956" y="2845332"/>
              <a:ext cx="646331" cy="369332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prstClr val="black"/>
                  </a:solidFill>
                </a:rPr>
                <a:t>异常</a:t>
              </a:r>
              <a:endParaRPr lang="zh-CN" altLang="en-US" b="1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7408011" y="1910712"/>
              <a:ext cx="1330463" cy="64633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</a:rPr>
                <a:t>由外部事件触发</a:t>
              </a:r>
              <a:endParaRPr lang="zh-CN" altLang="en-US" b="1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7408011" y="2706832"/>
              <a:ext cx="1330463" cy="64633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</a:rPr>
                <a:t>由</a:t>
              </a:r>
              <a:r>
                <a:rPr lang="en-US" altLang="zh-CN" b="1" dirty="0">
                  <a:solidFill>
                    <a:prstClr val="black"/>
                  </a:solidFill>
                </a:rPr>
                <a:t>CPU</a:t>
              </a:r>
              <a:r>
                <a:rPr lang="zh-CN" altLang="en-US" b="1" dirty="0">
                  <a:solidFill>
                    <a:prstClr val="black"/>
                  </a:solidFill>
                </a:rPr>
                <a:t>内部事件产生</a:t>
              </a:r>
              <a:endParaRPr lang="zh-CN" altLang="en-US" b="1" dirty="0"/>
            </a:p>
          </p:txBody>
        </p:sp>
        <p:cxnSp>
          <p:nvCxnSpPr>
            <p:cNvPr id="21" name="直接连接符 20"/>
            <p:cNvCxnSpPr>
              <a:stCxn id="9" idx="3"/>
              <a:endCxn id="12" idx="1"/>
            </p:cNvCxnSpPr>
            <p:nvPr/>
          </p:nvCxnSpPr>
          <p:spPr>
            <a:xfrm flipV="1">
              <a:off x="6002170" y="2233878"/>
              <a:ext cx="387786" cy="380263"/>
            </a:xfrm>
            <a:prstGeom prst="line">
              <a:avLst/>
            </a:prstGeom>
            <a:ln w="28575">
              <a:solidFill>
                <a:srgbClr val="4AAB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stCxn id="9" idx="3"/>
              <a:endCxn id="13" idx="1"/>
            </p:cNvCxnSpPr>
            <p:nvPr/>
          </p:nvCxnSpPr>
          <p:spPr>
            <a:xfrm>
              <a:off x="6002170" y="2614141"/>
              <a:ext cx="387786" cy="415857"/>
            </a:xfrm>
            <a:prstGeom prst="line">
              <a:avLst/>
            </a:prstGeom>
            <a:ln w="28575">
              <a:solidFill>
                <a:srgbClr val="4AAB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>
              <a:stCxn id="12" idx="3"/>
              <a:endCxn id="15" idx="1"/>
            </p:cNvCxnSpPr>
            <p:nvPr/>
          </p:nvCxnSpPr>
          <p:spPr>
            <a:xfrm>
              <a:off x="7036287" y="2233878"/>
              <a:ext cx="371724" cy="0"/>
            </a:xfrm>
            <a:prstGeom prst="line">
              <a:avLst/>
            </a:prstGeom>
            <a:ln w="28575">
              <a:solidFill>
                <a:srgbClr val="4AAB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>
              <a:stCxn id="13" idx="3"/>
              <a:endCxn id="16" idx="1"/>
            </p:cNvCxnSpPr>
            <p:nvPr/>
          </p:nvCxnSpPr>
          <p:spPr>
            <a:xfrm>
              <a:off x="7036287" y="3029998"/>
              <a:ext cx="371724" cy="0"/>
            </a:xfrm>
            <a:prstGeom prst="line">
              <a:avLst/>
            </a:prstGeom>
            <a:ln w="28575">
              <a:solidFill>
                <a:srgbClr val="4AAB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椭圆 53"/>
          <p:cNvSpPr/>
          <p:nvPr/>
        </p:nvSpPr>
        <p:spPr>
          <a:xfrm>
            <a:off x="6789571" y="2957924"/>
            <a:ext cx="1800200" cy="184607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prstClr val="black"/>
                </a:solidFill>
              </a:rPr>
              <a:t>中断和异常其本质都是对主程序的“中断”</a:t>
            </a:r>
            <a:endParaRPr lang="zh-CN" alt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FF388A9-52AA-1673-CB24-671476E36893}"/>
                  </a:ext>
                </a:extLst>
              </p14:cNvPr>
              <p14:cNvContentPartPr/>
              <p14:nvPr/>
            </p14:nvContentPartPr>
            <p14:xfrm>
              <a:off x="1147680" y="1380960"/>
              <a:ext cx="7201440" cy="30391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FF388A9-52AA-1673-CB24-671476E368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8320" y="1371600"/>
                <a:ext cx="7220160" cy="305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7397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/>
          <p:cNvSpPr/>
          <p:nvPr/>
        </p:nvSpPr>
        <p:spPr>
          <a:xfrm>
            <a:off x="4106511" y="1930973"/>
            <a:ext cx="649537" cy="646331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9" name="右箭头 8"/>
          <p:cNvSpPr/>
          <p:nvPr/>
        </p:nvSpPr>
        <p:spPr>
          <a:xfrm>
            <a:off x="4898599" y="2096490"/>
            <a:ext cx="504056" cy="336233"/>
          </a:xfrm>
          <a:prstGeom prst="rightArrow">
            <a:avLst/>
          </a:prstGeom>
          <a:solidFill>
            <a:schemeClr val="accent3">
              <a:lumMod val="50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12" name="矩形 11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25188" y="360766"/>
            <a:ext cx="33586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6.1.2 </a:t>
            </a:r>
            <a:r>
              <a:rPr lang="zh-CN" altLang="en-US" sz="2400" b="1" dirty="0">
                <a:solidFill>
                  <a:schemeClr val="bg1"/>
                </a:solidFill>
              </a:rPr>
              <a:t>为什么使用中断？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80834" y="1930974"/>
            <a:ext cx="950787" cy="646331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</a:rPr>
              <a:t>CPU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的速度快</a:t>
            </a:r>
          </a:p>
        </p:txBody>
      </p:sp>
      <p:sp>
        <p:nvSpPr>
          <p:cNvPr id="15" name="矩形 14"/>
          <p:cNvSpPr/>
          <p:nvPr/>
        </p:nvSpPr>
        <p:spPr>
          <a:xfrm>
            <a:off x="2450327" y="1930973"/>
            <a:ext cx="950787" cy="646331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外设速度慢</a:t>
            </a:r>
          </a:p>
        </p:txBody>
      </p:sp>
      <p:sp>
        <p:nvSpPr>
          <p:cNvPr id="16" name="左大括号 15"/>
          <p:cNvSpPr/>
          <p:nvPr/>
        </p:nvSpPr>
        <p:spPr>
          <a:xfrm rot="16200000">
            <a:off x="1965756" y="2074989"/>
            <a:ext cx="216024" cy="1512168"/>
          </a:xfrm>
          <a:prstGeom prst="leftBrace">
            <a:avLst>
              <a:gd name="adj1" fmla="val 26380"/>
              <a:gd name="adj2" fmla="val 50000"/>
            </a:avLst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307812" y="2994250"/>
            <a:ext cx="1497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降低</a:t>
            </a:r>
            <a:r>
              <a:rPr lang="en-US" altLang="zh-CN" b="1" dirty="0">
                <a:solidFill>
                  <a:prstClr val="black"/>
                </a:solidFill>
              </a:rPr>
              <a:t>CPU</a:t>
            </a:r>
            <a:r>
              <a:rPr lang="zh-CN" altLang="en-US" b="1" dirty="0">
                <a:solidFill>
                  <a:prstClr val="black"/>
                </a:solidFill>
              </a:rPr>
              <a:t>效率</a:t>
            </a:r>
            <a:endParaRPr lang="zh-CN" altLang="en-US" b="1" dirty="0"/>
          </a:p>
        </p:txBody>
      </p:sp>
      <p:sp>
        <p:nvSpPr>
          <p:cNvPr id="20" name="矩形 19"/>
          <p:cNvSpPr/>
          <p:nvPr/>
        </p:nvSpPr>
        <p:spPr>
          <a:xfrm>
            <a:off x="1831621" y="2069473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等待</a:t>
            </a:r>
            <a:endParaRPr lang="zh-CN" alt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578160" y="1851670"/>
            <a:ext cx="4540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+</a:t>
            </a:r>
            <a:endParaRPr lang="zh-CN" altLang="en-US" sz="4400" dirty="0"/>
          </a:p>
        </p:txBody>
      </p:sp>
      <p:sp>
        <p:nvSpPr>
          <p:cNvPr id="22" name="矩形 21"/>
          <p:cNvSpPr/>
          <p:nvPr/>
        </p:nvSpPr>
        <p:spPr>
          <a:xfrm>
            <a:off x="4106511" y="2069473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中断</a:t>
            </a:r>
          </a:p>
        </p:txBody>
      </p:sp>
      <p:sp>
        <p:nvSpPr>
          <p:cNvPr id="24" name="左大括号 23"/>
          <p:cNvSpPr/>
          <p:nvPr/>
        </p:nvSpPr>
        <p:spPr>
          <a:xfrm>
            <a:off x="5526609" y="1059582"/>
            <a:ext cx="308094" cy="2304256"/>
          </a:xfrm>
          <a:prstGeom prst="leftBrace">
            <a:avLst>
              <a:gd name="adj1" fmla="val 26380"/>
              <a:gd name="adj2" fmla="val 50000"/>
            </a:avLst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5926712" y="843558"/>
            <a:ext cx="2356262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可提高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</a:rPr>
              <a:t>CPU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效率</a:t>
            </a:r>
          </a:p>
        </p:txBody>
      </p:sp>
      <p:sp>
        <p:nvSpPr>
          <p:cNvPr id="27" name="矩形 26"/>
          <p:cNvSpPr/>
          <p:nvPr/>
        </p:nvSpPr>
        <p:spPr>
          <a:xfrm>
            <a:off x="5926712" y="1747498"/>
            <a:ext cx="2356263" cy="64633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可实现对实时事件的及时处理（实时处理）</a:t>
            </a:r>
          </a:p>
        </p:txBody>
      </p:sp>
      <p:sp>
        <p:nvSpPr>
          <p:cNvPr id="28" name="矩形 27"/>
          <p:cNvSpPr/>
          <p:nvPr/>
        </p:nvSpPr>
        <p:spPr>
          <a:xfrm>
            <a:off x="5926711" y="3005539"/>
            <a:ext cx="2356263" cy="64633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可对突发故障进行及时处理（异常处理）</a:t>
            </a:r>
          </a:p>
        </p:txBody>
      </p:sp>
      <p:sp>
        <p:nvSpPr>
          <p:cNvPr id="29" name="矩形 28"/>
          <p:cNvSpPr/>
          <p:nvPr/>
        </p:nvSpPr>
        <p:spPr>
          <a:xfrm>
            <a:off x="732311" y="3975035"/>
            <a:ext cx="7550664" cy="78483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/>
              <a:t>     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中断在嵌入式系统占有极其重要的地位，中断机制使得系统能更有效更合理地发挥效能和提高效率。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57E9538-5936-720F-91D7-0108A37133BB}"/>
                  </a:ext>
                </a:extLst>
              </p14:cNvPr>
              <p14:cNvContentPartPr/>
              <p14:nvPr/>
            </p14:nvContentPartPr>
            <p14:xfrm>
              <a:off x="1071720" y="1285920"/>
              <a:ext cx="7920360" cy="23767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57E9538-5936-720F-91D7-0108A37133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360" y="1276560"/>
                <a:ext cx="7939080" cy="239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3909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292571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6.1.3 </a:t>
            </a:r>
            <a:r>
              <a:rPr lang="zh-CN" altLang="en-US" sz="2400" b="1" dirty="0">
                <a:solidFill>
                  <a:schemeClr val="bg1"/>
                </a:solidFill>
              </a:rPr>
              <a:t>中断处理流程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635896" y="360766"/>
            <a:ext cx="47525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     中断处理流程：中断请求、中断响应、中断服务和中断返回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989906" y="4268584"/>
            <a:ext cx="2736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多重中断的中断处理流程</a:t>
            </a:r>
          </a:p>
        </p:txBody>
      </p:sp>
      <p:sp>
        <p:nvSpPr>
          <p:cNvPr id="10" name="矩形 9"/>
          <p:cNvSpPr/>
          <p:nvPr/>
        </p:nvSpPr>
        <p:spPr>
          <a:xfrm>
            <a:off x="855499" y="4331700"/>
            <a:ext cx="28083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单重中断的中断处理流程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933711"/>
              </p:ext>
            </p:extLst>
          </p:nvPr>
        </p:nvGraphicFramePr>
        <p:xfrm>
          <a:off x="712950" y="1256925"/>
          <a:ext cx="2952328" cy="30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064427" imgH="2149496" progId="Visio.Drawing.11">
                  <p:embed/>
                </p:oleObj>
              </mc:Choice>
              <mc:Fallback>
                <p:oleObj name="Visio" r:id="rId2" imgW="2064427" imgH="214949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950" y="1256925"/>
                        <a:ext cx="2952328" cy="3074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8846542"/>
              </p:ext>
            </p:extLst>
          </p:nvPr>
        </p:nvGraphicFramePr>
        <p:xfrm>
          <a:off x="3959932" y="1131590"/>
          <a:ext cx="4104456" cy="3051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892419" imgH="2149496" progId="Visio.Drawing.11">
                  <p:embed/>
                </p:oleObj>
              </mc:Choice>
              <mc:Fallback>
                <p:oleObj name="Visio" r:id="rId4" imgW="2892419" imgH="2149496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9932" y="1131590"/>
                        <a:ext cx="4104456" cy="30513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6C58ED4A-DB70-E88C-D4E3-E46F2CFF8B38}"/>
                  </a:ext>
                </a:extLst>
              </p14:cNvPr>
              <p14:cNvContentPartPr/>
              <p14:nvPr/>
            </p14:nvContentPartPr>
            <p14:xfrm>
              <a:off x="1719360" y="547560"/>
              <a:ext cx="7377480" cy="361044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6C58ED4A-DB70-E88C-D4E3-E46F2CFF8B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10000" y="538200"/>
                <a:ext cx="7396200" cy="362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9885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292571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6.1.3 </a:t>
            </a:r>
            <a:r>
              <a:rPr lang="zh-CN" altLang="en-US" sz="2400" b="1" dirty="0">
                <a:solidFill>
                  <a:schemeClr val="bg1"/>
                </a:solidFill>
              </a:rPr>
              <a:t>中断处理流程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95536" y="1203598"/>
            <a:ext cx="180020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zh-CN" altLang="en-US" b="1" dirty="0"/>
              <a:t>中断请求</a:t>
            </a:r>
          </a:p>
        </p:txBody>
      </p:sp>
      <p:sp>
        <p:nvSpPr>
          <p:cNvPr id="15" name="矩形 14"/>
          <p:cNvSpPr/>
          <p:nvPr/>
        </p:nvSpPr>
        <p:spPr>
          <a:xfrm>
            <a:off x="395536" y="1645810"/>
            <a:ext cx="1800200" cy="25351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b="1" dirty="0"/>
              <a:t>中断请求是中断源向</a:t>
            </a:r>
            <a:r>
              <a:rPr lang="en-US" altLang="zh-CN" b="1" dirty="0"/>
              <a:t>CPU</a:t>
            </a:r>
            <a:r>
              <a:rPr lang="zh-CN" altLang="en-US" b="1" dirty="0"/>
              <a:t>发出中断请求信号，此时中断控制系统的中断请求寄存器被置位，向</a:t>
            </a:r>
            <a:r>
              <a:rPr lang="en-US" altLang="zh-CN" b="1" dirty="0"/>
              <a:t>CPU</a:t>
            </a:r>
            <a:r>
              <a:rPr lang="zh-CN" altLang="en-US" b="1" dirty="0"/>
              <a:t>请求中断。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55776" y="1203598"/>
            <a:ext cx="1800200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zh-CN" altLang="zh-CN" b="1" dirty="0"/>
              <a:t>中断响应</a:t>
            </a:r>
            <a:endParaRPr lang="zh-CN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2555776" y="1645810"/>
            <a:ext cx="1800200" cy="31112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altLang="zh-CN" b="1" dirty="0"/>
              <a:t>CPU</a:t>
            </a:r>
            <a:r>
              <a:rPr lang="zh-CN" altLang="en-US" b="1" dirty="0"/>
              <a:t>的中断系统判断中断源的中断请求是否符合中断响应条件，如果符合条件，则暂时中断当前程序并控制程序跳转到中断服务程序</a:t>
            </a:r>
          </a:p>
        </p:txBody>
      </p:sp>
      <p:sp>
        <p:nvSpPr>
          <p:cNvPr id="20" name="矩形 19"/>
          <p:cNvSpPr/>
          <p:nvPr/>
        </p:nvSpPr>
        <p:spPr>
          <a:xfrm>
            <a:off x="4788024" y="1203598"/>
            <a:ext cx="1800200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zh-CN" altLang="zh-CN" b="1" dirty="0"/>
              <a:t>中断服务</a:t>
            </a:r>
            <a:endParaRPr lang="zh-CN" altLang="en-US" b="1" dirty="0"/>
          </a:p>
        </p:txBody>
      </p:sp>
      <p:sp>
        <p:nvSpPr>
          <p:cNvPr id="21" name="矩形 20"/>
          <p:cNvSpPr/>
          <p:nvPr/>
        </p:nvSpPr>
        <p:spPr>
          <a:xfrm>
            <a:off x="4788024" y="1645810"/>
            <a:ext cx="1800200" cy="31112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zh-CN" b="1" dirty="0"/>
              <a:t>为处理中断而编写的程序称为中断服务程序</a:t>
            </a:r>
            <a:r>
              <a:rPr lang="zh-CN" altLang="en-US" b="1" dirty="0"/>
              <a:t>，是</a:t>
            </a:r>
            <a:r>
              <a:rPr lang="zh-CN" altLang="zh-CN" b="1" dirty="0"/>
              <a:t>由开发人员针对具体中断所要实现的功能进行设计和编写的</a:t>
            </a:r>
            <a:r>
              <a:rPr lang="zh-CN" altLang="en-US" b="1" dirty="0"/>
              <a:t>，</a:t>
            </a:r>
            <a:r>
              <a:rPr lang="zh-CN" altLang="zh-CN" b="1" dirty="0"/>
              <a:t>需要由开发人员来实现。</a:t>
            </a:r>
            <a:endParaRPr lang="zh-CN" altLang="en-US" b="1" dirty="0"/>
          </a:p>
        </p:txBody>
      </p:sp>
      <p:sp>
        <p:nvSpPr>
          <p:cNvPr id="22" name="矩形 21"/>
          <p:cNvSpPr/>
          <p:nvPr/>
        </p:nvSpPr>
        <p:spPr>
          <a:xfrm>
            <a:off x="6948264" y="1203598"/>
            <a:ext cx="1800200" cy="4320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zh-CN" altLang="en-US" b="1" dirty="0"/>
              <a:t>中断返回</a:t>
            </a:r>
          </a:p>
        </p:txBody>
      </p:sp>
      <p:sp>
        <p:nvSpPr>
          <p:cNvPr id="23" name="矩形 22"/>
          <p:cNvSpPr/>
          <p:nvPr/>
        </p:nvSpPr>
        <p:spPr>
          <a:xfrm>
            <a:off x="6948264" y="1645810"/>
            <a:ext cx="1800200" cy="31112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altLang="zh-CN" b="1" dirty="0"/>
              <a:t>CPU</a:t>
            </a:r>
            <a:r>
              <a:rPr lang="zh-CN" altLang="en-US" b="1" dirty="0"/>
              <a:t>退出中断服务程序，返回到中断请求响应之前被中止的位置继续执行主程序。这部分操作同样由硬件来实现，不需要开发人员进行处理。</a:t>
            </a:r>
          </a:p>
        </p:txBody>
      </p:sp>
      <p:sp>
        <p:nvSpPr>
          <p:cNvPr id="3" name="右箭头 2"/>
          <p:cNvSpPr/>
          <p:nvPr/>
        </p:nvSpPr>
        <p:spPr>
          <a:xfrm>
            <a:off x="2267744" y="2452766"/>
            <a:ext cx="216024" cy="244593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24" name="右箭头 23"/>
          <p:cNvSpPr/>
          <p:nvPr/>
        </p:nvSpPr>
        <p:spPr>
          <a:xfrm>
            <a:off x="4463988" y="2452766"/>
            <a:ext cx="216024" cy="244593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25" name="右箭头 24"/>
          <p:cNvSpPr/>
          <p:nvPr/>
        </p:nvSpPr>
        <p:spPr>
          <a:xfrm>
            <a:off x="6660232" y="2452766"/>
            <a:ext cx="216024" cy="244593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46DCC378-0511-2166-CF3C-2D7EFF693F70}"/>
                  </a:ext>
                </a:extLst>
              </p14:cNvPr>
              <p14:cNvContentPartPr/>
              <p14:nvPr/>
            </p14:nvContentPartPr>
            <p14:xfrm>
              <a:off x="1695600" y="585720"/>
              <a:ext cx="6772320" cy="38008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46DCC378-0511-2166-CF3C-2D7EFF693F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86240" y="576360"/>
                <a:ext cx="6791040" cy="381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9413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33892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33538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6.2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中断和异常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283968" y="406865"/>
            <a:ext cx="29097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STM32</a:t>
            </a:r>
            <a:r>
              <a:rPr lang="zh-CN" altLang="en-US" b="1" dirty="0"/>
              <a:t>的内部中断处理机制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98940"/>
              </p:ext>
            </p:extLst>
          </p:nvPr>
        </p:nvGraphicFramePr>
        <p:xfrm>
          <a:off x="1403648" y="1023179"/>
          <a:ext cx="6530732" cy="3708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880229" imgH="3311900" progId="Visio.Drawing.11">
                  <p:embed/>
                </p:oleObj>
              </mc:Choice>
              <mc:Fallback>
                <p:oleObj name="Visio" r:id="rId2" imgW="5880229" imgH="33119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1023179"/>
                        <a:ext cx="6530732" cy="37088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0E35F546-8077-5A5B-5112-7605A7D71826}"/>
                  </a:ext>
                </a:extLst>
              </p14:cNvPr>
              <p14:cNvContentPartPr/>
              <p14:nvPr/>
            </p14:nvContentPartPr>
            <p14:xfrm>
              <a:off x="1881360" y="1023840"/>
              <a:ext cx="5405760" cy="27435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0E35F546-8077-5A5B-5112-7605A7D718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2000" y="1014480"/>
                <a:ext cx="5424480" cy="276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8831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33892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33538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6.2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中断和异常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134426" y="1634042"/>
            <a:ext cx="3101870" cy="463354"/>
          </a:xfrm>
          <a:prstGeom prst="roundRect">
            <a:avLst/>
          </a:prstGeom>
          <a:gradFill>
            <a:gsLst>
              <a:gs pos="52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50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</a:gra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419100" dist="190500" dir="2700000" sx="90000" sy="90000" algn="tl" rotWithShape="0">
              <a:sysClr val="windowText" lastClr="000000">
                <a:lumMod val="75000"/>
                <a:lumOff val="2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800" kern="0">
              <a:solidFill>
                <a:sysClr val="window" lastClr="FFFFFF"/>
              </a:solidFill>
              <a:latin typeface="Franklin Gothic Book"/>
              <a:ea typeface="微软雅黑"/>
            </a:endParaRPr>
          </a:p>
        </p:txBody>
      </p:sp>
      <p:sp>
        <p:nvSpPr>
          <p:cNvPr id="11" name="TextBox 19"/>
          <p:cNvSpPr txBox="1"/>
          <p:nvPr/>
        </p:nvSpPr>
        <p:spPr>
          <a:xfrm>
            <a:off x="4257855" y="1681053"/>
            <a:ext cx="305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b="1" spc="100" dirty="0">
                <a:solidFill>
                  <a:sysClr val="window" lastClr="FFFFFF"/>
                </a:solidFill>
                <a:ea typeface="微软雅黑"/>
              </a:rPr>
              <a:t> STM32</a:t>
            </a:r>
            <a:r>
              <a:rPr lang="zh-CN" altLang="en-US" b="1" spc="100" dirty="0">
                <a:solidFill>
                  <a:sysClr val="window" lastClr="FFFFFF"/>
                </a:solidFill>
                <a:ea typeface="微软雅黑"/>
              </a:rPr>
              <a:t>中断和异常向量表</a:t>
            </a:r>
            <a:endParaRPr kumimoji="0" lang="zh-CN" altLang="en-US" b="1" i="0" u="none" strike="noStrike" kern="1200" cap="none" spc="10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ea typeface="微软雅黑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419873" y="1636278"/>
            <a:ext cx="755570" cy="463354"/>
          </a:xfrm>
          <a:prstGeom prst="roundRect">
            <a:avLst/>
          </a:prstGeom>
          <a:gradFill>
            <a:gsLst>
              <a:gs pos="52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50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</a:gra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419100" dist="190500" dir="2700000" sx="90000" sy="90000" algn="tl" rotWithShape="0">
              <a:sysClr val="windowText" lastClr="000000">
                <a:lumMod val="75000"/>
                <a:lumOff val="2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Franklin Gothic Book"/>
              <a:ea typeface="微软雅黑"/>
              <a:cs typeface="+mn-cs"/>
            </a:endParaRPr>
          </a:p>
        </p:txBody>
      </p:sp>
      <p:sp>
        <p:nvSpPr>
          <p:cNvPr id="14" name="TextBox 76"/>
          <p:cNvSpPr txBox="1"/>
          <p:nvPr/>
        </p:nvSpPr>
        <p:spPr>
          <a:xfrm>
            <a:off x="3315060" y="1646241"/>
            <a:ext cx="901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ea typeface="方正宋黑繁体" panose="03000509000000000000" pitchFamily="65" charset="-122"/>
                <a:cs typeface="Arial Unicode MS" panose="020B0604020202020204" pitchFamily="34" charset="-122"/>
              </a:rPr>
              <a:t> 6.2.1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ea typeface="方正宋黑繁体" panose="03000509000000000000" pitchFamily="65" charset="-122"/>
              <a:cs typeface="Arial Unicode MS" panose="020B0604020202020204" pitchFamily="3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3515340" y="2478399"/>
            <a:ext cx="3101870" cy="463354"/>
          </a:xfrm>
          <a:prstGeom prst="roundRect">
            <a:avLst/>
          </a:prstGeom>
          <a:gradFill>
            <a:gsLst>
              <a:gs pos="52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50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</a:gra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419100" dist="190500" dir="2700000" sx="90000" sy="90000" algn="tl" rotWithShape="0">
              <a:sysClr val="windowText" lastClr="000000">
                <a:lumMod val="75000"/>
                <a:lumOff val="2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800" kern="0">
              <a:solidFill>
                <a:sysClr val="window" lastClr="FFFFFF"/>
              </a:solidFill>
              <a:latin typeface="Franklin Gothic Book"/>
              <a:ea typeface="微软雅黑"/>
            </a:endParaRPr>
          </a:p>
        </p:txBody>
      </p:sp>
      <p:sp>
        <p:nvSpPr>
          <p:cNvPr id="34" name="TextBox 19"/>
          <p:cNvSpPr txBox="1"/>
          <p:nvPr/>
        </p:nvSpPr>
        <p:spPr>
          <a:xfrm>
            <a:off x="3638769" y="2525410"/>
            <a:ext cx="305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b="1" spc="100" dirty="0">
                <a:solidFill>
                  <a:sysClr val="window" lastClr="FFFFFF"/>
                </a:solidFill>
                <a:ea typeface="微软雅黑"/>
              </a:rPr>
              <a:t> STM32</a:t>
            </a:r>
            <a:r>
              <a:rPr lang="zh-CN" altLang="en-US" b="1" spc="100" dirty="0">
                <a:solidFill>
                  <a:sysClr val="window" lastClr="FFFFFF"/>
                </a:solidFill>
                <a:ea typeface="微软雅黑"/>
              </a:rPr>
              <a:t>中断优先级</a:t>
            </a:r>
            <a:endParaRPr kumimoji="0" lang="zh-CN" altLang="en-US" b="1" i="0" u="none" strike="noStrike" kern="1200" cap="none" spc="10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ea typeface="微软雅黑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2800787" y="2480635"/>
            <a:ext cx="755570" cy="463354"/>
          </a:xfrm>
          <a:prstGeom prst="roundRect">
            <a:avLst/>
          </a:prstGeom>
          <a:gradFill>
            <a:gsLst>
              <a:gs pos="52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50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</a:gra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419100" dist="190500" dir="2700000" sx="90000" sy="90000" algn="tl" rotWithShape="0">
              <a:sysClr val="windowText" lastClr="000000">
                <a:lumMod val="75000"/>
                <a:lumOff val="2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Franklin Gothic Book"/>
              <a:ea typeface="微软雅黑"/>
              <a:cs typeface="+mn-cs"/>
            </a:endParaRPr>
          </a:p>
        </p:txBody>
      </p:sp>
      <p:sp>
        <p:nvSpPr>
          <p:cNvPr id="36" name="TextBox 76"/>
          <p:cNvSpPr txBox="1"/>
          <p:nvPr/>
        </p:nvSpPr>
        <p:spPr>
          <a:xfrm>
            <a:off x="2695974" y="2490598"/>
            <a:ext cx="901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ea typeface="方正宋黑繁体" panose="03000509000000000000" pitchFamily="65" charset="-122"/>
                <a:cs typeface="Arial Unicode MS" panose="020B0604020202020204" pitchFamily="34" charset="-122"/>
              </a:rPr>
              <a:t> 6.2.2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ea typeface="方正宋黑繁体" panose="03000509000000000000" pitchFamily="65" charset="-122"/>
              <a:cs typeface="Arial Unicode MS" panose="020B0604020202020204" pitchFamily="3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2871086" y="3402304"/>
            <a:ext cx="3101870" cy="463354"/>
          </a:xfrm>
          <a:prstGeom prst="roundRect">
            <a:avLst/>
          </a:prstGeom>
          <a:gradFill>
            <a:gsLst>
              <a:gs pos="52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50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</a:gra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419100" dist="190500" dir="2700000" sx="90000" sy="90000" algn="tl" rotWithShape="0">
              <a:sysClr val="windowText" lastClr="000000">
                <a:lumMod val="75000"/>
                <a:lumOff val="2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800" kern="0">
              <a:solidFill>
                <a:sysClr val="window" lastClr="FFFFFF"/>
              </a:solidFill>
              <a:latin typeface="Franklin Gothic Book"/>
              <a:ea typeface="微软雅黑"/>
            </a:endParaRPr>
          </a:p>
        </p:txBody>
      </p:sp>
      <p:sp>
        <p:nvSpPr>
          <p:cNvPr id="38" name="TextBox 19"/>
          <p:cNvSpPr txBox="1"/>
          <p:nvPr/>
        </p:nvSpPr>
        <p:spPr>
          <a:xfrm>
            <a:off x="2994515" y="3449315"/>
            <a:ext cx="305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b="1" spc="100" dirty="0">
                <a:solidFill>
                  <a:sysClr val="window" lastClr="FFFFFF"/>
                </a:solidFill>
                <a:ea typeface="微软雅黑"/>
              </a:rPr>
              <a:t> STM32</a:t>
            </a:r>
            <a:r>
              <a:rPr lang="zh-CN" altLang="en-US" b="1" spc="100" dirty="0">
                <a:solidFill>
                  <a:sysClr val="window" lastClr="FFFFFF"/>
                </a:solidFill>
                <a:ea typeface="微软雅黑"/>
              </a:rPr>
              <a:t>中断服务程序</a:t>
            </a:r>
            <a:endParaRPr kumimoji="0" lang="zh-CN" altLang="en-US" b="1" i="0" u="none" strike="noStrike" kern="1200" cap="none" spc="10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ea typeface="微软雅黑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2156533" y="3404540"/>
            <a:ext cx="755570" cy="463354"/>
          </a:xfrm>
          <a:prstGeom prst="roundRect">
            <a:avLst/>
          </a:prstGeom>
          <a:gradFill>
            <a:gsLst>
              <a:gs pos="52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50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</a:gra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419100" dist="190500" dir="2700000" sx="90000" sy="90000" algn="tl" rotWithShape="0">
              <a:sysClr val="windowText" lastClr="000000">
                <a:lumMod val="75000"/>
                <a:lumOff val="2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Franklin Gothic Book"/>
              <a:ea typeface="微软雅黑"/>
              <a:cs typeface="+mn-cs"/>
            </a:endParaRPr>
          </a:p>
        </p:txBody>
      </p:sp>
      <p:sp>
        <p:nvSpPr>
          <p:cNvPr id="40" name="TextBox 76"/>
          <p:cNvSpPr txBox="1"/>
          <p:nvPr/>
        </p:nvSpPr>
        <p:spPr>
          <a:xfrm>
            <a:off x="2051720" y="3414503"/>
            <a:ext cx="901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ea typeface="方正宋黑繁体" panose="03000509000000000000" pitchFamily="65" charset="-122"/>
                <a:cs typeface="Arial Unicode MS" panose="020B0604020202020204" pitchFamily="34" charset="-122"/>
              </a:rPr>
              <a:t> 6.3.3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ea typeface="方正宋黑繁体" panose="03000509000000000000" pitchFamily="65" charset="-122"/>
              <a:cs typeface="Arial Unicode MS" panose="020B0604020202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6E956CF-8187-7F82-4521-2104B584DB9B}"/>
                  </a:ext>
                </a:extLst>
              </p14:cNvPr>
              <p14:cNvContentPartPr/>
              <p14:nvPr/>
            </p14:nvContentPartPr>
            <p14:xfrm>
              <a:off x="4390920" y="1905120"/>
              <a:ext cx="2576880" cy="19288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6E956CF-8187-7F82-4521-2104B584DB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81560" y="1895760"/>
                <a:ext cx="2595600" cy="194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8235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右箭头 8"/>
          <p:cNvSpPr/>
          <p:nvPr/>
        </p:nvSpPr>
        <p:spPr>
          <a:xfrm>
            <a:off x="3563888" y="1707654"/>
            <a:ext cx="2448272" cy="2160240"/>
          </a:xfrm>
          <a:prstGeom prst="rightArrow">
            <a:avLst>
              <a:gd name="adj1" fmla="val 50000"/>
              <a:gd name="adj2" fmla="val 19193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2" name="矩形 11"/>
          <p:cNvSpPr/>
          <p:nvPr/>
        </p:nvSpPr>
        <p:spPr>
          <a:xfrm>
            <a:off x="2" y="339503"/>
            <a:ext cx="442798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42340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6.2.1 STM32</a:t>
            </a:r>
            <a:r>
              <a:rPr lang="zh-CN" altLang="en-US" sz="2400" b="1" dirty="0">
                <a:solidFill>
                  <a:schemeClr val="bg1"/>
                </a:solidFill>
              </a:rPr>
              <a:t>中断和异常向量表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156176" y="1203598"/>
            <a:ext cx="2627784" cy="29860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/>
              <a:t>STM32F10x</a:t>
            </a:r>
            <a:r>
              <a:rPr lang="zh-CN" altLang="en-US" b="1" dirty="0"/>
              <a:t>系列产品有</a:t>
            </a:r>
            <a:r>
              <a:rPr lang="en-US" altLang="zh-CN" b="1" dirty="0"/>
              <a:t>84</a:t>
            </a:r>
            <a:r>
              <a:rPr lang="zh-CN" altLang="en-US" b="1" dirty="0"/>
              <a:t>个中断通道，包括</a:t>
            </a:r>
            <a:r>
              <a:rPr lang="en-US" altLang="zh-CN" b="1" dirty="0"/>
              <a:t>16</a:t>
            </a:r>
            <a:r>
              <a:rPr lang="zh-CN" altLang="en-US" b="1" dirty="0"/>
              <a:t>个内核中断和</a:t>
            </a:r>
            <a:r>
              <a:rPr lang="en-US" altLang="zh-CN" b="1" dirty="0"/>
              <a:t>68</a:t>
            </a:r>
            <a:r>
              <a:rPr lang="zh-CN" altLang="en-US" b="1" dirty="0"/>
              <a:t>个可屏蔽中断；</a:t>
            </a:r>
            <a:endParaRPr lang="en-US" altLang="zh-CN" b="1" dirty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/>
              <a:t>STM32F103</a:t>
            </a:r>
            <a:r>
              <a:rPr lang="zh-CN" altLang="en-US" b="1" dirty="0"/>
              <a:t>系列芯片只有</a:t>
            </a:r>
            <a:r>
              <a:rPr lang="en-US" altLang="zh-CN" b="1" dirty="0"/>
              <a:t>60</a:t>
            </a:r>
            <a:r>
              <a:rPr lang="zh-CN" altLang="en-US" b="1" dirty="0"/>
              <a:t>个可屏蔽中断</a:t>
            </a:r>
            <a:endParaRPr lang="en-US" altLang="zh-CN" b="1" dirty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/>
              <a:t>STM32F107</a:t>
            </a:r>
            <a:r>
              <a:rPr lang="zh-CN" altLang="en-US" b="1" dirty="0"/>
              <a:t>系列有</a:t>
            </a:r>
            <a:r>
              <a:rPr lang="en-US" altLang="zh-CN" b="1" dirty="0"/>
              <a:t>68</a:t>
            </a:r>
            <a:r>
              <a:rPr lang="zh-CN" altLang="en-US" b="1" dirty="0"/>
              <a:t>个可屏蔽中断。</a:t>
            </a:r>
          </a:p>
        </p:txBody>
      </p:sp>
      <p:sp>
        <p:nvSpPr>
          <p:cNvPr id="7" name="矩形 6"/>
          <p:cNvSpPr/>
          <p:nvPr/>
        </p:nvSpPr>
        <p:spPr>
          <a:xfrm>
            <a:off x="611560" y="1112645"/>
            <a:ext cx="2808312" cy="355481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    ARM</a:t>
            </a:r>
            <a:r>
              <a:rPr lang="zh-CN" altLang="en-US" b="1" dirty="0">
                <a:solidFill>
                  <a:prstClr val="black"/>
                </a:solidFill>
              </a:rPr>
              <a:t>公司设计的</a:t>
            </a:r>
            <a:r>
              <a:rPr lang="en-US" altLang="zh-CN" b="1" dirty="0">
                <a:solidFill>
                  <a:prstClr val="black"/>
                </a:solidFill>
              </a:rPr>
              <a:t>Cortex-M3</a:t>
            </a:r>
            <a:r>
              <a:rPr lang="zh-CN" altLang="en-US" b="1" dirty="0">
                <a:solidFill>
                  <a:prstClr val="black"/>
                </a:solidFill>
              </a:rPr>
              <a:t>内核可支持</a:t>
            </a:r>
            <a:r>
              <a:rPr lang="en-US" altLang="zh-CN" b="1" dirty="0">
                <a:solidFill>
                  <a:prstClr val="black"/>
                </a:solidFill>
              </a:rPr>
              <a:t>256</a:t>
            </a:r>
            <a:r>
              <a:rPr lang="zh-CN" altLang="en-US" b="1" dirty="0">
                <a:solidFill>
                  <a:prstClr val="black"/>
                </a:solidFill>
              </a:rPr>
              <a:t>个中断：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prstClr val="black"/>
                </a:solidFill>
              </a:rPr>
              <a:t>15</a:t>
            </a:r>
            <a:r>
              <a:rPr lang="zh-CN" altLang="en-US" b="1" dirty="0">
                <a:solidFill>
                  <a:prstClr val="black"/>
                </a:solidFill>
              </a:rPr>
              <a:t>个内核中断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prstClr val="black"/>
                </a:solidFill>
              </a:rPr>
              <a:t>240</a:t>
            </a:r>
            <a:r>
              <a:rPr lang="zh-CN" altLang="en-US" b="1" dirty="0">
                <a:solidFill>
                  <a:prstClr val="black"/>
                </a:solidFill>
              </a:rPr>
              <a:t>个外部中断</a:t>
            </a:r>
            <a:endParaRPr lang="en-US" altLang="zh-CN" b="1" dirty="0">
              <a:solidFill>
                <a:prstClr val="black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具有</a:t>
            </a:r>
            <a:r>
              <a:rPr lang="en-US" altLang="zh-CN" b="1" dirty="0">
                <a:solidFill>
                  <a:prstClr val="black"/>
                </a:solidFill>
              </a:rPr>
              <a:t>256</a:t>
            </a:r>
            <a:r>
              <a:rPr lang="zh-CN" altLang="en-US" b="1" dirty="0">
                <a:solidFill>
                  <a:prstClr val="black"/>
                </a:solidFill>
              </a:rPr>
              <a:t>级的可编程中断优先级设置，即除了</a:t>
            </a:r>
            <a:r>
              <a:rPr lang="en-US" altLang="zh-CN" b="1" dirty="0">
                <a:solidFill>
                  <a:prstClr val="black"/>
                </a:solidFill>
              </a:rPr>
              <a:t>3</a:t>
            </a:r>
            <a:r>
              <a:rPr lang="zh-CN" altLang="en-US" b="1" dirty="0">
                <a:solidFill>
                  <a:prstClr val="black"/>
                </a:solidFill>
              </a:rPr>
              <a:t>个固定的高优先级（</a:t>
            </a:r>
            <a:r>
              <a:rPr lang="en-US" altLang="zh-CN" b="1" dirty="0">
                <a:solidFill>
                  <a:prstClr val="black"/>
                </a:solidFill>
              </a:rPr>
              <a:t>Reset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NMI</a:t>
            </a:r>
            <a:r>
              <a:rPr lang="zh-CN" altLang="en-US" b="1" dirty="0">
                <a:solidFill>
                  <a:prstClr val="black"/>
                </a:solidFill>
              </a:rPr>
              <a:t>、硬件失效），</a:t>
            </a:r>
            <a:r>
              <a:rPr lang="zh-CN" altLang="en-US" b="1" dirty="0"/>
              <a:t>其他中断和异常的优先级是可以由用户进行设置的</a:t>
            </a:r>
          </a:p>
        </p:txBody>
      </p:sp>
      <p:sp>
        <p:nvSpPr>
          <p:cNvPr id="8" name="矩形 7"/>
          <p:cNvSpPr/>
          <p:nvPr/>
        </p:nvSpPr>
        <p:spPr>
          <a:xfrm>
            <a:off x="3563888" y="2326109"/>
            <a:ext cx="228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使用</a:t>
            </a:r>
            <a:r>
              <a:rPr lang="en-US" altLang="zh-CN" b="1" dirty="0">
                <a:solidFill>
                  <a:prstClr val="black"/>
                </a:solidFill>
              </a:rPr>
              <a:t>Cortex-M3</a:t>
            </a:r>
            <a:r>
              <a:rPr lang="zh-CN" altLang="en-US" b="1" dirty="0">
                <a:solidFill>
                  <a:prstClr val="black"/>
                </a:solidFill>
              </a:rPr>
              <a:t>内核的芯片制造商对中断进行精简</a:t>
            </a:r>
            <a:endParaRPr lang="zh-CN" altLang="en-US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36FE73F-3F09-521B-A738-171F887BD935}"/>
                  </a:ext>
                </a:extLst>
              </p14:cNvPr>
              <p14:cNvContentPartPr/>
              <p14:nvPr/>
            </p14:nvContentPartPr>
            <p14:xfrm>
              <a:off x="952560" y="1514520"/>
              <a:ext cx="7639200" cy="23911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36FE73F-3F09-521B-A738-171F887BD9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3200" y="1505160"/>
                <a:ext cx="7657920" cy="240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6340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442798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42340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6.2.1 STM32</a:t>
            </a:r>
            <a:r>
              <a:rPr lang="zh-CN" altLang="en-US" sz="2400" b="1" dirty="0">
                <a:solidFill>
                  <a:schemeClr val="bg1"/>
                </a:solidFill>
              </a:rPr>
              <a:t>中断和异常向量表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7377" y="1635646"/>
            <a:ext cx="2808312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     当发生了异常或中断，内核要想响应这些异常或中断，就需要知道这些异常或中断的服务程序的</a:t>
            </a:r>
            <a:r>
              <a:rPr lang="zh-CN" altLang="en-US" b="1" dirty="0">
                <a:solidFill>
                  <a:srgbClr val="C00000"/>
                </a:solidFill>
              </a:rPr>
              <a:t>入口地址</a:t>
            </a:r>
            <a:r>
              <a:rPr lang="zh-CN" altLang="en-US" b="1" dirty="0">
                <a:solidFill>
                  <a:prstClr val="black"/>
                </a:solidFill>
              </a:rPr>
              <a:t>，再由入口地址找到相应的中断服务程序，由中断入口地址组成的表称作中断向量表。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4561292" y="419088"/>
            <a:ext cx="41764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       入口地址一般存放在程序存储器（</a:t>
            </a:r>
            <a:r>
              <a:rPr lang="en-US" altLang="zh-CN" b="1" dirty="0">
                <a:solidFill>
                  <a:prstClr val="black"/>
                </a:solidFill>
              </a:rPr>
              <a:t>ROM</a:t>
            </a:r>
            <a:r>
              <a:rPr lang="zh-CN" altLang="en-US" b="1" dirty="0">
                <a:solidFill>
                  <a:prstClr val="black"/>
                </a:solidFill>
              </a:rPr>
              <a:t>），默认情况下，</a:t>
            </a:r>
            <a:r>
              <a:rPr lang="en-US" altLang="zh-CN" b="1" dirty="0">
                <a:solidFill>
                  <a:prstClr val="black"/>
                </a:solidFill>
              </a:rPr>
              <a:t>Cortex-M3</a:t>
            </a:r>
            <a:r>
              <a:rPr lang="zh-CN" altLang="en-US" b="1" dirty="0">
                <a:solidFill>
                  <a:prstClr val="black"/>
                </a:solidFill>
              </a:rPr>
              <a:t>内核的中断向量表从零地址处开始，且每个向量占用</a:t>
            </a:r>
            <a:r>
              <a:rPr lang="en-US" altLang="zh-CN" b="1" dirty="0">
                <a:solidFill>
                  <a:prstClr val="black"/>
                </a:solidFill>
              </a:rPr>
              <a:t>4</a:t>
            </a:r>
            <a:r>
              <a:rPr lang="zh-CN" altLang="en-US" b="1" dirty="0">
                <a:solidFill>
                  <a:prstClr val="black"/>
                </a:solidFill>
              </a:rPr>
              <a:t>个字节。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259632" y="1142684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中断向量表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173488"/>
              </p:ext>
            </p:extLst>
          </p:nvPr>
        </p:nvGraphicFramePr>
        <p:xfrm>
          <a:off x="4067944" y="1923678"/>
          <a:ext cx="4752529" cy="294849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090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7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向量编号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向量入口地址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</a:rPr>
                        <a:t>说明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-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0x00000000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MSP</a:t>
                      </a:r>
                      <a:r>
                        <a:rPr lang="zh-CN" sz="1600" b="1" kern="100">
                          <a:effectLst/>
                        </a:rPr>
                        <a:t>的初始值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1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0x00000004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</a:rPr>
                        <a:t>复位向量（</a:t>
                      </a:r>
                      <a:r>
                        <a:rPr lang="en-US" sz="1600" b="1" kern="100">
                          <a:effectLst/>
                        </a:rPr>
                        <a:t>PC</a:t>
                      </a:r>
                      <a:r>
                        <a:rPr lang="zh-CN" sz="1600" b="1" kern="100">
                          <a:effectLst/>
                        </a:rPr>
                        <a:t>初始值）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2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0x00000008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NMI</a:t>
                      </a:r>
                      <a:r>
                        <a:rPr lang="zh-CN" sz="1600" b="1" kern="100" dirty="0">
                          <a:effectLst/>
                        </a:rPr>
                        <a:t>异常服务程序的入口地址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3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0x0000000C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硬</a:t>
                      </a:r>
                      <a:r>
                        <a:rPr lang="en-US" sz="1600" b="1" kern="100" dirty="0">
                          <a:effectLst/>
                        </a:rPr>
                        <a:t>Fault</a:t>
                      </a:r>
                      <a:r>
                        <a:rPr lang="zh-CN" sz="1600" b="1" kern="100" dirty="0">
                          <a:effectLst/>
                        </a:rPr>
                        <a:t>异常服务程序的入口地址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…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…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其它中断服务程序的入口地址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3FD415C6-8DE8-49D0-427B-F59D32723E3F}"/>
                  </a:ext>
                </a:extLst>
              </p14:cNvPr>
              <p14:cNvContentPartPr/>
              <p14:nvPr/>
            </p14:nvContentPartPr>
            <p14:xfrm>
              <a:off x="1247760" y="1952640"/>
              <a:ext cx="1738800" cy="7668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3FD415C6-8DE8-49D0-427B-F59D32723E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8400" y="1943280"/>
                <a:ext cx="175752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CDDB4AAB-07AB-D5DF-98EF-9157F77A16F1}"/>
                  </a:ext>
                </a:extLst>
              </p14:cNvPr>
              <p14:cNvContentPartPr/>
              <p14:nvPr/>
            </p14:nvContentPartPr>
            <p14:xfrm>
              <a:off x="4610160" y="1071720"/>
              <a:ext cx="2953080" cy="282420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CDDB4AAB-07AB-D5DF-98EF-9157F77A16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0800" y="1062360"/>
                <a:ext cx="2971800" cy="284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8962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442798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42340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6.2.1 STM32</a:t>
            </a:r>
            <a:r>
              <a:rPr lang="zh-CN" altLang="en-US" sz="2400" b="1" dirty="0">
                <a:solidFill>
                  <a:schemeClr val="bg1"/>
                </a:solidFill>
              </a:rPr>
              <a:t>中断和异常向量表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67544" y="1347614"/>
            <a:ext cx="2376264" cy="2516073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     </a:t>
            </a:r>
            <a:r>
              <a:rPr lang="en-US" altLang="zh-CN" b="1" dirty="0">
                <a:solidFill>
                  <a:prstClr val="black"/>
                </a:solidFill>
              </a:rPr>
              <a:t>STM32</a:t>
            </a:r>
            <a:r>
              <a:rPr lang="zh-CN" altLang="en-US" b="1" dirty="0">
                <a:solidFill>
                  <a:prstClr val="black"/>
                </a:solidFill>
              </a:rPr>
              <a:t>在标准外设库</a:t>
            </a:r>
            <a:r>
              <a:rPr lang="en-US" altLang="zh-CN" b="1" dirty="0">
                <a:solidFill>
                  <a:prstClr val="black"/>
                </a:solidFill>
              </a:rPr>
              <a:t>stm32f10x.h</a:t>
            </a:r>
            <a:r>
              <a:rPr lang="zh-CN" altLang="en-US" b="1" dirty="0">
                <a:solidFill>
                  <a:prstClr val="black"/>
                </a:solidFill>
              </a:rPr>
              <a:t>文件中，通过</a:t>
            </a:r>
            <a:r>
              <a:rPr lang="zh-CN" altLang="en-US" b="1" dirty="0">
                <a:solidFill>
                  <a:srgbClr val="C00000"/>
                </a:solidFill>
              </a:rPr>
              <a:t>宏定义</a:t>
            </a:r>
            <a:r>
              <a:rPr lang="zh-CN" altLang="en-US" b="1" dirty="0">
                <a:solidFill>
                  <a:prstClr val="black"/>
                </a:solidFill>
              </a:rPr>
              <a:t>将中断通道号（中断号）与宏名联系起来，这样在使用中断时，直接引用宏名即可。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3347864" y="1059582"/>
            <a:ext cx="5616624" cy="34163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typedef</a:t>
            </a:r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enum</a:t>
            </a:r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IRQn</a:t>
            </a:r>
            <a:endParaRPr lang="en-GB" altLang="zh-CN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{</a:t>
            </a:r>
          </a:p>
          <a:p>
            <a:r>
              <a:rPr lang="en-GB" altLang="zh-CN" b="1" dirty="0">
                <a:solidFill>
                  <a:prstClr val="black"/>
                </a:solidFill>
              </a:rPr>
              <a:t>        /*Cortex-M3 Processor Exceptions Numbers */</a:t>
            </a:r>
          </a:p>
          <a:p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NonMaskableInt_IRQn</a:t>
            </a:r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= -14,   </a:t>
            </a:r>
          </a:p>
          <a:p>
            <a:r>
              <a:rPr lang="en-GB" altLang="zh-CN" b="1" dirty="0">
                <a:solidFill>
                  <a:prstClr val="black"/>
                </a:solidFill>
              </a:rPr>
              <a:t>          /*!&lt; 2 Non </a:t>
            </a:r>
            <a:r>
              <a:rPr lang="en-GB" altLang="zh-CN" b="1" dirty="0" err="1">
                <a:solidFill>
                  <a:prstClr val="black"/>
                </a:solidFill>
              </a:rPr>
              <a:t>Maskable</a:t>
            </a:r>
            <a:r>
              <a:rPr lang="en-GB" altLang="zh-CN" b="1" dirty="0">
                <a:solidFill>
                  <a:prstClr val="black"/>
                </a:solidFill>
              </a:rPr>
              <a:t> Interrupt  */</a:t>
            </a:r>
          </a:p>
          <a:p>
            <a:r>
              <a:rPr lang="en-GB" altLang="zh-CN" b="1" dirty="0">
                <a:solidFill>
                  <a:prstClr val="black"/>
                </a:solidFill>
              </a:rPr>
              <a:t>  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MemoryManagement_IRQn</a:t>
            </a:r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= -12, </a:t>
            </a:r>
          </a:p>
          <a:p>
            <a:r>
              <a:rPr lang="en-GB" altLang="zh-CN" b="1" dirty="0">
                <a:solidFill>
                  <a:prstClr val="black"/>
                </a:solidFill>
              </a:rPr>
              <a:t>        /*!&lt; 4 Cortex-M3 Memory Management Interrupt */</a:t>
            </a:r>
          </a:p>
          <a:p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BusFault_IRQn</a:t>
            </a:r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 = -11,    </a:t>
            </a:r>
          </a:p>
          <a:p>
            <a:r>
              <a:rPr lang="en-GB" altLang="zh-CN" b="1" dirty="0">
                <a:solidFill>
                  <a:prstClr val="black"/>
                </a:solidFill>
              </a:rPr>
              <a:t>        /*!&lt; 5 Cortex-M3 Bus Fault Interrupt */</a:t>
            </a:r>
          </a:p>
          <a:p>
            <a:r>
              <a:rPr lang="en-GB" altLang="zh-CN" b="1" dirty="0">
                <a:solidFill>
                  <a:prstClr val="black"/>
                </a:solidFill>
              </a:rPr>
              <a:t>……</a:t>
            </a:r>
          </a:p>
          <a:p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} 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IRQn_Type</a:t>
            </a:r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;</a:t>
            </a:r>
          </a:p>
          <a:p>
            <a:endParaRPr lang="en-GB" altLang="zh-CN" b="1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7A444B44-4F0D-AFD0-CDCE-07D7D0B010C5}"/>
                  </a:ext>
                </a:extLst>
              </p14:cNvPr>
              <p14:cNvContentPartPr/>
              <p14:nvPr/>
            </p14:nvContentPartPr>
            <p14:xfrm>
              <a:off x="2343240" y="2119320"/>
              <a:ext cx="3781800" cy="11289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7A444B44-4F0D-AFD0-CDCE-07D7D0B010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880" y="2109960"/>
                <a:ext cx="3800520" cy="114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8030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349187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330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6.2.2 STM32</a:t>
            </a:r>
            <a:r>
              <a:rPr lang="zh-CN" altLang="en-US" sz="2400" b="1" dirty="0">
                <a:solidFill>
                  <a:schemeClr val="bg1"/>
                </a:solidFill>
              </a:rPr>
              <a:t>中断优先级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3595" y="1707654"/>
            <a:ext cx="2304256" cy="216982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     </a:t>
            </a:r>
            <a:r>
              <a:rPr lang="en-US" altLang="zh-CN" b="1" dirty="0">
                <a:solidFill>
                  <a:prstClr val="black"/>
                </a:solidFill>
              </a:rPr>
              <a:t>STM32</a:t>
            </a:r>
            <a:r>
              <a:rPr lang="zh-CN" altLang="en-US" b="1" dirty="0">
                <a:solidFill>
                  <a:prstClr val="black"/>
                </a:solidFill>
              </a:rPr>
              <a:t>使用</a:t>
            </a:r>
            <a:r>
              <a:rPr lang="en-US" altLang="zh-CN" b="1" dirty="0">
                <a:solidFill>
                  <a:prstClr val="black"/>
                </a:solidFill>
              </a:rPr>
              <a:t>Cortex-M3</a:t>
            </a:r>
            <a:r>
              <a:rPr lang="zh-CN" altLang="en-US" b="1" dirty="0">
                <a:solidFill>
                  <a:prstClr val="black"/>
                </a:solidFill>
              </a:rPr>
              <a:t>的</a:t>
            </a:r>
            <a:r>
              <a:rPr lang="en-US" altLang="zh-CN" b="1" dirty="0">
                <a:solidFill>
                  <a:prstClr val="black"/>
                </a:solidFill>
              </a:rPr>
              <a:t>8</a:t>
            </a:r>
            <a:r>
              <a:rPr lang="zh-CN" altLang="en-US" b="1" dirty="0">
                <a:solidFill>
                  <a:prstClr val="black"/>
                </a:solidFill>
              </a:rPr>
              <a:t>位优先级寄存器中的</a:t>
            </a:r>
            <a:r>
              <a:rPr lang="en-US" altLang="zh-CN" b="1" dirty="0">
                <a:solidFill>
                  <a:prstClr val="black"/>
                </a:solidFill>
              </a:rPr>
              <a:t>4</a:t>
            </a:r>
            <a:r>
              <a:rPr lang="zh-CN" altLang="en-US" b="1" dirty="0">
                <a:solidFill>
                  <a:prstClr val="black"/>
                </a:solidFill>
              </a:rPr>
              <a:t>位来配置中断优先级，即</a:t>
            </a:r>
            <a:r>
              <a:rPr lang="en-US" altLang="zh-CN" b="1" dirty="0">
                <a:solidFill>
                  <a:prstClr val="black"/>
                </a:solidFill>
              </a:rPr>
              <a:t>STM32</a:t>
            </a:r>
            <a:r>
              <a:rPr lang="zh-CN" altLang="en-US" b="1" dirty="0">
                <a:solidFill>
                  <a:prstClr val="black"/>
                </a:solidFill>
              </a:rPr>
              <a:t>中的</a:t>
            </a:r>
            <a:r>
              <a:rPr lang="en-US" altLang="zh-CN" b="1" dirty="0">
                <a:solidFill>
                  <a:prstClr val="black"/>
                </a:solidFill>
              </a:rPr>
              <a:t>NVIC</a:t>
            </a:r>
            <a:r>
              <a:rPr lang="zh-CN" altLang="en-US" b="1" dirty="0">
                <a:solidFill>
                  <a:srgbClr val="C00000"/>
                </a:solidFill>
              </a:rPr>
              <a:t>只支持</a:t>
            </a:r>
            <a:r>
              <a:rPr lang="en-US" altLang="zh-CN" b="1" dirty="0">
                <a:solidFill>
                  <a:srgbClr val="C00000"/>
                </a:solidFill>
              </a:rPr>
              <a:t>16</a:t>
            </a:r>
            <a:r>
              <a:rPr lang="zh-CN" altLang="en-US" b="1" dirty="0">
                <a:solidFill>
                  <a:srgbClr val="C00000"/>
                </a:solidFill>
              </a:rPr>
              <a:t>级中断优先级</a:t>
            </a:r>
            <a:r>
              <a:rPr lang="zh-CN" altLang="en-US" b="1" dirty="0">
                <a:solidFill>
                  <a:prstClr val="black"/>
                </a:solidFill>
              </a:rPr>
              <a:t>的管理。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2987824" y="2067694"/>
            <a:ext cx="5896690" cy="220060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altLang="zh-CN" sz="1600" b="1" dirty="0">
                <a:solidFill>
                  <a:schemeClr val="tx1"/>
                </a:solidFill>
              </a:rPr>
              <a:t>void </a:t>
            </a:r>
            <a:r>
              <a:rPr lang="en-GB" altLang="zh-CN" sz="1600" b="1" dirty="0" err="1">
                <a:solidFill>
                  <a:schemeClr val="tx1"/>
                </a:solidFill>
              </a:rPr>
              <a:t>NVIC_PriorityGroupConfig</a:t>
            </a:r>
            <a:r>
              <a:rPr lang="en-GB" altLang="zh-CN" sz="1600" b="1" dirty="0">
                <a:solidFill>
                  <a:schemeClr val="tx1"/>
                </a:solidFill>
              </a:rPr>
              <a:t>(uint32_t </a:t>
            </a:r>
            <a:r>
              <a:rPr lang="en-GB" altLang="zh-CN" sz="1600" b="1" dirty="0" err="1">
                <a:solidFill>
                  <a:schemeClr val="tx1"/>
                </a:solidFill>
              </a:rPr>
              <a:t>NVIC_PriorityGroup</a:t>
            </a:r>
            <a:r>
              <a:rPr lang="en-GB" altLang="zh-CN" sz="1600" b="1" dirty="0">
                <a:solidFill>
                  <a:schemeClr val="tx1"/>
                </a:solidFill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GB" altLang="zh-CN" sz="1600" b="1" dirty="0">
                <a:solidFill>
                  <a:schemeClr val="tx1"/>
                </a:solidFill>
              </a:rPr>
              <a:t>void </a:t>
            </a:r>
            <a:r>
              <a:rPr lang="en-GB" altLang="zh-CN" sz="1600" b="1" dirty="0" err="1">
                <a:solidFill>
                  <a:schemeClr val="tx1"/>
                </a:solidFill>
              </a:rPr>
              <a:t>NVIC_Init</a:t>
            </a:r>
            <a:r>
              <a:rPr lang="en-GB" altLang="zh-CN" sz="1600" b="1" dirty="0">
                <a:solidFill>
                  <a:schemeClr val="tx1"/>
                </a:solidFill>
              </a:rPr>
              <a:t>(</a:t>
            </a:r>
            <a:r>
              <a:rPr lang="en-GB" altLang="zh-CN" sz="1600" b="1" dirty="0" err="1">
                <a:solidFill>
                  <a:schemeClr val="tx1"/>
                </a:solidFill>
              </a:rPr>
              <a:t>NVIC_InitTypeDef</a:t>
            </a:r>
            <a:r>
              <a:rPr lang="en-GB" altLang="zh-CN" sz="1600" b="1" dirty="0">
                <a:solidFill>
                  <a:schemeClr val="tx1"/>
                </a:solidFill>
              </a:rPr>
              <a:t>* </a:t>
            </a:r>
            <a:r>
              <a:rPr lang="en-GB" altLang="zh-CN" sz="1600" b="1" dirty="0" err="1">
                <a:solidFill>
                  <a:schemeClr val="tx1"/>
                </a:solidFill>
              </a:rPr>
              <a:t>NVIC_InitStruct</a:t>
            </a:r>
            <a:r>
              <a:rPr lang="en-GB" altLang="zh-CN" sz="1600" b="1" dirty="0">
                <a:solidFill>
                  <a:schemeClr val="tx1"/>
                </a:solidFill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GB" altLang="zh-CN" sz="1600" b="1" dirty="0">
                <a:solidFill>
                  <a:schemeClr val="tx1"/>
                </a:solidFill>
              </a:rPr>
              <a:t>void </a:t>
            </a:r>
            <a:r>
              <a:rPr lang="en-GB" altLang="zh-CN" sz="1600" b="1" dirty="0" err="1">
                <a:solidFill>
                  <a:schemeClr val="tx1"/>
                </a:solidFill>
              </a:rPr>
              <a:t>NVIC_SetVectorTable</a:t>
            </a:r>
            <a:r>
              <a:rPr lang="en-GB" altLang="zh-CN" sz="1600" b="1" dirty="0">
                <a:solidFill>
                  <a:schemeClr val="tx1"/>
                </a:solidFill>
              </a:rPr>
              <a:t>(uint32_t </a:t>
            </a:r>
            <a:r>
              <a:rPr lang="en-GB" altLang="zh-CN" sz="1600" b="1" dirty="0" err="1">
                <a:solidFill>
                  <a:schemeClr val="tx1"/>
                </a:solidFill>
              </a:rPr>
              <a:t>NVIC_VectTab</a:t>
            </a:r>
            <a:r>
              <a:rPr lang="en-GB" altLang="zh-CN" sz="1600" b="1" dirty="0">
                <a:solidFill>
                  <a:schemeClr val="tx1"/>
                </a:solidFill>
              </a:rPr>
              <a:t>, uint32_t Offset);</a:t>
            </a:r>
          </a:p>
          <a:p>
            <a:pPr>
              <a:spcBef>
                <a:spcPts val="600"/>
              </a:spcBef>
            </a:pPr>
            <a:r>
              <a:rPr lang="en-GB" altLang="zh-CN" sz="1600" b="1" dirty="0">
                <a:solidFill>
                  <a:schemeClr val="tx1"/>
                </a:solidFill>
              </a:rPr>
              <a:t>void </a:t>
            </a:r>
            <a:r>
              <a:rPr lang="en-GB" altLang="zh-CN" sz="1600" b="1" dirty="0" err="1">
                <a:solidFill>
                  <a:schemeClr val="tx1"/>
                </a:solidFill>
              </a:rPr>
              <a:t>NVIC_SystemLPConfig</a:t>
            </a:r>
            <a:r>
              <a:rPr lang="en-GB" altLang="zh-CN" sz="1600" b="1" dirty="0">
                <a:solidFill>
                  <a:schemeClr val="tx1"/>
                </a:solidFill>
              </a:rPr>
              <a:t>(uint8_t </a:t>
            </a:r>
            <a:r>
              <a:rPr lang="en-GB" altLang="zh-CN" sz="1600" b="1" dirty="0" err="1">
                <a:solidFill>
                  <a:schemeClr val="tx1"/>
                </a:solidFill>
              </a:rPr>
              <a:t>LowPowerMode</a:t>
            </a:r>
            <a:r>
              <a:rPr lang="en-GB" altLang="zh-CN" sz="1600" b="1" dirty="0">
                <a:solidFill>
                  <a:schemeClr val="tx1"/>
                </a:solidFill>
              </a:rPr>
              <a:t>, </a:t>
            </a:r>
            <a:r>
              <a:rPr lang="en-GB" altLang="zh-CN" sz="1600" b="1" dirty="0" err="1">
                <a:solidFill>
                  <a:schemeClr val="tx1"/>
                </a:solidFill>
              </a:rPr>
              <a:t>FunctionalState</a:t>
            </a:r>
            <a:r>
              <a:rPr lang="en-GB" altLang="zh-CN" sz="1600" b="1" dirty="0">
                <a:solidFill>
                  <a:schemeClr val="tx1"/>
                </a:solidFill>
              </a:rPr>
              <a:t> </a:t>
            </a:r>
            <a:r>
              <a:rPr lang="en-GB" altLang="zh-CN" sz="1600" b="1" dirty="0" err="1">
                <a:solidFill>
                  <a:schemeClr val="tx1"/>
                </a:solidFill>
              </a:rPr>
              <a:t>NewState</a:t>
            </a:r>
            <a:r>
              <a:rPr lang="en-GB" altLang="zh-CN" sz="1600" b="1" dirty="0">
                <a:solidFill>
                  <a:schemeClr val="tx1"/>
                </a:solidFill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GB" altLang="zh-CN" sz="1600" b="1" dirty="0">
                <a:solidFill>
                  <a:schemeClr val="tx1"/>
                </a:solidFill>
              </a:rPr>
              <a:t>void </a:t>
            </a:r>
            <a:r>
              <a:rPr lang="en-GB" altLang="zh-CN" sz="1600" b="1" dirty="0" err="1">
                <a:solidFill>
                  <a:schemeClr val="tx1"/>
                </a:solidFill>
              </a:rPr>
              <a:t>SysTick_CLKSourceConfig</a:t>
            </a:r>
            <a:r>
              <a:rPr lang="en-GB" altLang="zh-CN" sz="1600" b="1" dirty="0">
                <a:solidFill>
                  <a:schemeClr val="tx1"/>
                </a:solidFill>
              </a:rPr>
              <a:t>(uint32_t </a:t>
            </a:r>
            <a:r>
              <a:rPr lang="en-GB" altLang="zh-CN" sz="1600" b="1" dirty="0" err="1">
                <a:solidFill>
                  <a:schemeClr val="tx1"/>
                </a:solidFill>
              </a:rPr>
              <a:t>SysTick_CLKSource</a:t>
            </a:r>
            <a:r>
              <a:rPr lang="en-GB" altLang="zh-CN" sz="1600" b="1" dirty="0">
                <a:solidFill>
                  <a:schemeClr val="tx1"/>
                </a:solidFill>
              </a:rPr>
              <a:t>);</a:t>
            </a:r>
          </a:p>
          <a:p>
            <a:pPr>
              <a:spcBef>
                <a:spcPts val="600"/>
              </a:spcBef>
            </a:pPr>
            <a:endParaRPr lang="en-GB" altLang="zh-CN" sz="16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35896" y="778985"/>
            <a:ext cx="4824536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    NVIC</a:t>
            </a:r>
            <a:r>
              <a:rPr lang="zh-CN" altLang="en-US" b="1" dirty="0">
                <a:solidFill>
                  <a:prstClr val="black"/>
                </a:solidFill>
              </a:rPr>
              <a:t>中断配置的相关函数存放在标准外设库</a:t>
            </a:r>
            <a:r>
              <a:rPr lang="en-US" altLang="zh-CN" b="1" dirty="0" err="1">
                <a:solidFill>
                  <a:prstClr val="black"/>
                </a:solidFill>
              </a:rPr>
              <a:t>misc.c</a:t>
            </a:r>
            <a:r>
              <a:rPr lang="zh-CN" altLang="en-US" b="1" dirty="0">
                <a:solidFill>
                  <a:prstClr val="black"/>
                </a:solidFill>
              </a:rPr>
              <a:t>和</a:t>
            </a:r>
            <a:r>
              <a:rPr lang="en-US" altLang="zh-CN" b="1" dirty="0" err="1">
                <a:solidFill>
                  <a:prstClr val="black"/>
                </a:solidFill>
              </a:rPr>
              <a:t>misc.h</a:t>
            </a:r>
            <a:r>
              <a:rPr lang="zh-CN" altLang="en-US" b="1" dirty="0">
                <a:solidFill>
                  <a:prstClr val="black"/>
                </a:solidFill>
              </a:rPr>
              <a:t>文件中，共定义了</a:t>
            </a:r>
            <a:r>
              <a:rPr lang="en-US" altLang="zh-CN" b="1" dirty="0">
                <a:solidFill>
                  <a:prstClr val="black"/>
                </a:solidFill>
              </a:rPr>
              <a:t>5</a:t>
            </a:r>
            <a:r>
              <a:rPr lang="zh-CN" altLang="en-US" b="1" dirty="0">
                <a:solidFill>
                  <a:prstClr val="black"/>
                </a:solidFill>
              </a:rPr>
              <a:t>个相关函数及</a:t>
            </a:r>
            <a:r>
              <a:rPr lang="en-US" altLang="zh-CN" b="1" dirty="0">
                <a:solidFill>
                  <a:prstClr val="black"/>
                </a:solidFill>
              </a:rPr>
              <a:t>NVIC</a:t>
            </a:r>
            <a:r>
              <a:rPr lang="zh-CN" altLang="en-US" b="1" dirty="0">
                <a:solidFill>
                  <a:prstClr val="black"/>
                </a:solidFill>
              </a:rPr>
              <a:t>初始化结构体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46167C9D-99CC-4B65-3701-0E074873E82D}"/>
                  </a:ext>
                </a:extLst>
              </p14:cNvPr>
              <p14:cNvContentPartPr/>
              <p14:nvPr/>
            </p14:nvContentPartPr>
            <p14:xfrm>
              <a:off x="633240" y="1986120"/>
              <a:ext cx="2472120" cy="19576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46167C9D-99CC-4B65-3701-0E074873E8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3880" y="1976760"/>
                <a:ext cx="2490840" cy="197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9552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349187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330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6.2.2 STM32</a:t>
            </a:r>
            <a:r>
              <a:rPr lang="zh-CN" altLang="en-US" sz="2400" b="1" dirty="0">
                <a:solidFill>
                  <a:schemeClr val="bg1"/>
                </a:solidFill>
              </a:rPr>
              <a:t>中断优先级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77559" y="1563638"/>
            <a:ext cx="2106209" cy="320857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     用于设置中断的</a:t>
            </a:r>
            <a:r>
              <a:rPr lang="zh-CN" altLang="en-US" b="1" dirty="0">
                <a:solidFill>
                  <a:srgbClr val="C00000"/>
                </a:solidFill>
              </a:rPr>
              <a:t>优先级分组</a:t>
            </a:r>
            <a:r>
              <a:rPr lang="zh-CN" altLang="en-US" b="1" dirty="0">
                <a:solidFill>
                  <a:prstClr val="black"/>
                </a:solidFill>
              </a:rPr>
              <a:t>，此函数只有一个参数</a:t>
            </a:r>
            <a:r>
              <a:rPr lang="en-US" altLang="zh-CN" b="1" dirty="0" err="1">
                <a:solidFill>
                  <a:prstClr val="black"/>
                </a:solidFill>
              </a:rPr>
              <a:t>NVIC_PriorityGroup</a:t>
            </a:r>
            <a:r>
              <a:rPr lang="zh-CN" altLang="en-US" b="1" dirty="0">
                <a:solidFill>
                  <a:prstClr val="black"/>
                </a:solidFill>
              </a:rPr>
              <a:t>，其取值共有</a:t>
            </a:r>
            <a:r>
              <a:rPr lang="en-US" altLang="zh-CN" b="1" dirty="0">
                <a:solidFill>
                  <a:prstClr val="black"/>
                </a:solidFill>
              </a:rPr>
              <a:t>5</a:t>
            </a:r>
            <a:r>
              <a:rPr lang="zh-CN" altLang="en-US" b="1" dirty="0">
                <a:solidFill>
                  <a:prstClr val="black"/>
                </a:solidFill>
              </a:rPr>
              <a:t>组，每组的抢占优先级和响应优先级所占位数均不同，取值范围不同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4572000" y="483518"/>
            <a:ext cx="2044149" cy="408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中断分组管理函数</a:t>
            </a:r>
            <a:endParaRPr lang="en-GB" altLang="zh-CN" b="1" dirty="0">
              <a:solidFill>
                <a:srgbClr val="C0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07704" y="987574"/>
            <a:ext cx="5976664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void </a:t>
            </a:r>
            <a:r>
              <a:rPr lang="en-US" altLang="zh-CN" b="1" dirty="0" err="1">
                <a:solidFill>
                  <a:schemeClr val="accent5">
                    <a:lumMod val="75000"/>
                  </a:schemeClr>
                </a:solidFill>
              </a:rPr>
              <a:t>NVIC_PriorityGroupConfig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(uint32_t </a:t>
            </a:r>
            <a:r>
              <a:rPr lang="en-US" altLang="zh-CN" b="1" dirty="0" err="1">
                <a:solidFill>
                  <a:schemeClr val="accent5">
                    <a:lumMod val="75000"/>
                  </a:schemeClr>
                </a:solidFill>
              </a:rPr>
              <a:t>NVIC_PriorityGroup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736782"/>
              </p:ext>
            </p:extLst>
          </p:nvPr>
        </p:nvGraphicFramePr>
        <p:xfrm>
          <a:off x="2987824" y="1859188"/>
          <a:ext cx="5760641" cy="2617470"/>
        </p:xfrm>
        <a:graphic>
          <a:graphicData uri="http://schemas.openxmlformats.org/drawingml/2006/table">
            <a:tbl>
              <a:tblPr firstRow="1" firstCol="1" bandRow="1">
                <a:tableStyleId>{22838BEF-8BB2-4498-84A7-C5851F593DF1}</a:tableStyleId>
              </a:tblPr>
              <a:tblGrid>
                <a:gridCol w="1821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2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NVIC_PriorityGroup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抢占优先级</a:t>
                      </a:r>
                      <a:endParaRPr lang="zh-CN" sz="1800" b="1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取值范围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响应优先级</a:t>
                      </a:r>
                      <a:endParaRPr lang="zh-CN" sz="1800" b="1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取值范围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描述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NVIC_PriorityGroup_0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～</a:t>
                      </a:r>
                      <a:r>
                        <a:rPr lang="en-US" sz="1400" b="1" kern="100">
                          <a:effectLst/>
                        </a:rPr>
                        <a:t>15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抢占优先级占</a:t>
                      </a: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位，</a:t>
                      </a:r>
                      <a:endParaRPr lang="zh-CN" sz="1800" b="1" kern="10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响应优先级占</a:t>
                      </a:r>
                      <a:r>
                        <a:rPr lang="en-US" sz="1400" b="1" kern="100">
                          <a:effectLst/>
                        </a:rPr>
                        <a:t>4</a:t>
                      </a:r>
                      <a:r>
                        <a:rPr lang="zh-CN" sz="1400" b="1" kern="100">
                          <a:effectLst/>
                        </a:rPr>
                        <a:t>位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NVIC_PriorityGroup_1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～</a:t>
                      </a:r>
                      <a:r>
                        <a:rPr lang="en-US" sz="1400" b="1" kern="100">
                          <a:effectLst/>
                        </a:rPr>
                        <a:t>7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抢占优先级占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r>
                        <a:rPr lang="zh-CN" sz="1400" b="1" kern="100">
                          <a:effectLst/>
                        </a:rPr>
                        <a:t>位，</a:t>
                      </a:r>
                      <a:endParaRPr lang="zh-CN" sz="1800" b="1" kern="10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响应优先级占</a:t>
                      </a:r>
                      <a:r>
                        <a:rPr lang="en-US" sz="1400" b="1" kern="100">
                          <a:effectLst/>
                        </a:rPr>
                        <a:t>3</a:t>
                      </a:r>
                      <a:r>
                        <a:rPr lang="zh-CN" sz="1400" b="1" kern="100">
                          <a:effectLst/>
                        </a:rPr>
                        <a:t>位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NVIC_PriorityGroup_2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2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3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2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3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抢占优先级占</a:t>
                      </a:r>
                      <a:r>
                        <a:rPr lang="en-US" sz="1400" b="1" kern="100">
                          <a:effectLst/>
                        </a:rPr>
                        <a:t>2</a:t>
                      </a:r>
                      <a:r>
                        <a:rPr lang="zh-CN" sz="1400" b="1" kern="100">
                          <a:effectLst/>
                        </a:rPr>
                        <a:t>位，</a:t>
                      </a:r>
                      <a:endParaRPr lang="zh-CN" sz="1800" b="1" kern="10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响应优先级占</a:t>
                      </a:r>
                      <a:r>
                        <a:rPr lang="en-US" sz="1400" b="1" kern="100">
                          <a:effectLst/>
                        </a:rPr>
                        <a:t>2</a:t>
                      </a:r>
                      <a:r>
                        <a:rPr lang="zh-CN" sz="1400" b="1" kern="100">
                          <a:effectLst/>
                        </a:rPr>
                        <a:t>位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NVIC_PriorityGroup_3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2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3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4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5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6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7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抢占优先级占</a:t>
                      </a:r>
                      <a:r>
                        <a:rPr lang="en-US" sz="1400" b="1" kern="100">
                          <a:effectLst/>
                        </a:rPr>
                        <a:t>3</a:t>
                      </a:r>
                      <a:r>
                        <a:rPr lang="zh-CN" sz="1400" b="1" kern="100">
                          <a:effectLst/>
                        </a:rPr>
                        <a:t>位，</a:t>
                      </a:r>
                      <a:endParaRPr lang="zh-CN" sz="1800" b="1" kern="10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响应优先级占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r>
                        <a:rPr lang="zh-CN" sz="1400" b="1" kern="100">
                          <a:effectLst/>
                        </a:rPr>
                        <a:t>位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NVIC_PriorityGroup_4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～</a:t>
                      </a:r>
                      <a:r>
                        <a:rPr lang="en-US" sz="1400" b="1" kern="100">
                          <a:effectLst/>
                        </a:rPr>
                        <a:t>15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抢占优先级占</a:t>
                      </a:r>
                      <a:r>
                        <a:rPr lang="en-US" sz="1400" b="1" kern="100" dirty="0">
                          <a:effectLst/>
                        </a:rPr>
                        <a:t>4</a:t>
                      </a:r>
                      <a:r>
                        <a:rPr lang="zh-CN" sz="1400" b="1" kern="100" dirty="0">
                          <a:effectLst/>
                        </a:rPr>
                        <a:t>位，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响应优先级占</a:t>
                      </a:r>
                      <a:r>
                        <a:rPr lang="en-US" sz="1400" b="1" kern="100" dirty="0">
                          <a:effectLst/>
                        </a:rPr>
                        <a:t>0</a:t>
                      </a:r>
                      <a:r>
                        <a:rPr lang="zh-CN" sz="1400" b="1" kern="100" dirty="0">
                          <a:effectLst/>
                        </a:rPr>
                        <a:t>位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6993018-30EE-4C85-F265-DDD5AF7C07AA}"/>
                  </a:ext>
                </a:extLst>
              </p14:cNvPr>
              <p14:cNvContentPartPr/>
              <p14:nvPr/>
            </p14:nvContentPartPr>
            <p14:xfrm>
              <a:off x="490680" y="2157480"/>
              <a:ext cx="4243680" cy="22719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6993018-30EE-4C85-F265-DDD5AF7C07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1320" y="2148120"/>
                <a:ext cx="4262400" cy="229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2197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349187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330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6.2.2 STM32</a:t>
            </a:r>
            <a:r>
              <a:rPr lang="zh-CN" altLang="en-US" sz="2400" b="1" dirty="0">
                <a:solidFill>
                  <a:schemeClr val="bg1"/>
                </a:solidFill>
              </a:rPr>
              <a:t>中断优先级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497759" y="2355726"/>
            <a:ext cx="6712178" cy="251607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b="1" dirty="0" err="1">
                <a:solidFill>
                  <a:prstClr val="black"/>
                </a:solidFill>
              </a:rPr>
              <a:t>typedef</a:t>
            </a:r>
            <a:r>
              <a:rPr lang="en-GB" altLang="zh-CN" b="1" dirty="0">
                <a:solidFill>
                  <a:prstClr val="black"/>
                </a:solidFill>
              </a:rPr>
              <a:t> </a:t>
            </a:r>
            <a:r>
              <a:rPr lang="en-GB" altLang="zh-CN" b="1" dirty="0" err="1">
                <a:solidFill>
                  <a:prstClr val="black"/>
                </a:solidFill>
              </a:rPr>
              <a:t>struct</a:t>
            </a:r>
            <a:endParaRPr lang="en-GB" altLang="zh-CN" b="1" dirty="0">
              <a:solidFill>
                <a:prstClr val="black"/>
              </a:solidFill>
            </a:endParaRPr>
          </a:p>
          <a:p>
            <a:pPr>
              <a:lnSpc>
                <a:spcPct val="125000"/>
              </a:lnSpc>
            </a:pPr>
            <a:r>
              <a:rPr lang="en-GB" altLang="zh-CN" b="1" dirty="0">
                <a:solidFill>
                  <a:prstClr val="black"/>
                </a:solidFill>
              </a:rPr>
              <a:t>{</a:t>
            </a:r>
          </a:p>
          <a:p>
            <a:pPr>
              <a:lnSpc>
                <a:spcPct val="125000"/>
              </a:lnSpc>
            </a:pPr>
            <a:r>
              <a:rPr lang="en-GB" altLang="zh-CN" b="1" dirty="0">
                <a:solidFill>
                  <a:prstClr val="black"/>
                </a:solidFill>
              </a:rPr>
              <a:t>  uint8_t  </a:t>
            </a:r>
            <a:r>
              <a:rPr lang="en-GB" altLang="zh-CN" b="1" dirty="0" err="1">
                <a:solidFill>
                  <a:prstClr val="black"/>
                </a:solidFill>
              </a:rPr>
              <a:t>NVIC_IRQChannel</a:t>
            </a:r>
            <a:r>
              <a:rPr lang="en-GB" altLang="zh-CN" b="1" dirty="0">
                <a:solidFill>
                  <a:prstClr val="black"/>
                </a:solidFill>
              </a:rPr>
              <a:t>;//</a:t>
            </a:r>
            <a:r>
              <a:rPr lang="zh-CN" altLang="en-US" b="1" dirty="0">
                <a:solidFill>
                  <a:prstClr val="black"/>
                </a:solidFill>
              </a:rPr>
              <a:t>配置中断源，</a:t>
            </a:r>
            <a:r>
              <a:rPr lang="en-GB" altLang="zh-CN" b="1" dirty="0">
                <a:solidFill>
                  <a:prstClr val="black"/>
                </a:solidFill>
              </a:rPr>
              <a:t>IRQ</a:t>
            </a:r>
            <a:r>
              <a:rPr lang="zh-CN" altLang="en-US" b="1" dirty="0">
                <a:solidFill>
                  <a:prstClr val="black"/>
                </a:solidFill>
              </a:rPr>
              <a:t>通道</a:t>
            </a: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  </a:t>
            </a:r>
            <a:r>
              <a:rPr lang="en-GB" altLang="zh-CN" b="1" dirty="0">
                <a:solidFill>
                  <a:prstClr val="black"/>
                </a:solidFill>
              </a:rPr>
              <a:t>uint8_t  </a:t>
            </a:r>
            <a:r>
              <a:rPr lang="en-GB" altLang="zh-CN" b="1" dirty="0" err="1">
                <a:solidFill>
                  <a:prstClr val="black"/>
                </a:solidFill>
              </a:rPr>
              <a:t>NVIC_IRQChannelPreemptionPriority</a:t>
            </a:r>
            <a:r>
              <a:rPr lang="en-GB" altLang="zh-CN" b="1" dirty="0">
                <a:solidFill>
                  <a:prstClr val="black"/>
                </a:solidFill>
              </a:rPr>
              <a:t>; //</a:t>
            </a:r>
            <a:r>
              <a:rPr lang="zh-CN" altLang="en-US" b="1" dirty="0">
                <a:solidFill>
                  <a:prstClr val="black"/>
                </a:solidFill>
              </a:rPr>
              <a:t>配置抢占优先级</a:t>
            </a: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  </a:t>
            </a:r>
            <a:r>
              <a:rPr lang="en-GB" altLang="zh-CN" b="1" dirty="0">
                <a:solidFill>
                  <a:prstClr val="black"/>
                </a:solidFill>
              </a:rPr>
              <a:t>uint8_t  </a:t>
            </a:r>
            <a:r>
              <a:rPr lang="en-GB" altLang="zh-CN" b="1" dirty="0" err="1">
                <a:solidFill>
                  <a:prstClr val="black"/>
                </a:solidFill>
              </a:rPr>
              <a:t>NVIC_IRQChannelSubPriority</a:t>
            </a:r>
            <a:r>
              <a:rPr lang="en-GB" altLang="zh-CN" b="1" dirty="0">
                <a:solidFill>
                  <a:prstClr val="black"/>
                </a:solidFill>
              </a:rPr>
              <a:t>; //</a:t>
            </a:r>
            <a:r>
              <a:rPr lang="zh-CN" altLang="en-US" b="1" dirty="0">
                <a:solidFill>
                  <a:prstClr val="black"/>
                </a:solidFill>
              </a:rPr>
              <a:t>配置响应优先级</a:t>
            </a: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  </a:t>
            </a:r>
            <a:r>
              <a:rPr lang="en-GB" altLang="zh-CN" b="1" dirty="0" err="1">
                <a:solidFill>
                  <a:prstClr val="black"/>
                </a:solidFill>
              </a:rPr>
              <a:t>FunctionalState</a:t>
            </a:r>
            <a:r>
              <a:rPr lang="en-GB" altLang="zh-CN" b="1" dirty="0">
                <a:solidFill>
                  <a:prstClr val="black"/>
                </a:solidFill>
              </a:rPr>
              <a:t>  </a:t>
            </a:r>
            <a:r>
              <a:rPr lang="en-GB" altLang="zh-CN" b="1" dirty="0" err="1">
                <a:solidFill>
                  <a:prstClr val="black"/>
                </a:solidFill>
              </a:rPr>
              <a:t>NVIC_IRQChannelCmd</a:t>
            </a:r>
            <a:r>
              <a:rPr lang="en-GB" altLang="zh-CN" b="1" dirty="0">
                <a:solidFill>
                  <a:prstClr val="black"/>
                </a:solidFill>
              </a:rPr>
              <a:t>; //</a:t>
            </a:r>
            <a:r>
              <a:rPr lang="zh-CN" altLang="en-US" b="1" dirty="0">
                <a:solidFill>
                  <a:prstClr val="black"/>
                </a:solidFill>
              </a:rPr>
              <a:t>使能中断通道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} </a:t>
            </a:r>
            <a:r>
              <a:rPr lang="en-GB" altLang="zh-CN" b="1" dirty="0" err="1">
                <a:solidFill>
                  <a:prstClr val="black"/>
                </a:solidFill>
              </a:rPr>
              <a:t>NVIC_InitTypeDef</a:t>
            </a:r>
            <a:r>
              <a:rPr lang="en-GB" altLang="zh-CN" b="1" dirty="0">
                <a:solidFill>
                  <a:prstClr val="black"/>
                </a:solidFill>
              </a:rPr>
              <a:t>;</a:t>
            </a:r>
          </a:p>
        </p:txBody>
      </p:sp>
      <p:sp>
        <p:nvSpPr>
          <p:cNvPr id="5" name="矩形 4"/>
          <p:cNvSpPr/>
          <p:nvPr/>
        </p:nvSpPr>
        <p:spPr>
          <a:xfrm>
            <a:off x="524118" y="1046787"/>
            <a:ext cx="1875835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中断初始化函数</a:t>
            </a:r>
            <a:r>
              <a:rPr lang="en-GB" altLang="zh-CN" b="1" dirty="0">
                <a:solidFill>
                  <a:prstClr val="black"/>
                </a:solidFill>
              </a:rPr>
              <a:t>:</a:t>
            </a:r>
          </a:p>
        </p:txBody>
      </p:sp>
      <p:sp>
        <p:nvSpPr>
          <p:cNvPr id="2" name="矩形 1"/>
          <p:cNvSpPr/>
          <p:nvPr/>
        </p:nvSpPr>
        <p:spPr>
          <a:xfrm>
            <a:off x="2627784" y="1081412"/>
            <a:ext cx="52565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void 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NVIC_Init</a:t>
            </a:r>
            <a:r>
              <a:rPr lang="zh-CN" altLang="en-GB" b="1" dirty="0">
                <a:solidFill>
                  <a:schemeClr val="accent5">
                    <a:lumMod val="75000"/>
                  </a:schemeClr>
                </a:solidFill>
              </a:rPr>
              <a:t>（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NVIC_InitTypeDef</a:t>
            </a:r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 * 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NVIC_InitStruct</a:t>
            </a:r>
            <a:r>
              <a:rPr lang="zh-CN" altLang="en-GB" b="1" dirty="0">
                <a:solidFill>
                  <a:schemeClr val="accent5">
                    <a:lumMod val="75000"/>
                  </a:schemeClr>
                </a:solidFill>
              </a:rPr>
              <a:t>）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7708" y="1587241"/>
            <a:ext cx="4536504" cy="408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作用</a:t>
            </a:r>
            <a:r>
              <a:rPr lang="zh-CN" altLang="en-US" b="1" dirty="0">
                <a:solidFill>
                  <a:prstClr val="black"/>
                </a:solidFill>
              </a:rPr>
              <a:t>：设置抢占优先级和响应优先级</a:t>
            </a:r>
            <a:endParaRPr lang="en-GB" altLang="zh-CN" b="1" dirty="0">
              <a:solidFill>
                <a:prstClr val="black"/>
              </a:solidFill>
            </a:endParaRPr>
          </a:p>
        </p:txBody>
      </p:sp>
      <p:sp>
        <p:nvSpPr>
          <p:cNvPr id="11" name="椭圆形标注 10"/>
          <p:cNvSpPr/>
          <p:nvPr/>
        </p:nvSpPr>
        <p:spPr>
          <a:xfrm>
            <a:off x="4853848" y="483518"/>
            <a:ext cx="1158312" cy="504056"/>
          </a:xfrm>
          <a:prstGeom prst="wedgeEllipseCallout">
            <a:avLst>
              <a:gd name="adj1" fmla="val -26739"/>
              <a:gd name="adj2" fmla="val 86406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结构体</a:t>
            </a:r>
          </a:p>
        </p:txBody>
      </p:sp>
      <p:sp>
        <p:nvSpPr>
          <p:cNvPr id="15" name="圆角矩形标注 14"/>
          <p:cNvSpPr/>
          <p:nvPr/>
        </p:nvSpPr>
        <p:spPr>
          <a:xfrm>
            <a:off x="5148064" y="1635646"/>
            <a:ext cx="2376264" cy="576064"/>
          </a:xfrm>
          <a:prstGeom prst="wedgeRoundRectCallout">
            <a:avLst>
              <a:gd name="adj1" fmla="val 29597"/>
              <a:gd name="adj2" fmla="val -87414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prstClr val="black"/>
                </a:solidFill>
              </a:rPr>
              <a:t>指向</a:t>
            </a:r>
            <a:r>
              <a:rPr lang="en-GB" altLang="zh-CN" sz="1600" b="1" dirty="0" err="1">
                <a:solidFill>
                  <a:prstClr val="black"/>
                </a:solidFill>
              </a:rPr>
              <a:t>NVIC_InitTypeDef</a:t>
            </a:r>
            <a:r>
              <a:rPr lang="zh-CN" altLang="en-US" sz="1600" b="1" dirty="0">
                <a:solidFill>
                  <a:prstClr val="black"/>
                </a:solidFill>
              </a:rPr>
              <a:t>结构体的指针</a:t>
            </a:r>
            <a:endParaRPr lang="zh-CN" altLang="en-US" sz="1600" dirty="0"/>
          </a:p>
        </p:txBody>
      </p:sp>
      <p:sp>
        <p:nvSpPr>
          <p:cNvPr id="16" name="下箭头 15"/>
          <p:cNvSpPr/>
          <p:nvPr/>
        </p:nvSpPr>
        <p:spPr>
          <a:xfrm rot="10800000">
            <a:off x="6588224" y="1995686"/>
            <a:ext cx="324036" cy="504056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831822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349187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330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6.2.2 STM32</a:t>
            </a:r>
            <a:r>
              <a:rPr lang="zh-CN" altLang="en-US" sz="2400" b="1" dirty="0">
                <a:solidFill>
                  <a:schemeClr val="bg1"/>
                </a:solidFill>
              </a:rPr>
              <a:t>中断优先级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cxnSp>
        <p:nvCxnSpPr>
          <p:cNvPr id="22" name="肘形连接符 21"/>
          <p:cNvCxnSpPr/>
          <p:nvPr/>
        </p:nvCxnSpPr>
        <p:spPr>
          <a:xfrm rot="10800000">
            <a:off x="251521" y="1019839"/>
            <a:ext cx="3760165" cy="1331811"/>
          </a:xfrm>
          <a:prstGeom prst="bentConnector3">
            <a:avLst>
              <a:gd name="adj1" fmla="val 421"/>
            </a:avLst>
          </a:prstGeom>
          <a:ln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4"/>
          <p:cNvSpPr txBox="1"/>
          <p:nvPr/>
        </p:nvSpPr>
        <p:spPr>
          <a:xfrm>
            <a:off x="423050" y="1083021"/>
            <a:ext cx="3577599" cy="687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b="1" dirty="0"/>
              <a:t>高抢先优先级的中断可以打断低抢先优先级的中断服务，构成中断嵌套；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cxnSp>
        <p:nvCxnSpPr>
          <p:cNvPr id="27" name="肘形连接符 26"/>
          <p:cNvCxnSpPr/>
          <p:nvPr/>
        </p:nvCxnSpPr>
        <p:spPr>
          <a:xfrm rot="10800000" flipV="1">
            <a:off x="353434" y="2732851"/>
            <a:ext cx="2913544" cy="278169"/>
          </a:xfrm>
          <a:prstGeom prst="bentConnector3">
            <a:avLst>
              <a:gd name="adj1" fmla="val 855"/>
            </a:avLst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4"/>
          <p:cNvSpPr txBox="1"/>
          <p:nvPr/>
        </p:nvSpPr>
        <p:spPr>
          <a:xfrm>
            <a:off x="1619672" y="3723878"/>
            <a:ext cx="5472608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b="1" dirty="0"/>
              <a:t>中断优先级判断：先判断抢占优先级的大小，如果抢占优先级相同，则比较响应优先级的大小，若抢占优先级和响应优先级均相同，则根据中断向量表中的顺序来决定；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cxnSp>
        <p:nvCxnSpPr>
          <p:cNvPr id="29" name="肘形连接符 28"/>
          <p:cNvCxnSpPr/>
          <p:nvPr/>
        </p:nvCxnSpPr>
        <p:spPr>
          <a:xfrm flipV="1">
            <a:off x="5306578" y="1024636"/>
            <a:ext cx="2891740" cy="706197"/>
          </a:xfrm>
          <a:prstGeom prst="bentConnector3">
            <a:avLst>
              <a:gd name="adj1" fmla="val 109"/>
            </a:avLst>
          </a:prstGeom>
          <a:ln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4"/>
          <p:cNvSpPr txBox="1"/>
          <p:nvPr/>
        </p:nvSpPr>
        <p:spPr>
          <a:xfrm>
            <a:off x="5523826" y="1060322"/>
            <a:ext cx="2329926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b="1" dirty="0"/>
              <a:t>抢占优先级的优先级总是高于响应优先级；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cxnSp>
        <p:nvCxnSpPr>
          <p:cNvPr id="31" name="肘形连接符 30"/>
          <p:cNvCxnSpPr/>
          <p:nvPr/>
        </p:nvCxnSpPr>
        <p:spPr>
          <a:xfrm>
            <a:off x="5869857" y="2399720"/>
            <a:ext cx="2160651" cy="1177937"/>
          </a:xfrm>
          <a:prstGeom prst="bentConnector3">
            <a:avLst>
              <a:gd name="adj1" fmla="val -14421"/>
            </a:avLst>
          </a:pr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4"/>
          <p:cNvSpPr txBox="1"/>
          <p:nvPr/>
        </p:nvSpPr>
        <p:spPr>
          <a:xfrm>
            <a:off x="5700582" y="2575301"/>
            <a:ext cx="2687842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600" b="1" dirty="0"/>
              <a:t>Reset NMI Hard Fault</a:t>
            </a:r>
            <a:r>
              <a:rPr lang="zh-CN" altLang="en-US" sz="1600" b="1" dirty="0"/>
              <a:t>的优先级为负，且不可修改，高于普通的中断优先级。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4" name="Freeform 6"/>
          <p:cNvSpPr>
            <a:spLocks/>
          </p:cNvSpPr>
          <p:nvPr/>
        </p:nvSpPr>
        <p:spPr bwMode="auto">
          <a:xfrm>
            <a:off x="5700582" y="2092975"/>
            <a:ext cx="544902" cy="613491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8" name="Freeform 3"/>
          <p:cNvSpPr>
            <a:spLocks/>
          </p:cNvSpPr>
          <p:nvPr/>
        </p:nvSpPr>
        <p:spPr bwMode="auto">
          <a:xfrm>
            <a:off x="3179432" y="2583165"/>
            <a:ext cx="649688" cy="731467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9" name="Freeform 4"/>
          <p:cNvSpPr>
            <a:spLocks/>
          </p:cNvSpPr>
          <p:nvPr/>
        </p:nvSpPr>
        <p:spPr bwMode="auto">
          <a:xfrm>
            <a:off x="4981734" y="1650122"/>
            <a:ext cx="649688" cy="731467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0" name="Freeform 2"/>
          <p:cNvSpPr>
            <a:spLocks/>
          </p:cNvSpPr>
          <p:nvPr/>
        </p:nvSpPr>
        <p:spPr bwMode="auto">
          <a:xfrm>
            <a:off x="4499816" y="2302068"/>
            <a:ext cx="884374" cy="995693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1" name="Freeform 1"/>
          <p:cNvSpPr>
            <a:spLocks/>
          </p:cNvSpPr>
          <p:nvPr/>
        </p:nvSpPr>
        <p:spPr bwMode="auto">
          <a:xfrm>
            <a:off x="3553828" y="1737158"/>
            <a:ext cx="884374" cy="995693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3" name="Freeform 14"/>
          <p:cNvSpPr>
            <a:spLocks noEditPoints="1"/>
          </p:cNvSpPr>
          <p:nvPr/>
        </p:nvSpPr>
        <p:spPr bwMode="auto">
          <a:xfrm>
            <a:off x="4805682" y="2541562"/>
            <a:ext cx="286703" cy="261749"/>
          </a:xfrm>
          <a:custGeom>
            <a:avLst/>
            <a:gdLst>
              <a:gd name="T0" fmla="*/ 168 w 454"/>
              <a:gd name="T1" fmla="*/ 245 h 417"/>
              <a:gd name="T2" fmla="*/ 139 w 454"/>
              <a:gd name="T3" fmla="*/ 247 h 417"/>
              <a:gd name="T4" fmla="*/ 132 w 454"/>
              <a:gd name="T5" fmla="*/ 144 h 417"/>
              <a:gd name="T6" fmla="*/ 131 w 454"/>
              <a:gd name="T7" fmla="*/ 248 h 417"/>
              <a:gd name="T8" fmla="*/ 111 w 454"/>
              <a:gd name="T9" fmla="*/ 417 h 417"/>
              <a:gd name="T10" fmla="*/ 91 w 454"/>
              <a:gd name="T11" fmla="*/ 264 h 417"/>
              <a:gd name="T12" fmla="*/ 81 w 454"/>
              <a:gd name="T13" fmla="*/ 397 h 417"/>
              <a:gd name="T14" fmla="*/ 41 w 454"/>
              <a:gd name="T15" fmla="*/ 397 h 417"/>
              <a:gd name="T16" fmla="*/ 40 w 454"/>
              <a:gd name="T17" fmla="*/ 238 h 417"/>
              <a:gd name="T18" fmla="*/ 30 w 454"/>
              <a:gd name="T19" fmla="*/ 193 h 417"/>
              <a:gd name="T20" fmla="*/ 17 w 454"/>
              <a:gd name="T21" fmla="*/ 263 h 417"/>
              <a:gd name="T22" fmla="*/ 1 w 454"/>
              <a:gd name="T23" fmla="*/ 192 h 417"/>
              <a:gd name="T24" fmla="*/ 54 w 454"/>
              <a:gd name="T25" fmla="*/ 98 h 417"/>
              <a:gd name="T26" fmla="*/ 76 w 454"/>
              <a:gd name="T27" fmla="*/ 143 h 417"/>
              <a:gd name="T28" fmla="*/ 77 w 454"/>
              <a:gd name="T29" fmla="*/ 104 h 417"/>
              <a:gd name="T30" fmla="*/ 88 w 454"/>
              <a:gd name="T31" fmla="*/ 98 h 417"/>
              <a:gd name="T32" fmla="*/ 90 w 454"/>
              <a:gd name="T33" fmla="*/ 114 h 417"/>
              <a:gd name="T34" fmla="*/ 109 w 454"/>
              <a:gd name="T35" fmla="*/ 95 h 417"/>
              <a:gd name="T36" fmla="*/ 148 w 454"/>
              <a:gd name="T37" fmla="*/ 110 h 417"/>
              <a:gd name="T38" fmla="*/ 53 w 454"/>
              <a:gd name="T39" fmla="*/ 58 h 417"/>
              <a:gd name="T40" fmla="*/ 119 w 454"/>
              <a:gd name="T41" fmla="*/ 58 h 417"/>
              <a:gd name="T42" fmla="*/ 121 w 454"/>
              <a:gd name="T43" fmla="*/ 37 h 417"/>
              <a:gd name="T44" fmla="*/ 51 w 454"/>
              <a:gd name="T45" fmla="*/ 37 h 417"/>
              <a:gd name="T46" fmla="*/ 53 w 454"/>
              <a:gd name="T47" fmla="*/ 58 h 417"/>
              <a:gd name="T48" fmla="*/ 322 w 454"/>
              <a:gd name="T49" fmla="*/ 341 h 417"/>
              <a:gd name="T50" fmla="*/ 322 w 454"/>
              <a:gd name="T51" fmla="*/ 76 h 417"/>
              <a:gd name="T52" fmla="*/ 429 w 454"/>
              <a:gd name="T53" fmla="*/ 209 h 417"/>
              <a:gd name="T54" fmla="*/ 215 w 454"/>
              <a:gd name="T55" fmla="*/ 209 h 417"/>
              <a:gd name="T56" fmla="*/ 429 w 454"/>
              <a:gd name="T57" fmla="*/ 209 h 417"/>
              <a:gd name="T58" fmla="*/ 323 w 454"/>
              <a:gd name="T59" fmla="*/ 129 h 417"/>
              <a:gd name="T60" fmla="*/ 331 w 454"/>
              <a:gd name="T61" fmla="*/ 106 h 417"/>
              <a:gd name="T62" fmla="*/ 313 w 454"/>
              <a:gd name="T63" fmla="*/ 106 h 417"/>
              <a:gd name="T64" fmla="*/ 321 w 454"/>
              <a:gd name="T65" fmla="*/ 129 h 417"/>
              <a:gd name="T66" fmla="*/ 321 w 454"/>
              <a:gd name="T67" fmla="*/ 288 h 417"/>
              <a:gd name="T68" fmla="*/ 313 w 454"/>
              <a:gd name="T69" fmla="*/ 311 h 417"/>
              <a:gd name="T70" fmla="*/ 331 w 454"/>
              <a:gd name="T71" fmla="*/ 311 h 417"/>
              <a:gd name="T72" fmla="*/ 323 w 454"/>
              <a:gd name="T73" fmla="*/ 288 h 417"/>
              <a:gd name="T74" fmla="*/ 219 w 454"/>
              <a:gd name="T75" fmla="*/ 200 h 417"/>
              <a:gd name="T76" fmla="*/ 219 w 454"/>
              <a:gd name="T77" fmla="*/ 218 h 417"/>
              <a:gd name="T78" fmla="*/ 242 w 454"/>
              <a:gd name="T79" fmla="*/ 209 h 417"/>
              <a:gd name="T80" fmla="*/ 234 w 454"/>
              <a:gd name="T81" fmla="*/ 200 h 417"/>
              <a:gd name="T82" fmla="*/ 409 w 454"/>
              <a:gd name="T83" fmla="*/ 200 h 417"/>
              <a:gd name="T84" fmla="*/ 401 w 454"/>
              <a:gd name="T85" fmla="*/ 209 h 417"/>
              <a:gd name="T86" fmla="*/ 425 w 454"/>
              <a:gd name="T87" fmla="*/ 218 h 417"/>
              <a:gd name="T88" fmla="*/ 425 w 454"/>
              <a:gd name="T89" fmla="*/ 200 h 417"/>
              <a:gd name="T90" fmla="*/ 312 w 454"/>
              <a:gd name="T91" fmla="*/ 146 h 417"/>
              <a:gd name="T92" fmla="*/ 309 w 454"/>
              <a:gd name="T93" fmla="*/ 202 h 417"/>
              <a:gd name="T94" fmla="*/ 257 w 454"/>
              <a:gd name="T95" fmla="*/ 211 h 417"/>
              <a:gd name="T96" fmla="*/ 319 w 454"/>
              <a:gd name="T97" fmla="*/ 221 h 417"/>
              <a:gd name="T98" fmla="*/ 326 w 454"/>
              <a:gd name="T99" fmla="*/ 218 h 417"/>
              <a:gd name="T100" fmla="*/ 331 w 454"/>
              <a:gd name="T101" fmla="*/ 146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454" h="417">
                <a:moveTo>
                  <a:pt x="170" y="192"/>
                </a:moveTo>
                <a:cubicBezTo>
                  <a:pt x="171" y="210"/>
                  <a:pt x="168" y="245"/>
                  <a:pt x="168" y="245"/>
                </a:cubicBezTo>
                <a:cubicBezTo>
                  <a:pt x="165" y="255"/>
                  <a:pt x="164" y="263"/>
                  <a:pt x="154" y="263"/>
                </a:cubicBezTo>
                <a:cubicBezTo>
                  <a:pt x="143" y="264"/>
                  <a:pt x="139" y="256"/>
                  <a:pt x="139" y="247"/>
                </a:cubicBezTo>
                <a:cubicBezTo>
                  <a:pt x="139" y="247"/>
                  <a:pt x="142" y="218"/>
                  <a:pt x="141" y="193"/>
                </a:cubicBezTo>
                <a:cubicBezTo>
                  <a:pt x="140" y="174"/>
                  <a:pt x="134" y="145"/>
                  <a:pt x="132" y="144"/>
                </a:cubicBezTo>
                <a:cubicBezTo>
                  <a:pt x="132" y="238"/>
                  <a:pt x="132" y="238"/>
                  <a:pt x="132" y="238"/>
                </a:cubicBezTo>
                <a:cubicBezTo>
                  <a:pt x="132" y="242"/>
                  <a:pt x="131" y="245"/>
                  <a:pt x="131" y="248"/>
                </a:cubicBezTo>
                <a:cubicBezTo>
                  <a:pt x="131" y="397"/>
                  <a:pt x="131" y="397"/>
                  <a:pt x="131" y="397"/>
                </a:cubicBezTo>
                <a:cubicBezTo>
                  <a:pt x="131" y="408"/>
                  <a:pt x="122" y="417"/>
                  <a:pt x="111" y="417"/>
                </a:cubicBezTo>
                <a:cubicBezTo>
                  <a:pt x="100" y="417"/>
                  <a:pt x="91" y="408"/>
                  <a:pt x="91" y="397"/>
                </a:cubicBezTo>
                <a:cubicBezTo>
                  <a:pt x="91" y="264"/>
                  <a:pt x="91" y="264"/>
                  <a:pt x="91" y="264"/>
                </a:cubicBezTo>
                <a:cubicBezTo>
                  <a:pt x="81" y="264"/>
                  <a:pt x="81" y="264"/>
                  <a:pt x="81" y="264"/>
                </a:cubicBezTo>
                <a:cubicBezTo>
                  <a:pt x="81" y="397"/>
                  <a:pt x="81" y="397"/>
                  <a:pt x="81" y="397"/>
                </a:cubicBezTo>
                <a:cubicBezTo>
                  <a:pt x="81" y="408"/>
                  <a:pt x="72" y="417"/>
                  <a:pt x="61" y="417"/>
                </a:cubicBezTo>
                <a:cubicBezTo>
                  <a:pt x="50" y="417"/>
                  <a:pt x="41" y="408"/>
                  <a:pt x="41" y="397"/>
                </a:cubicBezTo>
                <a:cubicBezTo>
                  <a:pt x="41" y="248"/>
                  <a:pt x="41" y="248"/>
                  <a:pt x="41" y="248"/>
                </a:cubicBezTo>
                <a:cubicBezTo>
                  <a:pt x="40" y="245"/>
                  <a:pt x="40" y="242"/>
                  <a:pt x="40" y="238"/>
                </a:cubicBezTo>
                <a:cubicBezTo>
                  <a:pt x="40" y="238"/>
                  <a:pt x="40" y="144"/>
                  <a:pt x="39" y="144"/>
                </a:cubicBezTo>
                <a:cubicBezTo>
                  <a:pt x="37" y="145"/>
                  <a:pt x="31" y="174"/>
                  <a:pt x="30" y="193"/>
                </a:cubicBezTo>
                <a:cubicBezTo>
                  <a:pt x="29" y="218"/>
                  <a:pt x="32" y="247"/>
                  <a:pt x="32" y="247"/>
                </a:cubicBezTo>
                <a:cubicBezTo>
                  <a:pt x="32" y="256"/>
                  <a:pt x="28" y="264"/>
                  <a:pt x="17" y="263"/>
                </a:cubicBezTo>
                <a:cubicBezTo>
                  <a:pt x="7" y="263"/>
                  <a:pt x="6" y="255"/>
                  <a:pt x="4" y="245"/>
                </a:cubicBezTo>
                <a:cubicBezTo>
                  <a:pt x="4" y="245"/>
                  <a:pt x="0" y="210"/>
                  <a:pt x="1" y="192"/>
                </a:cubicBezTo>
                <a:cubicBezTo>
                  <a:pt x="6" y="132"/>
                  <a:pt x="19" y="114"/>
                  <a:pt x="23" y="110"/>
                </a:cubicBezTo>
                <a:cubicBezTo>
                  <a:pt x="31" y="106"/>
                  <a:pt x="44" y="101"/>
                  <a:pt x="54" y="98"/>
                </a:cubicBezTo>
                <a:cubicBezTo>
                  <a:pt x="56" y="97"/>
                  <a:pt x="59" y="95"/>
                  <a:pt x="62" y="95"/>
                </a:cubicBezTo>
                <a:cubicBezTo>
                  <a:pt x="63" y="102"/>
                  <a:pt x="66" y="120"/>
                  <a:pt x="76" y="143"/>
                </a:cubicBezTo>
                <a:cubicBezTo>
                  <a:pt x="78" y="128"/>
                  <a:pt x="81" y="115"/>
                  <a:pt x="81" y="114"/>
                </a:cubicBezTo>
                <a:cubicBezTo>
                  <a:pt x="77" y="104"/>
                  <a:pt x="77" y="104"/>
                  <a:pt x="77" y="104"/>
                </a:cubicBezTo>
                <a:cubicBezTo>
                  <a:pt x="77" y="104"/>
                  <a:pt x="83" y="98"/>
                  <a:pt x="83" y="98"/>
                </a:cubicBezTo>
                <a:cubicBezTo>
                  <a:pt x="83" y="98"/>
                  <a:pt x="88" y="98"/>
                  <a:pt x="88" y="98"/>
                </a:cubicBezTo>
                <a:cubicBezTo>
                  <a:pt x="94" y="104"/>
                  <a:pt x="94" y="104"/>
                  <a:pt x="94" y="104"/>
                </a:cubicBezTo>
                <a:cubicBezTo>
                  <a:pt x="90" y="114"/>
                  <a:pt x="90" y="114"/>
                  <a:pt x="90" y="114"/>
                </a:cubicBezTo>
                <a:cubicBezTo>
                  <a:pt x="91" y="115"/>
                  <a:pt x="93" y="128"/>
                  <a:pt x="95" y="143"/>
                </a:cubicBezTo>
                <a:cubicBezTo>
                  <a:pt x="106" y="120"/>
                  <a:pt x="108" y="102"/>
                  <a:pt x="109" y="95"/>
                </a:cubicBezTo>
                <a:cubicBezTo>
                  <a:pt x="112" y="95"/>
                  <a:pt x="115" y="97"/>
                  <a:pt x="118" y="98"/>
                </a:cubicBezTo>
                <a:cubicBezTo>
                  <a:pt x="127" y="101"/>
                  <a:pt x="141" y="106"/>
                  <a:pt x="148" y="110"/>
                </a:cubicBezTo>
                <a:cubicBezTo>
                  <a:pt x="152" y="114"/>
                  <a:pt x="165" y="132"/>
                  <a:pt x="170" y="192"/>
                </a:cubicBezTo>
                <a:close/>
                <a:moveTo>
                  <a:pt x="53" y="58"/>
                </a:moveTo>
                <a:cubicBezTo>
                  <a:pt x="58" y="75"/>
                  <a:pt x="69" y="90"/>
                  <a:pt x="86" y="90"/>
                </a:cubicBezTo>
                <a:cubicBezTo>
                  <a:pt x="104" y="90"/>
                  <a:pt x="114" y="75"/>
                  <a:pt x="119" y="58"/>
                </a:cubicBezTo>
                <a:cubicBezTo>
                  <a:pt x="124" y="56"/>
                  <a:pt x="127" y="48"/>
                  <a:pt x="126" y="43"/>
                </a:cubicBezTo>
                <a:cubicBezTo>
                  <a:pt x="126" y="40"/>
                  <a:pt x="124" y="38"/>
                  <a:pt x="121" y="37"/>
                </a:cubicBezTo>
                <a:cubicBezTo>
                  <a:pt x="120" y="16"/>
                  <a:pt x="107" y="0"/>
                  <a:pt x="86" y="0"/>
                </a:cubicBezTo>
                <a:cubicBezTo>
                  <a:pt x="66" y="0"/>
                  <a:pt x="52" y="16"/>
                  <a:pt x="51" y="37"/>
                </a:cubicBezTo>
                <a:cubicBezTo>
                  <a:pt x="48" y="37"/>
                  <a:pt x="45" y="39"/>
                  <a:pt x="45" y="43"/>
                </a:cubicBezTo>
                <a:cubicBezTo>
                  <a:pt x="44" y="49"/>
                  <a:pt x="48" y="57"/>
                  <a:pt x="53" y="58"/>
                </a:cubicBezTo>
                <a:close/>
                <a:moveTo>
                  <a:pt x="454" y="209"/>
                </a:moveTo>
                <a:cubicBezTo>
                  <a:pt x="454" y="282"/>
                  <a:pt x="395" y="341"/>
                  <a:pt x="322" y="341"/>
                </a:cubicBezTo>
                <a:cubicBezTo>
                  <a:pt x="249" y="341"/>
                  <a:pt x="189" y="282"/>
                  <a:pt x="189" y="209"/>
                </a:cubicBezTo>
                <a:cubicBezTo>
                  <a:pt x="189" y="135"/>
                  <a:pt x="249" y="76"/>
                  <a:pt x="322" y="76"/>
                </a:cubicBezTo>
                <a:cubicBezTo>
                  <a:pt x="395" y="76"/>
                  <a:pt x="454" y="135"/>
                  <a:pt x="454" y="209"/>
                </a:cubicBezTo>
                <a:close/>
                <a:moveTo>
                  <a:pt x="429" y="209"/>
                </a:moveTo>
                <a:cubicBezTo>
                  <a:pt x="429" y="149"/>
                  <a:pt x="381" y="101"/>
                  <a:pt x="322" y="101"/>
                </a:cubicBezTo>
                <a:cubicBezTo>
                  <a:pt x="263" y="101"/>
                  <a:pt x="215" y="149"/>
                  <a:pt x="215" y="209"/>
                </a:cubicBezTo>
                <a:cubicBezTo>
                  <a:pt x="215" y="268"/>
                  <a:pt x="263" y="316"/>
                  <a:pt x="322" y="316"/>
                </a:cubicBezTo>
                <a:cubicBezTo>
                  <a:pt x="381" y="316"/>
                  <a:pt x="429" y="268"/>
                  <a:pt x="429" y="209"/>
                </a:cubicBezTo>
                <a:close/>
                <a:moveTo>
                  <a:pt x="321" y="129"/>
                </a:moveTo>
                <a:cubicBezTo>
                  <a:pt x="323" y="129"/>
                  <a:pt x="323" y="129"/>
                  <a:pt x="323" y="129"/>
                </a:cubicBezTo>
                <a:cubicBezTo>
                  <a:pt x="327" y="129"/>
                  <a:pt x="331" y="125"/>
                  <a:pt x="331" y="121"/>
                </a:cubicBezTo>
                <a:cubicBezTo>
                  <a:pt x="331" y="106"/>
                  <a:pt x="331" y="106"/>
                  <a:pt x="331" y="106"/>
                </a:cubicBezTo>
                <a:cubicBezTo>
                  <a:pt x="328" y="105"/>
                  <a:pt x="325" y="105"/>
                  <a:pt x="322" y="105"/>
                </a:cubicBezTo>
                <a:cubicBezTo>
                  <a:pt x="319" y="105"/>
                  <a:pt x="316" y="105"/>
                  <a:pt x="313" y="106"/>
                </a:cubicBezTo>
                <a:cubicBezTo>
                  <a:pt x="313" y="121"/>
                  <a:pt x="313" y="121"/>
                  <a:pt x="313" y="121"/>
                </a:cubicBezTo>
                <a:cubicBezTo>
                  <a:pt x="313" y="125"/>
                  <a:pt x="316" y="129"/>
                  <a:pt x="321" y="129"/>
                </a:cubicBezTo>
                <a:close/>
                <a:moveTo>
                  <a:pt x="323" y="288"/>
                </a:moveTo>
                <a:cubicBezTo>
                  <a:pt x="321" y="288"/>
                  <a:pt x="321" y="288"/>
                  <a:pt x="321" y="288"/>
                </a:cubicBezTo>
                <a:cubicBezTo>
                  <a:pt x="316" y="288"/>
                  <a:pt x="313" y="292"/>
                  <a:pt x="313" y="296"/>
                </a:cubicBezTo>
                <a:cubicBezTo>
                  <a:pt x="313" y="311"/>
                  <a:pt x="313" y="311"/>
                  <a:pt x="313" y="311"/>
                </a:cubicBezTo>
                <a:cubicBezTo>
                  <a:pt x="316" y="312"/>
                  <a:pt x="319" y="312"/>
                  <a:pt x="322" y="312"/>
                </a:cubicBezTo>
                <a:cubicBezTo>
                  <a:pt x="325" y="312"/>
                  <a:pt x="328" y="312"/>
                  <a:pt x="331" y="311"/>
                </a:cubicBezTo>
                <a:cubicBezTo>
                  <a:pt x="331" y="296"/>
                  <a:pt x="331" y="296"/>
                  <a:pt x="331" y="296"/>
                </a:cubicBezTo>
                <a:cubicBezTo>
                  <a:pt x="331" y="292"/>
                  <a:pt x="327" y="288"/>
                  <a:pt x="323" y="288"/>
                </a:cubicBezTo>
                <a:close/>
                <a:moveTo>
                  <a:pt x="234" y="200"/>
                </a:moveTo>
                <a:cubicBezTo>
                  <a:pt x="219" y="200"/>
                  <a:pt x="219" y="200"/>
                  <a:pt x="219" y="200"/>
                </a:cubicBezTo>
                <a:cubicBezTo>
                  <a:pt x="219" y="202"/>
                  <a:pt x="219" y="205"/>
                  <a:pt x="219" y="209"/>
                </a:cubicBezTo>
                <a:cubicBezTo>
                  <a:pt x="219" y="212"/>
                  <a:pt x="219" y="215"/>
                  <a:pt x="219" y="218"/>
                </a:cubicBezTo>
                <a:cubicBezTo>
                  <a:pt x="234" y="218"/>
                  <a:pt x="234" y="218"/>
                  <a:pt x="234" y="218"/>
                </a:cubicBezTo>
                <a:cubicBezTo>
                  <a:pt x="239" y="218"/>
                  <a:pt x="242" y="214"/>
                  <a:pt x="242" y="209"/>
                </a:cubicBezTo>
                <a:cubicBezTo>
                  <a:pt x="242" y="208"/>
                  <a:pt x="242" y="208"/>
                  <a:pt x="242" y="208"/>
                </a:cubicBezTo>
                <a:cubicBezTo>
                  <a:pt x="242" y="203"/>
                  <a:pt x="239" y="200"/>
                  <a:pt x="234" y="200"/>
                </a:cubicBezTo>
                <a:close/>
                <a:moveTo>
                  <a:pt x="425" y="200"/>
                </a:moveTo>
                <a:cubicBezTo>
                  <a:pt x="409" y="200"/>
                  <a:pt x="409" y="200"/>
                  <a:pt x="409" y="200"/>
                </a:cubicBezTo>
                <a:cubicBezTo>
                  <a:pt x="405" y="200"/>
                  <a:pt x="401" y="203"/>
                  <a:pt x="401" y="208"/>
                </a:cubicBezTo>
                <a:cubicBezTo>
                  <a:pt x="401" y="209"/>
                  <a:pt x="401" y="209"/>
                  <a:pt x="401" y="209"/>
                </a:cubicBezTo>
                <a:cubicBezTo>
                  <a:pt x="401" y="214"/>
                  <a:pt x="405" y="218"/>
                  <a:pt x="409" y="218"/>
                </a:cubicBezTo>
                <a:cubicBezTo>
                  <a:pt x="425" y="218"/>
                  <a:pt x="425" y="218"/>
                  <a:pt x="425" y="218"/>
                </a:cubicBezTo>
                <a:cubicBezTo>
                  <a:pt x="425" y="215"/>
                  <a:pt x="425" y="212"/>
                  <a:pt x="425" y="209"/>
                </a:cubicBezTo>
                <a:cubicBezTo>
                  <a:pt x="425" y="205"/>
                  <a:pt x="425" y="202"/>
                  <a:pt x="425" y="200"/>
                </a:cubicBezTo>
                <a:close/>
                <a:moveTo>
                  <a:pt x="322" y="136"/>
                </a:moveTo>
                <a:cubicBezTo>
                  <a:pt x="316" y="136"/>
                  <a:pt x="312" y="141"/>
                  <a:pt x="312" y="146"/>
                </a:cubicBezTo>
                <a:cubicBezTo>
                  <a:pt x="312" y="199"/>
                  <a:pt x="312" y="199"/>
                  <a:pt x="312" y="199"/>
                </a:cubicBezTo>
                <a:cubicBezTo>
                  <a:pt x="312" y="200"/>
                  <a:pt x="311" y="202"/>
                  <a:pt x="309" y="202"/>
                </a:cubicBezTo>
                <a:cubicBezTo>
                  <a:pt x="267" y="202"/>
                  <a:pt x="267" y="202"/>
                  <a:pt x="267" y="202"/>
                </a:cubicBezTo>
                <a:cubicBezTo>
                  <a:pt x="262" y="202"/>
                  <a:pt x="257" y="206"/>
                  <a:pt x="257" y="211"/>
                </a:cubicBezTo>
                <a:cubicBezTo>
                  <a:pt x="257" y="217"/>
                  <a:pt x="262" y="221"/>
                  <a:pt x="267" y="221"/>
                </a:cubicBezTo>
                <a:cubicBezTo>
                  <a:pt x="319" y="221"/>
                  <a:pt x="319" y="221"/>
                  <a:pt x="319" y="221"/>
                </a:cubicBezTo>
                <a:cubicBezTo>
                  <a:pt x="323" y="221"/>
                  <a:pt x="325" y="220"/>
                  <a:pt x="326" y="219"/>
                </a:cubicBezTo>
                <a:cubicBezTo>
                  <a:pt x="326" y="218"/>
                  <a:pt x="326" y="218"/>
                  <a:pt x="326" y="218"/>
                </a:cubicBezTo>
                <a:cubicBezTo>
                  <a:pt x="330" y="216"/>
                  <a:pt x="331" y="213"/>
                  <a:pt x="331" y="210"/>
                </a:cubicBezTo>
                <a:cubicBezTo>
                  <a:pt x="331" y="146"/>
                  <a:pt x="331" y="146"/>
                  <a:pt x="331" y="146"/>
                </a:cubicBezTo>
                <a:cubicBezTo>
                  <a:pt x="331" y="141"/>
                  <a:pt x="327" y="136"/>
                  <a:pt x="322" y="13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4" name="Freeform 15"/>
          <p:cNvSpPr>
            <a:spLocks noEditPoints="1"/>
          </p:cNvSpPr>
          <p:nvPr/>
        </p:nvSpPr>
        <p:spPr bwMode="auto">
          <a:xfrm>
            <a:off x="3411449" y="2742194"/>
            <a:ext cx="188949" cy="220243"/>
          </a:xfrm>
          <a:custGeom>
            <a:avLst/>
            <a:gdLst>
              <a:gd name="T0" fmla="*/ 286 w 335"/>
              <a:gd name="T1" fmla="*/ 49 h 393"/>
              <a:gd name="T2" fmla="*/ 179 w 335"/>
              <a:gd name="T3" fmla="*/ 11 h 393"/>
              <a:gd name="T4" fmla="*/ 167 w 335"/>
              <a:gd name="T5" fmla="*/ 49 h 393"/>
              <a:gd name="T6" fmla="*/ 65 w 335"/>
              <a:gd name="T7" fmla="*/ 49 h 393"/>
              <a:gd name="T8" fmla="*/ 50 w 335"/>
              <a:gd name="T9" fmla="*/ 173 h 393"/>
              <a:gd name="T10" fmla="*/ 11 w 335"/>
              <a:gd name="T11" fmla="*/ 179 h 393"/>
              <a:gd name="T12" fmla="*/ 162 w 335"/>
              <a:gd name="T13" fmla="*/ 381 h 393"/>
              <a:gd name="T14" fmla="*/ 162 w 335"/>
              <a:gd name="T15" fmla="*/ 393 h 393"/>
              <a:gd name="T16" fmla="*/ 192 w 335"/>
              <a:gd name="T17" fmla="*/ 381 h 393"/>
              <a:gd name="T18" fmla="*/ 128 w 335"/>
              <a:gd name="T19" fmla="*/ 365 h 393"/>
              <a:gd name="T20" fmla="*/ 196 w 335"/>
              <a:gd name="T21" fmla="*/ 354 h 393"/>
              <a:gd name="T22" fmla="*/ 139 w 335"/>
              <a:gd name="T23" fmla="*/ 349 h 393"/>
              <a:gd name="T24" fmla="*/ 258 w 335"/>
              <a:gd name="T25" fmla="*/ 224 h 393"/>
              <a:gd name="T26" fmla="*/ 221 w 335"/>
              <a:gd name="T27" fmla="*/ 295 h 393"/>
              <a:gd name="T28" fmla="*/ 114 w 335"/>
              <a:gd name="T29" fmla="*/ 295 h 393"/>
              <a:gd name="T30" fmla="*/ 98 w 335"/>
              <a:gd name="T31" fmla="*/ 251 h 393"/>
              <a:gd name="T32" fmla="*/ 131 w 335"/>
              <a:gd name="T33" fmla="*/ 77 h 393"/>
              <a:gd name="T34" fmla="*/ 158 w 335"/>
              <a:gd name="T35" fmla="*/ 71 h 393"/>
              <a:gd name="T36" fmla="*/ 197 w 335"/>
              <a:gd name="T37" fmla="*/ 74 h 393"/>
              <a:gd name="T38" fmla="*/ 270 w 335"/>
              <a:gd name="T39" fmla="*/ 173 h 393"/>
              <a:gd name="T40" fmla="*/ 192 w 335"/>
              <a:gd name="T41" fmla="*/ 91 h 393"/>
              <a:gd name="T42" fmla="*/ 168 w 335"/>
              <a:gd name="T43" fmla="*/ 87 h 393"/>
              <a:gd name="T44" fmla="*/ 158 w 335"/>
              <a:gd name="T45" fmla="*/ 88 h 393"/>
              <a:gd name="T46" fmla="*/ 82 w 335"/>
              <a:gd name="T47" fmla="*/ 173 h 393"/>
              <a:gd name="T48" fmla="*/ 129 w 335"/>
              <a:gd name="T49" fmla="*/ 267 h 393"/>
              <a:gd name="T50" fmla="*/ 139 w 335"/>
              <a:gd name="T51" fmla="*/ 303 h 393"/>
              <a:gd name="T52" fmla="*/ 206 w 335"/>
              <a:gd name="T53" fmla="*/ 267 h 393"/>
              <a:gd name="T54" fmla="*/ 252 w 335"/>
              <a:gd name="T55" fmla="*/ 173 h 393"/>
              <a:gd name="T56" fmla="*/ 286 w 335"/>
              <a:gd name="T57" fmla="*/ 287 h 393"/>
              <a:gd name="T58" fmla="*/ 284 w 335"/>
              <a:gd name="T59" fmla="*/ 157 h 393"/>
              <a:gd name="T60" fmla="*/ 335 w 335"/>
              <a:gd name="T61" fmla="*/ 168 h 393"/>
              <a:gd name="T62" fmla="*/ 188 w 335"/>
              <a:gd name="T63" fmla="*/ 216 h 393"/>
              <a:gd name="T64" fmla="*/ 181 w 335"/>
              <a:gd name="T65" fmla="*/ 219 h 393"/>
              <a:gd name="T66" fmla="*/ 175 w 335"/>
              <a:gd name="T67" fmla="*/ 217 h 393"/>
              <a:gd name="T68" fmla="*/ 160 w 335"/>
              <a:gd name="T69" fmla="*/ 217 h 393"/>
              <a:gd name="T70" fmla="*/ 154 w 335"/>
              <a:gd name="T71" fmla="*/ 219 h 393"/>
              <a:gd name="T72" fmla="*/ 146 w 335"/>
              <a:gd name="T73" fmla="*/ 216 h 393"/>
              <a:gd name="T74" fmla="*/ 134 w 335"/>
              <a:gd name="T75" fmla="*/ 227 h 393"/>
              <a:gd name="T76" fmla="*/ 162 w 335"/>
              <a:gd name="T77" fmla="*/ 287 h 393"/>
              <a:gd name="T78" fmla="*/ 140 w 335"/>
              <a:gd name="T79" fmla="*/ 227 h 393"/>
              <a:gd name="T80" fmla="*/ 150 w 335"/>
              <a:gd name="T81" fmla="*/ 224 h 393"/>
              <a:gd name="T82" fmla="*/ 160 w 335"/>
              <a:gd name="T83" fmla="*/ 229 h 393"/>
              <a:gd name="T84" fmla="*/ 163 w 335"/>
              <a:gd name="T85" fmla="*/ 223 h 393"/>
              <a:gd name="T86" fmla="*/ 171 w 335"/>
              <a:gd name="T87" fmla="*/ 223 h 393"/>
              <a:gd name="T88" fmla="*/ 174 w 335"/>
              <a:gd name="T89" fmla="*/ 229 h 393"/>
              <a:gd name="T90" fmla="*/ 185 w 335"/>
              <a:gd name="T91" fmla="*/ 224 h 393"/>
              <a:gd name="T92" fmla="*/ 194 w 335"/>
              <a:gd name="T93" fmla="*/ 227 h 393"/>
              <a:gd name="T94" fmla="*/ 173 w 335"/>
              <a:gd name="T95" fmla="*/ 287 h 393"/>
              <a:gd name="T96" fmla="*/ 201 w 335"/>
              <a:gd name="T97" fmla="*/ 227 h 393"/>
              <a:gd name="T98" fmla="*/ 49 w 335"/>
              <a:gd name="T99" fmla="*/ 287 h 393"/>
              <a:gd name="T100" fmla="*/ 49 w 335"/>
              <a:gd name="T101" fmla="*/ 271 h 3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35" h="393">
                <a:moveTo>
                  <a:pt x="258" y="93"/>
                </a:moveTo>
                <a:cubicBezTo>
                  <a:pt x="253" y="88"/>
                  <a:pt x="248" y="82"/>
                  <a:pt x="242" y="77"/>
                </a:cubicBezTo>
                <a:cubicBezTo>
                  <a:pt x="270" y="49"/>
                  <a:pt x="270" y="49"/>
                  <a:pt x="270" y="49"/>
                </a:cubicBezTo>
                <a:cubicBezTo>
                  <a:pt x="275" y="45"/>
                  <a:pt x="282" y="45"/>
                  <a:pt x="286" y="49"/>
                </a:cubicBezTo>
                <a:cubicBezTo>
                  <a:pt x="290" y="54"/>
                  <a:pt x="290" y="61"/>
                  <a:pt x="286" y="65"/>
                </a:cubicBezTo>
                <a:lnTo>
                  <a:pt x="258" y="93"/>
                </a:lnTo>
                <a:close/>
                <a:moveTo>
                  <a:pt x="179" y="49"/>
                </a:moveTo>
                <a:cubicBezTo>
                  <a:pt x="179" y="11"/>
                  <a:pt x="179" y="11"/>
                  <a:pt x="179" y="11"/>
                </a:cubicBezTo>
                <a:cubicBezTo>
                  <a:pt x="179" y="5"/>
                  <a:pt x="174" y="0"/>
                  <a:pt x="167" y="0"/>
                </a:cubicBezTo>
                <a:cubicBezTo>
                  <a:pt x="161" y="0"/>
                  <a:pt x="156" y="5"/>
                  <a:pt x="156" y="11"/>
                </a:cubicBezTo>
                <a:cubicBezTo>
                  <a:pt x="156" y="49"/>
                  <a:pt x="156" y="49"/>
                  <a:pt x="156" y="49"/>
                </a:cubicBezTo>
                <a:cubicBezTo>
                  <a:pt x="160" y="49"/>
                  <a:pt x="163" y="49"/>
                  <a:pt x="167" y="49"/>
                </a:cubicBezTo>
                <a:cubicBezTo>
                  <a:pt x="171" y="49"/>
                  <a:pt x="175" y="49"/>
                  <a:pt x="179" y="49"/>
                </a:cubicBezTo>
                <a:close/>
                <a:moveTo>
                  <a:pt x="77" y="93"/>
                </a:moveTo>
                <a:cubicBezTo>
                  <a:pt x="82" y="88"/>
                  <a:pt x="87" y="82"/>
                  <a:pt x="92" y="77"/>
                </a:cubicBezTo>
                <a:cubicBezTo>
                  <a:pt x="65" y="49"/>
                  <a:pt x="65" y="49"/>
                  <a:pt x="65" y="49"/>
                </a:cubicBezTo>
                <a:cubicBezTo>
                  <a:pt x="60" y="45"/>
                  <a:pt x="53" y="45"/>
                  <a:pt x="49" y="49"/>
                </a:cubicBezTo>
                <a:cubicBezTo>
                  <a:pt x="44" y="54"/>
                  <a:pt x="44" y="61"/>
                  <a:pt x="49" y="65"/>
                </a:cubicBezTo>
                <a:lnTo>
                  <a:pt x="77" y="93"/>
                </a:lnTo>
                <a:close/>
                <a:moveTo>
                  <a:pt x="50" y="173"/>
                </a:moveTo>
                <a:cubicBezTo>
                  <a:pt x="50" y="167"/>
                  <a:pt x="50" y="162"/>
                  <a:pt x="51" y="157"/>
                </a:cubicBezTo>
                <a:cubicBezTo>
                  <a:pt x="11" y="157"/>
                  <a:pt x="11" y="157"/>
                  <a:pt x="11" y="157"/>
                </a:cubicBezTo>
                <a:cubicBezTo>
                  <a:pt x="5" y="157"/>
                  <a:pt x="0" y="162"/>
                  <a:pt x="0" y="168"/>
                </a:cubicBezTo>
                <a:cubicBezTo>
                  <a:pt x="0" y="174"/>
                  <a:pt x="5" y="179"/>
                  <a:pt x="11" y="179"/>
                </a:cubicBezTo>
                <a:cubicBezTo>
                  <a:pt x="50" y="179"/>
                  <a:pt x="50" y="179"/>
                  <a:pt x="50" y="179"/>
                </a:cubicBezTo>
                <a:cubicBezTo>
                  <a:pt x="50" y="177"/>
                  <a:pt x="50" y="175"/>
                  <a:pt x="50" y="173"/>
                </a:cubicBezTo>
                <a:close/>
                <a:moveTo>
                  <a:pt x="172" y="381"/>
                </a:moveTo>
                <a:cubicBezTo>
                  <a:pt x="162" y="381"/>
                  <a:pt x="162" y="381"/>
                  <a:pt x="162" y="381"/>
                </a:cubicBezTo>
                <a:cubicBezTo>
                  <a:pt x="143" y="381"/>
                  <a:pt x="143" y="381"/>
                  <a:pt x="143" y="381"/>
                </a:cubicBezTo>
                <a:cubicBezTo>
                  <a:pt x="143" y="382"/>
                  <a:pt x="143" y="382"/>
                  <a:pt x="143" y="382"/>
                </a:cubicBezTo>
                <a:cubicBezTo>
                  <a:pt x="143" y="388"/>
                  <a:pt x="152" y="393"/>
                  <a:pt x="160" y="393"/>
                </a:cubicBezTo>
                <a:cubicBezTo>
                  <a:pt x="162" y="393"/>
                  <a:pt x="162" y="393"/>
                  <a:pt x="162" y="393"/>
                </a:cubicBezTo>
                <a:cubicBezTo>
                  <a:pt x="173" y="393"/>
                  <a:pt x="173" y="393"/>
                  <a:pt x="173" y="393"/>
                </a:cubicBezTo>
                <a:cubicBezTo>
                  <a:pt x="174" y="393"/>
                  <a:pt x="174" y="393"/>
                  <a:pt x="174" y="393"/>
                </a:cubicBezTo>
                <a:cubicBezTo>
                  <a:pt x="183" y="393"/>
                  <a:pt x="192" y="388"/>
                  <a:pt x="192" y="382"/>
                </a:cubicBezTo>
                <a:cubicBezTo>
                  <a:pt x="192" y="382"/>
                  <a:pt x="192" y="382"/>
                  <a:pt x="192" y="381"/>
                </a:cubicBezTo>
                <a:lnTo>
                  <a:pt x="172" y="381"/>
                </a:lnTo>
                <a:close/>
                <a:moveTo>
                  <a:pt x="196" y="354"/>
                </a:moveTo>
                <a:cubicBezTo>
                  <a:pt x="139" y="354"/>
                  <a:pt x="139" y="354"/>
                  <a:pt x="139" y="354"/>
                </a:cubicBezTo>
                <a:cubicBezTo>
                  <a:pt x="133" y="354"/>
                  <a:pt x="128" y="359"/>
                  <a:pt x="128" y="365"/>
                </a:cubicBezTo>
                <a:cubicBezTo>
                  <a:pt x="128" y="371"/>
                  <a:pt x="133" y="376"/>
                  <a:pt x="139" y="376"/>
                </a:cubicBezTo>
                <a:cubicBezTo>
                  <a:pt x="196" y="376"/>
                  <a:pt x="196" y="376"/>
                  <a:pt x="196" y="376"/>
                </a:cubicBezTo>
                <a:cubicBezTo>
                  <a:pt x="202" y="376"/>
                  <a:pt x="207" y="371"/>
                  <a:pt x="207" y="365"/>
                </a:cubicBezTo>
                <a:cubicBezTo>
                  <a:pt x="207" y="359"/>
                  <a:pt x="202" y="354"/>
                  <a:pt x="196" y="354"/>
                </a:cubicBezTo>
                <a:close/>
                <a:moveTo>
                  <a:pt x="196" y="327"/>
                </a:moveTo>
                <a:cubicBezTo>
                  <a:pt x="139" y="327"/>
                  <a:pt x="139" y="327"/>
                  <a:pt x="139" y="327"/>
                </a:cubicBezTo>
                <a:cubicBezTo>
                  <a:pt x="133" y="327"/>
                  <a:pt x="128" y="332"/>
                  <a:pt x="128" y="338"/>
                </a:cubicBezTo>
                <a:cubicBezTo>
                  <a:pt x="128" y="344"/>
                  <a:pt x="133" y="349"/>
                  <a:pt x="139" y="349"/>
                </a:cubicBezTo>
                <a:cubicBezTo>
                  <a:pt x="196" y="349"/>
                  <a:pt x="196" y="349"/>
                  <a:pt x="196" y="349"/>
                </a:cubicBezTo>
                <a:cubicBezTo>
                  <a:pt x="202" y="349"/>
                  <a:pt x="207" y="344"/>
                  <a:pt x="207" y="338"/>
                </a:cubicBezTo>
                <a:cubicBezTo>
                  <a:pt x="207" y="332"/>
                  <a:pt x="202" y="327"/>
                  <a:pt x="196" y="327"/>
                </a:cubicBezTo>
                <a:close/>
                <a:moveTo>
                  <a:pt x="258" y="224"/>
                </a:moveTo>
                <a:cubicBezTo>
                  <a:pt x="251" y="237"/>
                  <a:pt x="242" y="246"/>
                  <a:pt x="235" y="254"/>
                </a:cubicBezTo>
                <a:cubicBezTo>
                  <a:pt x="231" y="258"/>
                  <a:pt x="227" y="262"/>
                  <a:pt x="225" y="266"/>
                </a:cubicBezTo>
                <a:cubicBezTo>
                  <a:pt x="224" y="267"/>
                  <a:pt x="223" y="269"/>
                  <a:pt x="223" y="270"/>
                </a:cubicBezTo>
                <a:cubicBezTo>
                  <a:pt x="221" y="280"/>
                  <a:pt x="221" y="292"/>
                  <a:pt x="221" y="295"/>
                </a:cubicBezTo>
                <a:cubicBezTo>
                  <a:pt x="221" y="295"/>
                  <a:pt x="221" y="295"/>
                  <a:pt x="221" y="296"/>
                </a:cubicBezTo>
                <a:cubicBezTo>
                  <a:pt x="221" y="309"/>
                  <a:pt x="210" y="320"/>
                  <a:pt x="196" y="320"/>
                </a:cubicBezTo>
                <a:cubicBezTo>
                  <a:pt x="139" y="320"/>
                  <a:pt x="139" y="320"/>
                  <a:pt x="139" y="320"/>
                </a:cubicBezTo>
                <a:cubicBezTo>
                  <a:pt x="125" y="320"/>
                  <a:pt x="114" y="309"/>
                  <a:pt x="114" y="295"/>
                </a:cubicBezTo>
                <a:cubicBezTo>
                  <a:pt x="114" y="295"/>
                  <a:pt x="114" y="295"/>
                  <a:pt x="114" y="295"/>
                </a:cubicBezTo>
                <a:cubicBezTo>
                  <a:pt x="114" y="292"/>
                  <a:pt x="114" y="280"/>
                  <a:pt x="112" y="270"/>
                </a:cubicBezTo>
                <a:cubicBezTo>
                  <a:pt x="111" y="268"/>
                  <a:pt x="110" y="266"/>
                  <a:pt x="108" y="263"/>
                </a:cubicBezTo>
                <a:cubicBezTo>
                  <a:pt x="105" y="259"/>
                  <a:pt x="102" y="256"/>
                  <a:pt x="98" y="251"/>
                </a:cubicBezTo>
                <a:cubicBezTo>
                  <a:pt x="89" y="243"/>
                  <a:pt x="79" y="231"/>
                  <a:pt x="72" y="214"/>
                </a:cubicBezTo>
                <a:cubicBezTo>
                  <a:pt x="68" y="203"/>
                  <a:pt x="65" y="189"/>
                  <a:pt x="65" y="173"/>
                </a:cubicBezTo>
                <a:cubicBezTo>
                  <a:pt x="65" y="150"/>
                  <a:pt x="73" y="128"/>
                  <a:pt x="86" y="111"/>
                </a:cubicBezTo>
                <a:cubicBezTo>
                  <a:pt x="97" y="96"/>
                  <a:pt x="113" y="84"/>
                  <a:pt x="131" y="77"/>
                </a:cubicBezTo>
                <a:cubicBezTo>
                  <a:pt x="131" y="76"/>
                  <a:pt x="131" y="76"/>
                  <a:pt x="131" y="76"/>
                </a:cubicBezTo>
                <a:cubicBezTo>
                  <a:pt x="138" y="74"/>
                  <a:pt x="138" y="74"/>
                  <a:pt x="138" y="74"/>
                </a:cubicBezTo>
                <a:cubicBezTo>
                  <a:pt x="144" y="73"/>
                  <a:pt x="150" y="71"/>
                  <a:pt x="157" y="71"/>
                </a:cubicBezTo>
                <a:cubicBezTo>
                  <a:pt x="157" y="71"/>
                  <a:pt x="157" y="71"/>
                  <a:pt x="158" y="71"/>
                </a:cubicBezTo>
                <a:cubicBezTo>
                  <a:pt x="161" y="70"/>
                  <a:pt x="164" y="70"/>
                  <a:pt x="168" y="70"/>
                </a:cubicBezTo>
                <a:cubicBezTo>
                  <a:pt x="171" y="70"/>
                  <a:pt x="174" y="70"/>
                  <a:pt x="177" y="71"/>
                </a:cubicBezTo>
                <a:cubicBezTo>
                  <a:pt x="178" y="71"/>
                  <a:pt x="178" y="71"/>
                  <a:pt x="178" y="71"/>
                </a:cubicBezTo>
                <a:cubicBezTo>
                  <a:pt x="184" y="71"/>
                  <a:pt x="191" y="73"/>
                  <a:pt x="197" y="74"/>
                </a:cubicBezTo>
                <a:cubicBezTo>
                  <a:pt x="204" y="77"/>
                  <a:pt x="204" y="77"/>
                  <a:pt x="204" y="77"/>
                </a:cubicBezTo>
                <a:cubicBezTo>
                  <a:pt x="204" y="77"/>
                  <a:pt x="204" y="77"/>
                  <a:pt x="204" y="77"/>
                </a:cubicBezTo>
                <a:cubicBezTo>
                  <a:pt x="222" y="84"/>
                  <a:pt x="238" y="96"/>
                  <a:pt x="249" y="111"/>
                </a:cubicBezTo>
                <a:cubicBezTo>
                  <a:pt x="262" y="128"/>
                  <a:pt x="270" y="150"/>
                  <a:pt x="270" y="173"/>
                </a:cubicBezTo>
                <a:cubicBezTo>
                  <a:pt x="270" y="195"/>
                  <a:pt x="265" y="211"/>
                  <a:pt x="258" y="224"/>
                </a:cubicBezTo>
                <a:close/>
                <a:moveTo>
                  <a:pt x="252" y="173"/>
                </a:moveTo>
                <a:cubicBezTo>
                  <a:pt x="252" y="153"/>
                  <a:pt x="246" y="136"/>
                  <a:pt x="235" y="121"/>
                </a:cubicBezTo>
                <a:cubicBezTo>
                  <a:pt x="224" y="107"/>
                  <a:pt x="209" y="96"/>
                  <a:pt x="192" y="91"/>
                </a:cubicBezTo>
                <a:cubicBezTo>
                  <a:pt x="189" y="90"/>
                  <a:pt x="189" y="90"/>
                  <a:pt x="189" y="90"/>
                </a:cubicBezTo>
                <a:cubicBezTo>
                  <a:pt x="185" y="89"/>
                  <a:pt x="181" y="88"/>
                  <a:pt x="176" y="88"/>
                </a:cubicBezTo>
                <a:cubicBezTo>
                  <a:pt x="176" y="88"/>
                  <a:pt x="175" y="88"/>
                  <a:pt x="176" y="88"/>
                </a:cubicBezTo>
                <a:cubicBezTo>
                  <a:pt x="173" y="88"/>
                  <a:pt x="170" y="87"/>
                  <a:pt x="168" y="87"/>
                </a:cubicBezTo>
                <a:cubicBezTo>
                  <a:pt x="167" y="87"/>
                  <a:pt x="167" y="87"/>
                  <a:pt x="167" y="87"/>
                </a:cubicBezTo>
                <a:cubicBezTo>
                  <a:pt x="167" y="87"/>
                  <a:pt x="167" y="87"/>
                  <a:pt x="167" y="87"/>
                </a:cubicBezTo>
                <a:cubicBezTo>
                  <a:pt x="164" y="87"/>
                  <a:pt x="162" y="88"/>
                  <a:pt x="159" y="88"/>
                </a:cubicBezTo>
                <a:cubicBezTo>
                  <a:pt x="159" y="88"/>
                  <a:pt x="158" y="88"/>
                  <a:pt x="158" y="88"/>
                </a:cubicBezTo>
                <a:cubicBezTo>
                  <a:pt x="154" y="88"/>
                  <a:pt x="150" y="89"/>
                  <a:pt x="145" y="90"/>
                </a:cubicBezTo>
                <a:cubicBezTo>
                  <a:pt x="143" y="91"/>
                  <a:pt x="143" y="91"/>
                  <a:pt x="143" y="91"/>
                </a:cubicBezTo>
                <a:cubicBezTo>
                  <a:pt x="126" y="96"/>
                  <a:pt x="110" y="107"/>
                  <a:pt x="100" y="121"/>
                </a:cubicBezTo>
                <a:cubicBezTo>
                  <a:pt x="89" y="136"/>
                  <a:pt x="82" y="153"/>
                  <a:pt x="82" y="173"/>
                </a:cubicBezTo>
                <a:cubicBezTo>
                  <a:pt x="82" y="192"/>
                  <a:pt x="87" y="205"/>
                  <a:pt x="92" y="216"/>
                </a:cubicBezTo>
                <a:cubicBezTo>
                  <a:pt x="98" y="227"/>
                  <a:pt x="105" y="234"/>
                  <a:pt x="112" y="242"/>
                </a:cubicBezTo>
                <a:cubicBezTo>
                  <a:pt x="117" y="246"/>
                  <a:pt x="121" y="251"/>
                  <a:pt x="125" y="256"/>
                </a:cubicBezTo>
                <a:cubicBezTo>
                  <a:pt x="127" y="260"/>
                  <a:pt x="128" y="263"/>
                  <a:pt x="129" y="267"/>
                </a:cubicBezTo>
                <a:cubicBezTo>
                  <a:pt x="131" y="279"/>
                  <a:pt x="131" y="291"/>
                  <a:pt x="131" y="295"/>
                </a:cubicBezTo>
                <a:cubicBezTo>
                  <a:pt x="131" y="295"/>
                  <a:pt x="131" y="296"/>
                  <a:pt x="131" y="296"/>
                </a:cubicBezTo>
                <a:cubicBezTo>
                  <a:pt x="131" y="298"/>
                  <a:pt x="132" y="300"/>
                  <a:pt x="133" y="301"/>
                </a:cubicBezTo>
                <a:cubicBezTo>
                  <a:pt x="135" y="302"/>
                  <a:pt x="137" y="303"/>
                  <a:pt x="139" y="303"/>
                </a:cubicBezTo>
                <a:cubicBezTo>
                  <a:pt x="196" y="303"/>
                  <a:pt x="196" y="303"/>
                  <a:pt x="196" y="303"/>
                </a:cubicBezTo>
                <a:cubicBezTo>
                  <a:pt x="200" y="303"/>
                  <a:pt x="204" y="300"/>
                  <a:pt x="204" y="296"/>
                </a:cubicBezTo>
                <a:cubicBezTo>
                  <a:pt x="204" y="296"/>
                  <a:pt x="204" y="295"/>
                  <a:pt x="204" y="295"/>
                </a:cubicBezTo>
                <a:cubicBezTo>
                  <a:pt x="204" y="291"/>
                  <a:pt x="204" y="279"/>
                  <a:pt x="206" y="267"/>
                </a:cubicBezTo>
                <a:cubicBezTo>
                  <a:pt x="207" y="261"/>
                  <a:pt x="210" y="256"/>
                  <a:pt x="213" y="252"/>
                </a:cubicBezTo>
                <a:cubicBezTo>
                  <a:pt x="217" y="248"/>
                  <a:pt x="221" y="244"/>
                  <a:pt x="225" y="240"/>
                </a:cubicBezTo>
                <a:cubicBezTo>
                  <a:pt x="233" y="231"/>
                  <a:pt x="241" y="222"/>
                  <a:pt x="246" y="208"/>
                </a:cubicBezTo>
                <a:cubicBezTo>
                  <a:pt x="250" y="199"/>
                  <a:pt x="252" y="187"/>
                  <a:pt x="252" y="173"/>
                </a:cubicBezTo>
                <a:close/>
                <a:moveTo>
                  <a:pt x="264" y="248"/>
                </a:moveTo>
                <a:cubicBezTo>
                  <a:pt x="259" y="255"/>
                  <a:pt x="254" y="261"/>
                  <a:pt x="250" y="266"/>
                </a:cubicBezTo>
                <a:cubicBezTo>
                  <a:pt x="270" y="287"/>
                  <a:pt x="270" y="287"/>
                  <a:pt x="270" y="287"/>
                </a:cubicBezTo>
                <a:cubicBezTo>
                  <a:pt x="275" y="291"/>
                  <a:pt x="282" y="291"/>
                  <a:pt x="286" y="287"/>
                </a:cubicBezTo>
                <a:cubicBezTo>
                  <a:pt x="290" y="282"/>
                  <a:pt x="290" y="275"/>
                  <a:pt x="286" y="271"/>
                </a:cubicBezTo>
                <a:lnTo>
                  <a:pt x="264" y="248"/>
                </a:lnTo>
                <a:close/>
                <a:moveTo>
                  <a:pt x="324" y="157"/>
                </a:moveTo>
                <a:cubicBezTo>
                  <a:pt x="284" y="157"/>
                  <a:pt x="284" y="157"/>
                  <a:pt x="284" y="157"/>
                </a:cubicBezTo>
                <a:cubicBezTo>
                  <a:pt x="285" y="162"/>
                  <a:pt x="285" y="167"/>
                  <a:pt x="285" y="173"/>
                </a:cubicBezTo>
                <a:cubicBezTo>
                  <a:pt x="285" y="175"/>
                  <a:pt x="285" y="177"/>
                  <a:pt x="285" y="179"/>
                </a:cubicBezTo>
                <a:cubicBezTo>
                  <a:pt x="324" y="179"/>
                  <a:pt x="324" y="179"/>
                  <a:pt x="324" y="179"/>
                </a:cubicBezTo>
                <a:cubicBezTo>
                  <a:pt x="330" y="179"/>
                  <a:pt x="335" y="174"/>
                  <a:pt x="335" y="168"/>
                </a:cubicBezTo>
                <a:cubicBezTo>
                  <a:pt x="335" y="162"/>
                  <a:pt x="330" y="157"/>
                  <a:pt x="324" y="157"/>
                </a:cubicBezTo>
                <a:close/>
                <a:moveTo>
                  <a:pt x="196" y="217"/>
                </a:moveTo>
                <a:cubicBezTo>
                  <a:pt x="194" y="216"/>
                  <a:pt x="192" y="216"/>
                  <a:pt x="189" y="216"/>
                </a:cubicBezTo>
                <a:cubicBezTo>
                  <a:pt x="188" y="216"/>
                  <a:pt x="188" y="216"/>
                  <a:pt x="188" y="216"/>
                </a:cubicBezTo>
                <a:cubicBezTo>
                  <a:pt x="187" y="216"/>
                  <a:pt x="186" y="216"/>
                  <a:pt x="185" y="216"/>
                </a:cubicBezTo>
                <a:cubicBezTo>
                  <a:pt x="185" y="216"/>
                  <a:pt x="184" y="217"/>
                  <a:pt x="184" y="217"/>
                </a:cubicBezTo>
                <a:cubicBezTo>
                  <a:pt x="183" y="217"/>
                  <a:pt x="183" y="217"/>
                  <a:pt x="182" y="217"/>
                </a:cubicBezTo>
                <a:cubicBezTo>
                  <a:pt x="182" y="218"/>
                  <a:pt x="181" y="218"/>
                  <a:pt x="181" y="219"/>
                </a:cubicBezTo>
                <a:cubicBezTo>
                  <a:pt x="181" y="219"/>
                  <a:pt x="180" y="219"/>
                  <a:pt x="180" y="219"/>
                </a:cubicBezTo>
                <a:cubicBezTo>
                  <a:pt x="180" y="219"/>
                  <a:pt x="179" y="220"/>
                  <a:pt x="179" y="220"/>
                </a:cubicBezTo>
                <a:cubicBezTo>
                  <a:pt x="179" y="220"/>
                  <a:pt x="179" y="221"/>
                  <a:pt x="179" y="221"/>
                </a:cubicBezTo>
                <a:cubicBezTo>
                  <a:pt x="178" y="219"/>
                  <a:pt x="176" y="218"/>
                  <a:pt x="175" y="217"/>
                </a:cubicBezTo>
                <a:cubicBezTo>
                  <a:pt x="173" y="216"/>
                  <a:pt x="171" y="215"/>
                  <a:pt x="168" y="215"/>
                </a:cubicBezTo>
                <a:cubicBezTo>
                  <a:pt x="168" y="215"/>
                  <a:pt x="168" y="216"/>
                  <a:pt x="167" y="216"/>
                </a:cubicBezTo>
                <a:cubicBezTo>
                  <a:pt x="167" y="216"/>
                  <a:pt x="167" y="215"/>
                  <a:pt x="167" y="215"/>
                </a:cubicBezTo>
                <a:cubicBezTo>
                  <a:pt x="164" y="215"/>
                  <a:pt x="162" y="216"/>
                  <a:pt x="160" y="217"/>
                </a:cubicBezTo>
                <a:cubicBezTo>
                  <a:pt x="158" y="218"/>
                  <a:pt x="157" y="219"/>
                  <a:pt x="156" y="221"/>
                </a:cubicBezTo>
                <a:cubicBezTo>
                  <a:pt x="156" y="221"/>
                  <a:pt x="156" y="220"/>
                  <a:pt x="156" y="220"/>
                </a:cubicBezTo>
                <a:cubicBezTo>
                  <a:pt x="155" y="220"/>
                  <a:pt x="155" y="219"/>
                  <a:pt x="155" y="219"/>
                </a:cubicBezTo>
                <a:cubicBezTo>
                  <a:pt x="154" y="219"/>
                  <a:pt x="154" y="219"/>
                  <a:pt x="154" y="219"/>
                </a:cubicBezTo>
                <a:cubicBezTo>
                  <a:pt x="153" y="218"/>
                  <a:pt x="153" y="218"/>
                  <a:pt x="152" y="217"/>
                </a:cubicBezTo>
                <a:cubicBezTo>
                  <a:pt x="152" y="217"/>
                  <a:pt x="152" y="217"/>
                  <a:pt x="151" y="217"/>
                </a:cubicBezTo>
                <a:cubicBezTo>
                  <a:pt x="151" y="217"/>
                  <a:pt x="150" y="216"/>
                  <a:pt x="150" y="216"/>
                </a:cubicBezTo>
                <a:cubicBezTo>
                  <a:pt x="149" y="216"/>
                  <a:pt x="148" y="216"/>
                  <a:pt x="146" y="216"/>
                </a:cubicBezTo>
                <a:cubicBezTo>
                  <a:pt x="145" y="216"/>
                  <a:pt x="145" y="216"/>
                  <a:pt x="145" y="216"/>
                </a:cubicBezTo>
                <a:cubicBezTo>
                  <a:pt x="143" y="216"/>
                  <a:pt x="141" y="216"/>
                  <a:pt x="139" y="217"/>
                </a:cubicBezTo>
                <a:cubicBezTo>
                  <a:pt x="138" y="218"/>
                  <a:pt x="138" y="218"/>
                  <a:pt x="137" y="218"/>
                </a:cubicBezTo>
                <a:cubicBezTo>
                  <a:pt x="135" y="220"/>
                  <a:pt x="134" y="223"/>
                  <a:pt x="134" y="227"/>
                </a:cubicBezTo>
                <a:cubicBezTo>
                  <a:pt x="134" y="230"/>
                  <a:pt x="135" y="233"/>
                  <a:pt x="137" y="237"/>
                </a:cubicBezTo>
                <a:cubicBezTo>
                  <a:pt x="139" y="241"/>
                  <a:pt x="143" y="246"/>
                  <a:pt x="147" y="255"/>
                </a:cubicBezTo>
                <a:cubicBezTo>
                  <a:pt x="150" y="262"/>
                  <a:pt x="153" y="272"/>
                  <a:pt x="155" y="287"/>
                </a:cubicBezTo>
                <a:cubicBezTo>
                  <a:pt x="162" y="287"/>
                  <a:pt x="162" y="287"/>
                  <a:pt x="162" y="287"/>
                </a:cubicBezTo>
                <a:cubicBezTo>
                  <a:pt x="160" y="271"/>
                  <a:pt x="156" y="260"/>
                  <a:pt x="153" y="252"/>
                </a:cubicBezTo>
                <a:cubicBezTo>
                  <a:pt x="149" y="242"/>
                  <a:pt x="144" y="237"/>
                  <a:pt x="143" y="234"/>
                </a:cubicBezTo>
                <a:cubicBezTo>
                  <a:pt x="142" y="233"/>
                  <a:pt x="142" y="233"/>
                  <a:pt x="142" y="232"/>
                </a:cubicBezTo>
                <a:cubicBezTo>
                  <a:pt x="141" y="230"/>
                  <a:pt x="140" y="228"/>
                  <a:pt x="140" y="227"/>
                </a:cubicBezTo>
                <a:cubicBezTo>
                  <a:pt x="140" y="225"/>
                  <a:pt x="141" y="224"/>
                  <a:pt x="142" y="223"/>
                </a:cubicBezTo>
                <a:cubicBezTo>
                  <a:pt x="142" y="223"/>
                  <a:pt x="144" y="222"/>
                  <a:pt x="145" y="222"/>
                </a:cubicBezTo>
                <a:cubicBezTo>
                  <a:pt x="146" y="222"/>
                  <a:pt x="146" y="222"/>
                  <a:pt x="146" y="222"/>
                </a:cubicBezTo>
                <a:cubicBezTo>
                  <a:pt x="148" y="223"/>
                  <a:pt x="149" y="223"/>
                  <a:pt x="150" y="224"/>
                </a:cubicBezTo>
                <a:cubicBezTo>
                  <a:pt x="151" y="224"/>
                  <a:pt x="151" y="225"/>
                  <a:pt x="151" y="225"/>
                </a:cubicBezTo>
                <a:cubicBezTo>
                  <a:pt x="152" y="226"/>
                  <a:pt x="153" y="228"/>
                  <a:pt x="155" y="230"/>
                </a:cubicBezTo>
                <a:cubicBezTo>
                  <a:pt x="155" y="231"/>
                  <a:pt x="157" y="232"/>
                  <a:pt x="158" y="231"/>
                </a:cubicBezTo>
                <a:cubicBezTo>
                  <a:pt x="159" y="231"/>
                  <a:pt x="160" y="230"/>
                  <a:pt x="160" y="229"/>
                </a:cubicBezTo>
                <a:cubicBezTo>
                  <a:pt x="161" y="228"/>
                  <a:pt x="161" y="227"/>
                  <a:pt x="161" y="226"/>
                </a:cubicBezTo>
                <a:cubicBezTo>
                  <a:pt x="161" y="225"/>
                  <a:pt x="162" y="225"/>
                  <a:pt x="162" y="225"/>
                </a:cubicBezTo>
                <a:cubicBezTo>
                  <a:pt x="162" y="224"/>
                  <a:pt x="162" y="224"/>
                  <a:pt x="162" y="224"/>
                </a:cubicBezTo>
                <a:cubicBezTo>
                  <a:pt x="163" y="223"/>
                  <a:pt x="163" y="223"/>
                  <a:pt x="163" y="223"/>
                </a:cubicBezTo>
                <a:cubicBezTo>
                  <a:pt x="164" y="222"/>
                  <a:pt x="165" y="222"/>
                  <a:pt x="167" y="222"/>
                </a:cubicBezTo>
                <a:cubicBezTo>
                  <a:pt x="167" y="222"/>
                  <a:pt x="167" y="222"/>
                  <a:pt x="167" y="222"/>
                </a:cubicBezTo>
                <a:cubicBezTo>
                  <a:pt x="168" y="222"/>
                  <a:pt x="168" y="222"/>
                  <a:pt x="168" y="222"/>
                </a:cubicBezTo>
                <a:cubicBezTo>
                  <a:pt x="170" y="222"/>
                  <a:pt x="171" y="222"/>
                  <a:pt x="171" y="223"/>
                </a:cubicBezTo>
                <a:cubicBezTo>
                  <a:pt x="172" y="223"/>
                  <a:pt x="172" y="223"/>
                  <a:pt x="173" y="224"/>
                </a:cubicBezTo>
                <a:cubicBezTo>
                  <a:pt x="173" y="224"/>
                  <a:pt x="173" y="224"/>
                  <a:pt x="173" y="225"/>
                </a:cubicBezTo>
                <a:cubicBezTo>
                  <a:pt x="173" y="225"/>
                  <a:pt x="173" y="225"/>
                  <a:pt x="174" y="226"/>
                </a:cubicBezTo>
                <a:cubicBezTo>
                  <a:pt x="174" y="227"/>
                  <a:pt x="174" y="228"/>
                  <a:pt x="174" y="229"/>
                </a:cubicBezTo>
                <a:cubicBezTo>
                  <a:pt x="175" y="230"/>
                  <a:pt x="176" y="231"/>
                  <a:pt x="177" y="231"/>
                </a:cubicBezTo>
                <a:cubicBezTo>
                  <a:pt x="178" y="232"/>
                  <a:pt x="179" y="231"/>
                  <a:pt x="180" y="230"/>
                </a:cubicBezTo>
                <a:cubicBezTo>
                  <a:pt x="182" y="228"/>
                  <a:pt x="182" y="226"/>
                  <a:pt x="184" y="225"/>
                </a:cubicBezTo>
                <a:cubicBezTo>
                  <a:pt x="184" y="225"/>
                  <a:pt x="184" y="224"/>
                  <a:pt x="185" y="224"/>
                </a:cubicBezTo>
                <a:cubicBezTo>
                  <a:pt x="185" y="223"/>
                  <a:pt x="187" y="223"/>
                  <a:pt x="189" y="222"/>
                </a:cubicBezTo>
                <a:cubicBezTo>
                  <a:pt x="189" y="222"/>
                  <a:pt x="189" y="222"/>
                  <a:pt x="189" y="222"/>
                </a:cubicBezTo>
                <a:cubicBezTo>
                  <a:pt x="191" y="222"/>
                  <a:pt x="192" y="223"/>
                  <a:pt x="193" y="223"/>
                </a:cubicBezTo>
                <a:cubicBezTo>
                  <a:pt x="194" y="224"/>
                  <a:pt x="194" y="225"/>
                  <a:pt x="194" y="227"/>
                </a:cubicBezTo>
                <a:cubicBezTo>
                  <a:pt x="194" y="228"/>
                  <a:pt x="194" y="230"/>
                  <a:pt x="193" y="232"/>
                </a:cubicBezTo>
                <a:cubicBezTo>
                  <a:pt x="193" y="233"/>
                  <a:pt x="193" y="233"/>
                  <a:pt x="192" y="234"/>
                </a:cubicBezTo>
                <a:cubicBezTo>
                  <a:pt x="191" y="237"/>
                  <a:pt x="186" y="242"/>
                  <a:pt x="182" y="252"/>
                </a:cubicBezTo>
                <a:cubicBezTo>
                  <a:pt x="178" y="260"/>
                  <a:pt x="175" y="271"/>
                  <a:pt x="173" y="287"/>
                </a:cubicBezTo>
                <a:cubicBezTo>
                  <a:pt x="180" y="287"/>
                  <a:pt x="180" y="287"/>
                  <a:pt x="180" y="287"/>
                </a:cubicBezTo>
                <a:cubicBezTo>
                  <a:pt x="182" y="272"/>
                  <a:pt x="185" y="262"/>
                  <a:pt x="188" y="255"/>
                </a:cubicBezTo>
                <a:cubicBezTo>
                  <a:pt x="192" y="246"/>
                  <a:pt x="196" y="241"/>
                  <a:pt x="198" y="237"/>
                </a:cubicBezTo>
                <a:cubicBezTo>
                  <a:pt x="200" y="233"/>
                  <a:pt x="201" y="230"/>
                  <a:pt x="201" y="227"/>
                </a:cubicBezTo>
                <a:cubicBezTo>
                  <a:pt x="201" y="223"/>
                  <a:pt x="200" y="220"/>
                  <a:pt x="198" y="218"/>
                </a:cubicBezTo>
                <a:cubicBezTo>
                  <a:pt x="197" y="218"/>
                  <a:pt x="196" y="218"/>
                  <a:pt x="196" y="217"/>
                </a:cubicBezTo>
                <a:close/>
                <a:moveTo>
                  <a:pt x="49" y="271"/>
                </a:moveTo>
                <a:cubicBezTo>
                  <a:pt x="44" y="275"/>
                  <a:pt x="44" y="282"/>
                  <a:pt x="49" y="287"/>
                </a:cubicBezTo>
                <a:cubicBezTo>
                  <a:pt x="53" y="291"/>
                  <a:pt x="60" y="291"/>
                  <a:pt x="65" y="287"/>
                </a:cubicBezTo>
                <a:cubicBezTo>
                  <a:pt x="85" y="266"/>
                  <a:pt x="85" y="266"/>
                  <a:pt x="85" y="266"/>
                </a:cubicBezTo>
                <a:cubicBezTo>
                  <a:pt x="80" y="261"/>
                  <a:pt x="76" y="255"/>
                  <a:pt x="71" y="248"/>
                </a:cubicBezTo>
                <a:lnTo>
                  <a:pt x="49" y="2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5" name="Freeform 16"/>
          <p:cNvSpPr>
            <a:spLocks noEditPoints="1"/>
          </p:cNvSpPr>
          <p:nvPr/>
        </p:nvSpPr>
        <p:spPr bwMode="auto">
          <a:xfrm>
            <a:off x="5209394" y="1811317"/>
            <a:ext cx="203662" cy="172283"/>
          </a:xfrm>
          <a:custGeom>
            <a:avLst/>
            <a:gdLst>
              <a:gd name="T0" fmla="*/ 281 w 289"/>
              <a:gd name="T1" fmla="*/ 236 h 246"/>
              <a:gd name="T2" fmla="*/ 0 w 289"/>
              <a:gd name="T3" fmla="*/ 246 h 246"/>
              <a:gd name="T4" fmla="*/ 53 w 289"/>
              <a:gd name="T5" fmla="*/ 228 h 246"/>
              <a:gd name="T6" fmla="*/ 58 w 289"/>
              <a:gd name="T7" fmla="*/ 192 h 246"/>
              <a:gd name="T8" fmla="*/ 18 w 289"/>
              <a:gd name="T9" fmla="*/ 224 h 246"/>
              <a:gd name="T10" fmla="*/ 53 w 289"/>
              <a:gd name="T11" fmla="*/ 228 h 246"/>
              <a:gd name="T12" fmla="*/ 108 w 289"/>
              <a:gd name="T13" fmla="*/ 224 h 246"/>
              <a:gd name="T14" fmla="*/ 105 w 289"/>
              <a:gd name="T15" fmla="*/ 177 h 246"/>
              <a:gd name="T16" fmla="*/ 69 w 289"/>
              <a:gd name="T17" fmla="*/ 224 h 246"/>
              <a:gd name="T18" fmla="*/ 104 w 289"/>
              <a:gd name="T19" fmla="*/ 228 h 246"/>
              <a:gd name="T20" fmla="*/ 159 w 289"/>
              <a:gd name="T21" fmla="*/ 224 h 246"/>
              <a:gd name="T22" fmla="*/ 119 w 289"/>
              <a:gd name="T23" fmla="*/ 171 h 246"/>
              <a:gd name="T24" fmla="*/ 124 w 289"/>
              <a:gd name="T25" fmla="*/ 228 h 246"/>
              <a:gd name="T26" fmla="*/ 205 w 289"/>
              <a:gd name="T27" fmla="*/ 228 h 246"/>
              <a:gd name="T28" fmla="*/ 209 w 289"/>
              <a:gd name="T29" fmla="*/ 113 h 246"/>
              <a:gd name="T30" fmla="*/ 170 w 289"/>
              <a:gd name="T31" fmla="*/ 143 h 246"/>
              <a:gd name="T32" fmla="*/ 175 w 289"/>
              <a:gd name="T33" fmla="*/ 228 h 246"/>
              <a:gd name="T34" fmla="*/ 256 w 289"/>
              <a:gd name="T35" fmla="*/ 228 h 246"/>
              <a:gd name="T36" fmla="*/ 260 w 289"/>
              <a:gd name="T37" fmla="*/ 57 h 246"/>
              <a:gd name="T38" fmla="*/ 221 w 289"/>
              <a:gd name="T39" fmla="*/ 224 h 246"/>
              <a:gd name="T40" fmla="*/ 256 w 289"/>
              <a:gd name="T41" fmla="*/ 228 h 246"/>
              <a:gd name="T42" fmla="*/ 274 w 289"/>
              <a:gd name="T43" fmla="*/ 7 h 246"/>
              <a:gd name="T44" fmla="*/ 224 w 289"/>
              <a:gd name="T45" fmla="*/ 14 h 246"/>
              <a:gd name="T46" fmla="*/ 229 w 289"/>
              <a:gd name="T47" fmla="*/ 30 h 246"/>
              <a:gd name="T48" fmla="*/ 180 w 289"/>
              <a:gd name="T49" fmla="*/ 99 h 246"/>
              <a:gd name="T50" fmla="*/ 1 w 289"/>
              <a:gd name="T51" fmla="*/ 168 h 246"/>
              <a:gd name="T52" fmla="*/ 103 w 289"/>
              <a:gd name="T53" fmla="*/ 165 h 246"/>
              <a:gd name="T54" fmla="*/ 266 w 289"/>
              <a:gd name="T55" fmla="*/ 34 h 246"/>
              <a:gd name="T56" fmla="*/ 282 w 289"/>
              <a:gd name="T57" fmla="*/ 58 h 246"/>
              <a:gd name="T58" fmla="*/ 38 w 289"/>
              <a:gd name="T59" fmla="*/ 131 h 246"/>
              <a:gd name="T60" fmla="*/ 40 w 289"/>
              <a:gd name="T61" fmla="*/ 141 h 246"/>
              <a:gd name="T62" fmla="*/ 50 w 289"/>
              <a:gd name="T63" fmla="*/ 139 h 246"/>
              <a:gd name="T64" fmla="*/ 70 w 289"/>
              <a:gd name="T65" fmla="*/ 125 h 246"/>
              <a:gd name="T66" fmla="*/ 50 w 289"/>
              <a:gd name="T67" fmla="*/ 79 h 246"/>
              <a:gd name="T68" fmla="*/ 40 w 289"/>
              <a:gd name="T69" fmla="*/ 74 h 246"/>
              <a:gd name="T70" fmla="*/ 31 w 289"/>
              <a:gd name="T71" fmla="*/ 69 h 246"/>
              <a:gd name="T72" fmla="*/ 45 w 289"/>
              <a:gd name="T73" fmla="*/ 54 h 246"/>
              <a:gd name="T74" fmla="*/ 60 w 289"/>
              <a:gd name="T75" fmla="*/ 60 h 246"/>
              <a:gd name="T76" fmla="*/ 62 w 289"/>
              <a:gd name="T77" fmla="*/ 62 h 246"/>
              <a:gd name="T78" fmla="*/ 75 w 289"/>
              <a:gd name="T79" fmla="*/ 59 h 246"/>
              <a:gd name="T80" fmla="*/ 57 w 289"/>
              <a:gd name="T81" fmla="*/ 40 h 246"/>
              <a:gd name="T82" fmla="*/ 50 w 289"/>
              <a:gd name="T83" fmla="*/ 31 h 246"/>
              <a:gd name="T84" fmla="*/ 40 w 289"/>
              <a:gd name="T85" fmla="*/ 29 h 246"/>
              <a:gd name="T86" fmla="*/ 38 w 289"/>
              <a:gd name="T87" fmla="*/ 39 h 246"/>
              <a:gd name="T88" fmla="*/ 15 w 289"/>
              <a:gd name="T89" fmla="*/ 75 h 246"/>
              <a:gd name="T90" fmla="*/ 49 w 289"/>
              <a:gd name="T91" fmla="*/ 96 h 246"/>
              <a:gd name="T92" fmla="*/ 59 w 289"/>
              <a:gd name="T93" fmla="*/ 103 h 246"/>
              <a:gd name="T94" fmla="*/ 47 w 289"/>
              <a:gd name="T95" fmla="*/ 117 h 246"/>
              <a:gd name="T96" fmla="*/ 28 w 289"/>
              <a:gd name="T97" fmla="*/ 110 h 246"/>
              <a:gd name="T98" fmla="*/ 26 w 289"/>
              <a:gd name="T99" fmla="*/ 108 h 246"/>
              <a:gd name="T100" fmla="*/ 13 w 289"/>
              <a:gd name="T101" fmla="*/ 111 h 246"/>
              <a:gd name="T102" fmla="*/ 38 w 289"/>
              <a:gd name="T103" fmla="*/ 131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89" h="246">
                <a:moveTo>
                  <a:pt x="0" y="236"/>
                </a:moveTo>
                <a:cubicBezTo>
                  <a:pt x="281" y="236"/>
                  <a:pt x="281" y="236"/>
                  <a:pt x="281" y="236"/>
                </a:cubicBezTo>
                <a:cubicBezTo>
                  <a:pt x="281" y="246"/>
                  <a:pt x="281" y="246"/>
                  <a:pt x="281" y="246"/>
                </a:cubicBezTo>
                <a:cubicBezTo>
                  <a:pt x="0" y="246"/>
                  <a:pt x="0" y="246"/>
                  <a:pt x="0" y="246"/>
                </a:cubicBezTo>
                <a:lnTo>
                  <a:pt x="0" y="236"/>
                </a:lnTo>
                <a:close/>
                <a:moveTo>
                  <a:pt x="53" y="228"/>
                </a:moveTo>
                <a:cubicBezTo>
                  <a:pt x="56" y="228"/>
                  <a:pt x="58" y="226"/>
                  <a:pt x="58" y="224"/>
                </a:cubicBezTo>
                <a:cubicBezTo>
                  <a:pt x="58" y="192"/>
                  <a:pt x="58" y="192"/>
                  <a:pt x="58" y="192"/>
                </a:cubicBezTo>
                <a:cubicBezTo>
                  <a:pt x="42" y="196"/>
                  <a:pt x="28" y="198"/>
                  <a:pt x="18" y="199"/>
                </a:cubicBezTo>
                <a:cubicBezTo>
                  <a:pt x="18" y="224"/>
                  <a:pt x="18" y="224"/>
                  <a:pt x="18" y="224"/>
                </a:cubicBezTo>
                <a:cubicBezTo>
                  <a:pt x="18" y="226"/>
                  <a:pt x="20" y="228"/>
                  <a:pt x="23" y="228"/>
                </a:cubicBezTo>
                <a:lnTo>
                  <a:pt x="53" y="228"/>
                </a:lnTo>
                <a:close/>
                <a:moveTo>
                  <a:pt x="104" y="228"/>
                </a:moveTo>
                <a:cubicBezTo>
                  <a:pt x="106" y="228"/>
                  <a:pt x="108" y="226"/>
                  <a:pt x="108" y="224"/>
                </a:cubicBezTo>
                <a:cubicBezTo>
                  <a:pt x="108" y="176"/>
                  <a:pt x="108" y="176"/>
                  <a:pt x="108" y="176"/>
                </a:cubicBezTo>
                <a:cubicBezTo>
                  <a:pt x="107" y="176"/>
                  <a:pt x="106" y="177"/>
                  <a:pt x="105" y="177"/>
                </a:cubicBezTo>
                <a:cubicBezTo>
                  <a:pt x="92" y="182"/>
                  <a:pt x="80" y="186"/>
                  <a:pt x="69" y="189"/>
                </a:cubicBezTo>
                <a:cubicBezTo>
                  <a:pt x="69" y="224"/>
                  <a:pt x="69" y="224"/>
                  <a:pt x="69" y="224"/>
                </a:cubicBezTo>
                <a:cubicBezTo>
                  <a:pt x="69" y="226"/>
                  <a:pt x="71" y="228"/>
                  <a:pt x="73" y="228"/>
                </a:cubicBezTo>
                <a:lnTo>
                  <a:pt x="104" y="228"/>
                </a:lnTo>
                <a:close/>
                <a:moveTo>
                  <a:pt x="154" y="228"/>
                </a:moveTo>
                <a:cubicBezTo>
                  <a:pt x="157" y="228"/>
                  <a:pt x="159" y="226"/>
                  <a:pt x="159" y="224"/>
                </a:cubicBezTo>
                <a:cubicBezTo>
                  <a:pt x="159" y="150"/>
                  <a:pt x="159" y="150"/>
                  <a:pt x="159" y="150"/>
                </a:cubicBezTo>
                <a:cubicBezTo>
                  <a:pt x="146" y="158"/>
                  <a:pt x="133" y="165"/>
                  <a:pt x="119" y="171"/>
                </a:cubicBezTo>
                <a:cubicBezTo>
                  <a:pt x="119" y="224"/>
                  <a:pt x="119" y="224"/>
                  <a:pt x="119" y="224"/>
                </a:cubicBezTo>
                <a:cubicBezTo>
                  <a:pt x="119" y="226"/>
                  <a:pt x="122" y="228"/>
                  <a:pt x="124" y="228"/>
                </a:cubicBezTo>
                <a:lnTo>
                  <a:pt x="154" y="228"/>
                </a:lnTo>
                <a:close/>
                <a:moveTo>
                  <a:pt x="205" y="228"/>
                </a:moveTo>
                <a:cubicBezTo>
                  <a:pt x="207" y="228"/>
                  <a:pt x="209" y="226"/>
                  <a:pt x="209" y="224"/>
                </a:cubicBezTo>
                <a:cubicBezTo>
                  <a:pt x="209" y="113"/>
                  <a:pt x="209" y="113"/>
                  <a:pt x="209" y="113"/>
                </a:cubicBezTo>
                <a:cubicBezTo>
                  <a:pt x="205" y="117"/>
                  <a:pt x="200" y="121"/>
                  <a:pt x="196" y="124"/>
                </a:cubicBezTo>
                <a:cubicBezTo>
                  <a:pt x="187" y="131"/>
                  <a:pt x="179" y="137"/>
                  <a:pt x="170" y="143"/>
                </a:cubicBezTo>
                <a:cubicBezTo>
                  <a:pt x="170" y="224"/>
                  <a:pt x="170" y="224"/>
                  <a:pt x="170" y="224"/>
                </a:cubicBezTo>
                <a:cubicBezTo>
                  <a:pt x="170" y="226"/>
                  <a:pt x="172" y="228"/>
                  <a:pt x="175" y="228"/>
                </a:cubicBezTo>
                <a:lnTo>
                  <a:pt x="205" y="228"/>
                </a:lnTo>
                <a:close/>
                <a:moveTo>
                  <a:pt x="256" y="228"/>
                </a:moveTo>
                <a:cubicBezTo>
                  <a:pt x="258" y="228"/>
                  <a:pt x="260" y="226"/>
                  <a:pt x="260" y="224"/>
                </a:cubicBezTo>
                <a:cubicBezTo>
                  <a:pt x="260" y="57"/>
                  <a:pt x="260" y="57"/>
                  <a:pt x="260" y="57"/>
                </a:cubicBezTo>
                <a:cubicBezTo>
                  <a:pt x="248" y="74"/>
                  <a:pt x="235" y="89"/>
                  <a:pt x="221" y="102"/>
                </a:cubicBezTo>
                <a:cubicBezTo>
                  <a:pt x="221" y="224"/>
                  <a:pt x="221" y="224"/>
                  <a:pt x="221" y="224"/>
                </a:cubicBezTo>
                <a:cubicBezTo>
                  <a:pt x="221" y="226"/>
                  <a:pt x="223" y="228"/>
                  <a:pt x="225" y="228"/>
                </a:cubicBezTo>
                <a:lnTo>
                  <a:pt x="256" y="228"/>
                </a:lnTo>
                <a:close/>
                <a:moveTo>
                  <a:pt x="287" y="47"/>
                </a:moveTo>
                <a:cubicBezTo>
                  <a:pt x="274" y="7"/>
                  <a:pt x="274" y="7"/>
                  <a:pt x="274" y="7"/>
                </a:cubicBezTo>
                <a:cubicBezTo>
                  <a:pt x="273" y="2"/>
                  <a:pt x="268" y="0"/>
                  <a:pt x="264" y="1"/>
                </a:cubicBezTo>
                <a:cubicBezTo>
                  <a:pt x="224" y="14"/>
                  <a:pt x="224" y="14"/>
                  <a:pt x="224" y="14"/>
                </a:cubicBezTo>
                <a:cubicBezTo>
                  <a:pt x="220" y="16"/>
                  <a:pt x="217" y="20"/>
                  <a:pt x="219" y="24"/>
                </a:cubicBezTo>
                <a:cubicBezTo>
                  <a:pt x="220" y="29"/>
                  <a:pt x="225" y="31"/>
                  <a:pt x="229" y="30"/>
                </a:cubicBezTo>
                <a:cubicBezTo>
                  <a:pt x="249" y="23"/>
                  <a:pt x="249" y="23"/>
                  <a:pt x="249" y="23"/>
                </a:cubicBezTo>
                <a:cubicBezTo>
                  <a:pt x="228" y="55"/>
                  <a:pt x="204" y="79"/>
                  <a:pt x="180" y="99"/>
                </a:cubicBezTo>
                <a:cubicBezTo>
                  <a:pt x="137" y="133"/>
                  <a:pt x="93" y="150"/>
                  <a:pt x="59" y="159"/>
                </a:cubicBezTo>
                <a:cubicBezTo>
                  <a:pt x="25" y="168"/>
                  <a:pt x="2" y="168"/>
                  <a:pt x="1" y="168"/>
                </a:cubicBezTo>
                <a:cubicBezTo>
                  <a:pt x="1" y="168"/>
                  <a:pt x="1" y="187"/>
                  <a:pt x="1" y="187"/>
                </a:cubicBezTo>
                <a:cubicBezTo>
                  <a:pt x="4" y="187"/>
                  <a:pt x="47" y="187"/>
                  <a:pt x="103" y="165"/>
                </a:cubicBezTo>
                <a:cubicBezTo>
                  <a:pt x="131" y="154"/>
                  <a:pt x="162" y="138"/>
                  <a:pt x="192" y="114"/>
                </a:cubicBezTo>
                <a:cubicBezTo>
                  <a:pt x="218" y="93"/>
                  <a:pt x="243" y="67"/>
                  <a:pt x="266" y="34"/>
                </a:cubicBezTo>
                <a:cubicBezTo>
                  <a:pt x="272" y="52"/>
                  <a:pt x="272" y="52"/>
                  <a:pt x="272" y="52"/>
                </a:cubicBezTo>
                <a:cubicBezTo>
                  <a:pt x="273" y="56"/>
                  <a:pt x="278" y="59"/>
                  <a:pt x="282" y="58"/>
                </a:cubicBezTo>
                <a:cubicBezTo>
                  <a:pt x="286" y="56"/>
                  <a:pt x="289" y="52"/>
                  <a:pt x="287" y="47"/>
                </a:cubicBezTo>
                <a:close/>
                <a:moveTo>
                  <a:pt x="38" y="131"/>
                </a:moveTo>
                <a:cubicBezTo>
                  <a:pt x="38" y="139"/>
                  <a:pt x="38" y="139"/>
                  <a:pt x="38" y="139"/>
                </a:cubicBezTo>
                <a:cubicBezTo>
                  <a:pt x="38" y="140"/>
                  <a:pt x="39" y="141"/>
                  <a:pt x="40" y="141"/>
                </a:cubicBezTo>
                <a:cubicBezTo>
                  <a:pt x="48" y="141"/>
                  <a:pt x="48" y="141"/>
                  <a:pt x="48" y="141"/>
                </a:cubicBezTo>
                <a:cubicBezTo>
                  <a:pt x="49" y="141"/>
                  <a:pt x="50" y="140"/>
                  <a:pt x="50" y="139"/>
                </a:cubicBezTo>
                <a:cubicBezTo>
                  <a:pt x="50" y="131"/>
                  <a:pt x="50" y="131"/>
                  <a:pt x="50" y="131"/>
                </a:cubicBezTo>
                <a:cubicBezTo>
                  <a:pt x="59" y="131"/>
                  <a:pt x="66" y="128"/>
                  <a:pt x="70" y="125"/>
                </a:cubicBezTo>
                <a:cubicBezTo>
                  <a:pt x="77" y="118"/>
                  <a:pt x="80" y="108"/>
                  <a:pt x="77" y="99"/>
                </a:cubicBezTo>
                <a:cubicBezTo>
                  <a:pt x="74" y="89"/>
                  <a:pt x="60" y="83"/>
                  <a:pt x="50" y="79"/>
                </a:cubicBezTo>
                <a:cubicBezTo>
                  <a:pt x="49" y="78"/>
                  <a:pt x="49" y="78"/>
                  <a:pt x="49" y="78"/>
                </a:cubicBezTo>
                <a:cubicBezTo>
                  <a:pt x="46" y="77"/>
                  <a:pt x="41" y="75"/>
                  <a:pt x="40" y="74"/>
                </a:cubicBezTo>
                <a:cubicBezTo>
                  <a:pt x="39" y="74"/>
                  <a:pt x="39" y="74"/>
                  <a:pt x="39" y="74"/>
                </a:cubicBezTo>
                <a:cubicBezTo>
                  <a:pt x="35" y="72"/>
                  <a:pt x="33" y="71"/>
                  <a:pt x="31" y="69"/>
                </a:cubicBezTo>
                <a:cubicBezTo>
                  <a:pt x="29" y="65"/>
                  <a:pt x="30" y="60"/>
                  <a:pt x="33" y="58"/>
                </a:cubicBezTo>
                <a:cubicBezTo>
                  <a:pt x="37" y="54"/>
                  <a:pt x="41" y="54"/>
                  <a:pt x="45" y="54"/>
                </a:cubicBezTo>
                <a:cubicBezTo>
                  <a:pt x="47" y="54"/>
                  <a:pt x="50" y="54"/>
                  <a:pt x="52" y="55"/>
                </a:cubicBezTo>
                <a:cubicBezTo>
                  <a:pt x="55" y="56"/>
                  <a:pt x="58" y="58"/>
                  <a:pt x="60" y="60"/>
                </a:cubicBezTo>
                <a:cubicBezTo>
                  <a:pt x="61" y="60"/>
                  <a:pt x="61" y="61"/>
                  <a:pt x="61" y="61"/>
                </a:cubicBezTo>
                <a:cubicBezTo>
                  <a:pt x="61" y="61"/>
                  <a:pt x="62" y="62"/>
                  <a:pt x="62" y="62"/>
                </a:cubicBezTo>
                <a:cubicBezTo>
                  <a:pt x="63" y="64"/>
                  <a:pt x="65" y="65"/>
                  <a:pt x="67" y="65"/>
                </a:cubicBezTo>
                <a:cubicBezTo>
                  <a:pt x="70" y="65"/>
                  <a:pt x="73" y="62"/>
                  <a:pt x="75" y="59"/>
                </a:cubicBezTo>
                <a:cubicBezTo>
                  <a:pt x="76" y="57"/>
                  <a:pt x="76" y="54"/>
                  <a:pt x="75" y="53"/>
                </a:cubicBezTo>
                <a:cubicBezTo>
                  <a:pt x="71" y="47"/>
                  <a:pt x="63" y="42"/>
                  <a:pt x="57" y="40"/>
                </a:cubicBezTo>
                <a:cubicBezTo>
                  <a:pt x="55" y="40"/>
                  <a:pt x="53" y="39"/>
                  <a:pt x="50" y="39"/>
                </a:cubicBezTo>
                <a:cubicBezTo>
                  <a:pt x="50" y="31"/>
                  <a:pt x="50" y="31"/>
                  <a:pt x="50" y="31"/>
                </a:cubicBezTo>
                <a:cubicBezTo>
                  <a:pt x="50" y="30"/>
                  <a:pt x="49" y="29"/>
                  <a:pt x="48" y="29"/>
                </a:cubicBezTo>
                <a:cubicBezTo>
                  <a:pt x="40" y="29"/>
                  <a:pt x="40" y="29"/>
                  <a:pt x="40" y="29"/>
                </a:cubicBezTo>
                <a:cubicBezTo>
                  <a:pt x="39" y="29"/>
                  <a:pt x="38" y="30"/>
                  <a:pt x="38" y="31"/>
                </a:cubicBezTo>
                <a:cubicBezTo>
                  <a:pt x="38" y="39"/>
                  <a:pt x="38" y="39"/>
                  <a:pt x="38" y="39"/>
                </a:cubicBezTo>
                <a:cubicBezTo>
                  <a:pt x="31" y="41"/>
                  <a:pt x="25" y="43"/>
                  <a:pt x="20" y="48"/>
                </a:cubicBezTo>
                <a:cubicBezTo>
                  <a:pt x="13" y="55"/>
                  <a:pt x="11" y="66"/>
                  <a:pt x="15" y="75"/>
                </a:cubicBezTo>
                <a:cubicBezTo>
                  <a:pt x="17" y="79"/>
                  <a:pt x="21" y="82"/>
                  <a:pt x="24" y="84"/>
                </a:cubicBezTo>
                <a:cubicBezTo>
                  <a:pt x="27" y="86"/>
                  <a:pt x="42" y="93"/>
                  <a:pt x="49" y="96"/>
                </a:cubicBezTo>
                <a:cubicBezTo>
                  <a:pt x="53" y="98"/>
                  <a:pt x="53" y="98"/>
                  <a:pt x="53" y="98"/>
                </a:cubicBezTo>
                <a:cubicBezTo>
                  <a:pt x="56" y="99"/>
                  <a:pt x="58" y="101"/>
                  <a:pt x="59" y="103"/>
                </a:cubicBezTo>
                <a:cubicBezTo>
                  <a:pt x="61" y="107"/>
                  <a:pt x="60" y="111"/>
                  <a:pt x="57" y="114"/>
                </a:cubicBezTo>
                <a:cubicBezTo>
                  <a:pt x="55" y="116"/>
                  <a:pt x="52" y="117"/>
                  <a:pt x="47" y="117"/>
                </a:cubicBezTo>
                <a:cubicBezTo>
                  <a:pt x="44" y="117"/>
                  <a:pt x="39" y="116"/>
                  <a:pt x="35" y="114"/>
                </a:cubicBezTo>
                <a:cubicBezTo>
                  <a:pt x="33" y="114"/>
                  <a:pt x="30" y="112"/>
                  <a:pt x="28" y="110"/>
                </a:cubicBezTo>
                <a:cubicBezTo>
                  <a:pt x="27" y="110"/>
                  <a:pt x="27" y="109"/>
                  <a:pt x="27" y="109"/>
                </a:cubicBezTo>
                <a:cubicBezTo>
                  <a:pt x="26" y="109"/>
                  <a:pt x="26" y="108"/>
                  <a:pt x="26" y="108"/>
                </a:cubicBezTo>
                <a:cubicBezTo>
                  <a:pt x="25" y="106"/>
                  <a:pt x="23" y="105"/>
                  <a:pt x="21" y="105"/>
                </a:cubicBezTo>
                <a:cubicBezTo>
                  <a:pt x="18" y="105"/>
                  <a:pt x="15" y="108"/>
                  <a:pt x="13" y="111"/>
                </a:cubicBezTo>
                <a:cubicBezTo>
                  <a:pt x="12" y="113"/>
                  <a:pt x="12" y="116"/>
                  <a:pt x="13" y="117"/>
                </a:cubicBezTo>
                <a:cubicBezTo>
                  <a:pt x="18" y="125"/>
                  <a:pt x="28" y="129"/>
                  <a:pt x="38" y="1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6" name="Freeform 17"/>
          <p:cNvSpPr>
            <a:spLocks noEditPoints="1"/>
          </p:cNvSpPr>
          <p:nvPr/>
        </p:nvSpPr>
        <p:spPr bwMode="auto">
          <a:xfrm>
            <a:off x="3858078" y="1971037"/>
            <a:ext cx="289454" cy="239844"/>
          </a:xfrm>
          <a:custGeom>
            <a:avLst/>
            <a:gdLst>
              <a:gd name="T0" fmla="*/ 170 w 326"/>
              <a:gd name="T1" fmla="*/ 108 h 272"/>
              <a:gd name="T2" fmla="*/ 148 w 326"/>
              <a:gd name="T3" fmla="*/ 160 h 272"/>
              <a:gd name="T4" fmla="*/ 148 w 326"/>
              <a:gd name="T5" fmla="*/ 106 h 272"/>
              <a:gd name="T6" fmla="*/ 206 w 326"/>
              <a:gd name="T7" fmla="*/ 83 h 272"/>
              <a:gd name="T8" fmla="*/ 181 w 326"/>
              <a:gd name="T9" fmla="*/ 83 h 272"/>
              <a:gd name="T10" fmla="*/ 204 w 326"/>
              <a:gd name="T11" fmla="*/ 160 h 272"/>
              <a:gd name="T12" fmla="*/ 242 w 326"/>
              <a:gd name="T13" fmla="*/ 118 h 272"/>
              <a:gd name="T14" fmla="*/ 217 w 326"/>
              <a:gd name="T15" fmla="*/ 118 h 272"/>
              <a:gd name="T16" fmla="*/ 239 w 326"/>
              <a:gd name="T17" fmla="*/ 160 h 272"/>
              <a:gd name="T18" fmla="*/ 277 w 326"/>
              <a:gd name="T19" fmla="*/ 97 h 272"/>
              <a:gd name="T20" fmla="*/ 252 w 326"/>
              <a:gd name="T21" fmla="*/ 97 h 272"/>
              <a:gd name="T22" fmla="*/ 275 w 326"/>
              <a:gd name="T23" fmla="*/ 160 h 272"/>
              <a:gd name="T24" fmla="*/ 73 w 326"/>
              <a:gd name="T25" fmla="*/ 50 h 272"/>
              <a:gd name="T26" fmla="*/ 53 w 326"/>
              <a:gd name="T27" fmla="*/ 14 h 272"/>
              <a:gd name="T28" fmla="*/ 32 w 326"/>
              <a:gd name="T29" fmla="*/ 50 h 272"/>
              <a:gd name="T30" fmla="*/ 106 w 326"/>
              <a:gd name="T31" fmla="*/ 128 h 272"/>
              <a:gd name="T32" fmla="*/ 116 w 326"/>
              <a:gd name="T33" fmla="*/ 127 h 272"/>
              <a:gd name="T34" fmla="*/ 145 w 326"/>
              <a:gd name="T35" fmla="*/ 98 h 272"/>
              <a:gd name="T36" fmla="*/ 165 w 326"/>
              <a:gd name="T37" fmla="*/ 62 h 272"/>
              <a:gd name="T38" fmla="*/ 131 w 326"/>
              <a:gd name="T39" fmla="*/ 86 h 272"/>
              <a:gd name="T40" fmla="*/ 110 w 326"/>
              <a:gd name="T41" fmla="*/ 107 h 272"/>
              <a:gd name="T42" fmla="*/ 89 w 326"/>
              <a:gd name="T43" fmla="*/ 83 h 272"/>
              <a:gd name="T44" fmla="*/ 87 w 326"/>
              <a:gd name="T45" fmla="*/ 80 h 272"/>
              <a:gd name="T46" fmla="*/ 58 w 326"/>
              <a:gd name="T47" fmla="*/ 102 h 272"/>
              <a:gd name="T48" fmla="*/ 54 w 326"/>
              <a:gd name="T49" fmla="*/ 75 h 272"/>
              <a:gd name="T50" fmla="*/ 49 w 326"/>
              <a:gd name="T51" fmla="*/ 84 h 272"/>
              <a:gd name="T52" fmla="*/ 33 w 326"/>
              <a:gd name="T53" fmla="*/ 75 h 272"/>
              <a:gd name="T54" fmla="*/ 2 w 326"/>
              <a:gd name="T55" fmla="*/ 165 h 272"/>
              <a:gd name="T56" fmla="*/ 18 w 326"/>
              <a:gd name="T57" fmla="*/ 133 h 272"/>
              <a:gd name="T58" fmla="*/ 25 w 326"/>
              <a:gd name="T59" fmla="*/ 167 h 272"/>
              <a:gd name="T60" fmla="*/ 49 w 326"/>
              <a:gd name="T61" fmla="*/ 259 h 272"/>
              <a:gd name="T62" fmla="*/ 55 w 326"/>
              <a:gd name="T63" fmla="*/ 259 h 272"/>
              <a:gd name="T64" fmla="*/ 80 w 326"/>
              <a:gd name="T65" fmla="*/ 167 h 272"/>
              <a:gd name="T66" fmla="*/ 86 w 326"/>
              <a:gd name="T67" fmla="*/ 109 h 272"/>
              <a:gd name="T68" fmla="*/ 102 w 326"/>
              <a:gd name="T69" fmla="*/ 126 h 272"/>
              <a:gd name="T70" fmla="*/ 156 w 326"/>
              <a:gd name="T71" fmla="*/ 215 h 272"/>
              <a:gd name="T72" fmla="*/ 151 w 326"/>
              <a:gd name="T73" fmla="*/ 271 h 272"/>
              <a:gd name="T74" fmla="*/ 204 w 326"/>
              <a:gd name="T75" fmla="*/ 215 h 272"/>
              <a:gd name="T76" fmla="*/ 212 w 326"/>
              <a:gd name="T77" fmla="*/ 247 h 272"/>
              <a:gd name="T78" fmla="*/ 251 w 326"/>
              <a:gd name="T79" fmla="*/ 215 h 272"/>
              <a:gd name="T80" fmla="*/ 273 w 326"/>
              <a:gd name="T81" fmla="*/ 271 h 272"/>
              <a:gd name="T82" fmla="*/ 274 w 326"/>
              <a:gd name="T83" fmla="*/ 215 h 272"/>
              <a:gd name="T84" fmla="*/ 142 w 326"/>
              <a:gd name="T85" fmla="*/ 208 h 272"/>
              <a:gd name="T86" fmla="*/ 211 w 326"/>
              <a:gd name="T87" fmla="*/ 0 h 272"/>
              <a:gd name="T88" fmla="*/ 219 w 326"/>
              <a:gd name="T89" fmla="*/ 26 h 272"/>
              <a:gd name="T90" fmla="*/ 112 w 326"/>
              <a:gd name="T91" fmla="*/ 30 h 272"/>
              <a:gd name="T92" fmla="*/ 106 w 326"/>
              <a:gd name="T93" fmla="*/ 97 h 272"/>
              <a:gd name="T94" fmla="*/ 112 w 326"/>
              <a:gd name="T95" fmla="*/ 39 h 272"/>
              <a:gd name="T96" fmla="*/ 317 w 326"/>
              <a:gd name="T97" fmla="*/ 45 h 272"/>
              <a:gd name="T98" fmla="*/ 311 w 326"/>
              <a:gd name="T99" fmla="*/ 194 h 272"/>
              <a:gd name="T100" fmla="*/ 106 w 326"/>
              <a:gd name="T101" fmla="*/ 188 h 272"/>
              <a:gd name="T102" fmla="*/ 102 w 326"/>
              <a:gd name="T103" fmla="*/ 131 h 272"/>
              <a:gd name="T104" fmla="*/ 97 w 326"/>
              <a:gd name="T105" fmla="*/ 127 h 272"/>
              <a:gd name="T106" fmla="*/ 311 w 326"/>
              <a:gd name="T107" fmla="*/ 204 h 272"/>
              <a:gd name="T108" fmla="*/ 311 w 326"/>
              <a:gd name="T109" fmla="*/ 3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26" h="272">
                <a:moveTo>
                  <a:pt x="148" y="106"/>
                </a:moveTo>
                <a:cubicBezTo>
                  <a:pt x="168" y="106"/>
                  <a:pt x="168" y="106"/>
                  <a:pt x="168" y="106"/>
                </a:cubicBezTo>
                <a:cubicBezTo>
                  <a:pt x="169" y="106"/>
                  <a:pt x="170" y="107"/>
                  <a:pt x="170" y="108"/>
                </a:cubicBezTo>
                <a:cubicBezTo>
                  <a:pt x="170" y="158"/>
                  <a:pt x="170" y="158"/>
                  <a:pt x="170" y="158"/>
                </a:cubicBezTo>
                <a:cubicBezTo>
                  <a:pt x="170" y="159"/>
                  <a:pt x="169" y="160"/>
                  <a:pt x="168" y="160"/>
                </a:cubicBezTo>
                <a:cubicBezTo>
                  <a:pt x="148" y="160"/>
                  <a:pt x="148" y="160"/>
                  <a:pt x="148" y="160"/>
                </a:cubicBezTo>
                <a:cubicBezTo>
                  <a:pt x="147" y="160"/>
                  <a:pt x="146" y="159"/>
                  <a:pt x="146" y="158"/>
                </a:cubicBezTo>
                <a:cubicBezTo>
                  <a:pt x="146" y="108"/>
                  <a:pt x="146" y="108"/>
                  <a:pt x="146" y="108"/>
                </a:cubicBezTo>
                <a:cubicBezTo>
                  <a:pt x="146" y="107"/>
                  <a:pt x="147" y="106"/>
                  <a:pt x="148" y="106"/>
                </a:cubicBezTo>
                <a:close/>
                <a:moveTo>
                  <a:pt x="204" y="160"/>
                </a:moveTo>
                <a:cubicBezTo>
                  <a:pt x="205" y="160"/>
                  <a:pt x="206" y="159"/>
                  <a:pt x="206" y="158"/>
                </a:cubicBezTo>
                <a:cubicBezTo>
                  <a:pt x="206" y="83"/>
                  <a:pt x="206" y="83"/>
                  <a:pt x="206" y="83"/>
                </a:cubicBezTo>
                <a:cubicBezTo>
                  <a:pt x="206" y="82"/>
                  <a:pt x="205" y="81"/>
                  <a:pt x="204" y="81"/>
                </a:cubicBezTo>
                <a:cubicBezTo>
                  <a:pt x="183" y="81"/>
                  <a:pt x="183" y="81"/>
                  <a:pt x="183" y="81"/>
                </a:cubicBezTo>
                <a:cubicBezTo>
                  <a:pt x="182" y="81"/>
                  <a:pt x="181" y="82"/>
                  <a:pt x="181" y="83"/>
                </a:cubicBezTo>
                <a:cubicBezTo>
                  <a:pt x="181" y="158"/>
                  <a:pt x="181" y="158"/>
                  <a:pt x="181" y="158"/>
                </a:cubicBezTo>
                <a:cubicBezTo>
                  <a:pt x="181" y="159"/>
                  <a:pt x="182" y="160"/>
                  <a:pt x="183" y="160"/>
                </a:cubicBezTo>
                <a:lnTo>
                  <a:pt x="204" y="160"/>
                </a:lnTo>
                <a:close/>
                <a:moveTo>
                  <a:pt x="239" y="160"/>
                </a:moveTo>
                <a:cubicBezTo>
                  <a:pt x="241" y="160"/>
                  <a:pt x="242" y="159"/>
                  <a:pt x="242" y="158"/>
                </a:cubicBezTo>
                <a:cubicBezTo>
                  <a:pt x="242" y="118"/>
                  <a:pt x="242" y="118"/>
                  <a:pt x="242" y="118"/>
                </a:cubicBezTo>
                <a:cubicBezTo>
                  <a:pt x="242" y="117"/>
                  <a:pt x="241" y="116"/>
                  <a:pt x="239" y="116"/>
                </a:cubicBezTo>
                <a:cubicBezTo>
                  <a:pt x="219" y="116"/>
                  <a:pt x="219" y="116"/>
                  <a:pt x="219" y="116"/>
                </a:cubicBezTo>
                <a:cubicBezTo>
                  <a:pt x="218" y="116"/>
                  <a:pt x="217" y="117"/>
                  <a:pt x="217" y="118"/>
                </a:cubicBezTo>
                <a:cubicBezTo>
                  <a:pt x="217" y="158"/>
                  <a:pt x="217" y="158"/>
                  <a:pt x="217" y="158"/>
                </a:cubicBezTo>
                <a:cubicBezTo>
                  <a:pt x="217" y="159"/>
                  <a:pt x="218" y="160"/>
                  <a:pt x="219" y="160"/>
                </a:cubicBezTo>
                <a:lnTo>
                  <a:pt x="239" y="160"/>
                </a:lnTo>
                <a:close/>
                <a:moveTo>
                  <a:pt x="275" y="160"/>
                </a:moveTo>
                <a:cubicBezTo>
                  <a:pt x="276" y="160"/>
                  <a:pt x="277" y="159"/>
                  <a:pt x="277" y="158"/>
                </a:cubicBezTo>
                <a:cubicBezTo>
                  <a:pt x="277" y="97"/>
                  <a:pt x="277" y="97"/>
                  <a:pt x="277" y="97"/>
                </a:cubicBezTo>
                <a:cubicBezTo>
                  <a:pt x="277" y="96"/>
                  <a:pt x="276" y="95"/>
                  <a:pt x="275" y="95"/>
                </a:cubicBezTo>
                <a:cubicBezTo>
                  <a:pt x="255" y="95"/>
                  <a:pt x="255" y="95"/>
                  <a:pt x="255" y="95"/>
                </a:cubicBezTo>
                <a:cubicBezTo>
                  <a:pt x="253" y="95"/>
                  <a:pt x="252" y="96"/>
                  <a:pt x="252" y="97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52" y="159"/>
                  <a:pt x="253" y="160"/>
                  <a:pt x="255" y="160"/>
                </a:cubicBezTo>
                <a:lnTo>
                  <a:pt x="275" y="160"/>
                </a:lnTo>
                <a:close/>
                <a:moveTo>
                  <a:pt x="32" y="50"/>
                </a:moveTo>
                <a:cubicBezTo>
                  <a:pt x="35" y="60"/>
                  <a:pt x="42" y="69"/>
                  <a:pt x="53" y="69"/>
                </a:cubicBezTo>
                <a:cubicBezTo>
                  <a:pt x="63" y="69"/>
                  <a:pt x="70" y="60"/>
                  <a:pt x="73" y="50"/>
                </a:cubicBezTo>
                <a:cubicBezTo>
                  <a:pt x="76" y="48"/>
                  <a:pt x="78" y="44"/>
                  <a:pt x="77" y="41"/>
                </a:cubicBezTo>
                <a:cubicBezTo>
                  <a:pt x="77" y="38"/>
                  <a:pt x="76" y="37"/>
                  <a:pt x="74" y="37"/>
                </a:cubicBezTo>
                <a:cubicBezTo>
                  <a:pt x="74" y="24"/>
                  <a:pt x="65" y="14"/>
                  <a:pt x="53" y="14"/>
                </a:cubicBezTo>
                <a:cubicBezTo>
                  <a:pt x="40" y="14"/>
                  <a:pt x="32" y="24"/>
                  <a:pt x="31" y="37"/>
                </a:cubicBezTo>
                <a:cubicBezTo>
                  <a:pt x="29" y="37"/>
                  <a:pt x="28" y="38"/>
                  <a:pt x="27" y="41"/>
                </a:cubicBezTo>
                <a:cubicBezTo>
                  <a:pt x="27" y="44"/>
                  <a:pt x="29" y="49"/>
                  <a:pt x="32" y="50"/>
                </a:cubicBezTo>
                <a:close/>
                <a:moveTo>
                  <a:pt x="102" y="126"/>
                </a:moveTo>
                <a:cubicBezTo>
                  <a:pt x="103" y="127"/>
                  <a:pt x="103" y="127"/>
                  <a:pt x="104" y="127"/>
                </a:cubicBezTo>
                <a:cubicBezTo>
                  <a:pt x="104" y="128"/>
                  <a:pt x="105" y="128"/>
                  <a:pt x="106" y="128"/>
                </a:cubicBezTo>
                <a:cubicBezTo>
                  <a:pt x="107" y="129"/>
                  <a:pt x="108" y="129"/>
                  <a:pt x="109" y="129"/>
                </a:cubicBezTo>
                <a:cubicBezTo>
                  <a:pt x="110" y="129"/>
                  <a:pt x="111" y="128"/>
                  <a:pt x="112" y="128"/>
                </a:cubicBezTo>
                <a:cubicBezTo>
                  <a:pt x="114" y="128"/>
                  <a:pt x="115" y="127"/>
                  <a:pt x="116" y="127"/>
                </a:cubicBezTo>
                <a:cubicBezTo>
                  <a:pt x="117" y="126"/>
                  <a:pt x="118" y="125"/>
                  <a:pt x="120" y="124"/>
                </a:cubicBezTo>
                <a:cubicBezTo>
                  <a:pt x="122" y="121"/>
                  <a:pt x="125" y="119"/>
                  <a:pt x="128" y="116"/>
                </a:cubicBezTo>
                <a:cubicBezTo>
                  <a:pt x="136" y="108"/>
                  <a:pt x="145" y="98"/>
                  <a:pt x="145" y="98"/>
                </a:cubicBezTo>
                <a:cubicBezTo>
                  <a:pt x="148" y="95"/>
                  <a:pt x="148" y="89"/>
                  <a:pt x="145" y="85"/>
                </a:cubicBezTo>
                <a:cubicBezTo>
                  <a:pt x="165" y="66"/>
                  <a:pt x="165" y="66"/>
                  <a:pt x="165" y="66"/>
                </a:cubicBezTo>
                <a:cubicBezTo>
                  <a:pt x="166" y="65"/>
                  <a:pt x="166" y="63"/>
                  <a:pt x="165" y="62"/>
                </a:cubicBezTo>
                <a:cubicBezTo>
                  <a:pt x="164" y="61"/>
                  <a:pt x="162" y="61"/>
                  <a:pt x="161" y="62"/>
                </a:cubicBezTo>
                <a:cubicBezTo>
                  <a:pt x="139" y="83"/>
                  <a:pt x="139" y="83"/>
                  <a:pt x="139" y="83"/>
                </a:cubicBezTo>
                <a:cubicBezTo>
                  <a:pt x="136" y="82"/>
                  <a:pt x="133" y="83"/>
                  <a:pt x="131" y="86"/>
                </a:cubicBezTo>
                <a:cubicBezTo>
                  <a:pt x="131" y="86"/>
                  <a:pt x="131" y="86"/>
                  <a:pt x="131" y="86"/>
                </a:cubicBezTo>
                <a:cubicBezTo>
                  <a:pt x="129" y="87"/>
                  <a:pt x="123" y="94"/>
                  <a:pt x="117" y="100"/>
                </a:cubicBezTo>
                <a:cubicBezTo>
                  <a:pt x="115" y="103"/>
                  <a:pt x="112" y="105"/>
                  <a:pt x="110" y="107"/>
                </a:cubicBezTo>
                <a:cubicBezTo>
                  <a:pt x="108" y="106"/>
                  <a:pt x="106" y="104"/>
                  <a:pt x="105" y="102"/>
                </a:cubicBezTo>
                <a:cubicBezTo>
                  <a:pt x="101" y="97"/>
                  <a:pt x="96" y="92"/>
                  <a:pt x="93" y="88"/>
                </a:cubicBezTo>
                <a:cubicBezTo>
                  <a:pt x="91" y="86"/>
                  <a:pt x="90" y="84"/>
                  <a:pt x="89" y="83"/>
                </a:cubicBezTo>
                <a:cubicBezTo>
                  <a:pt x="88" y="82"/>
                  <a:pt x="88" y="82"/>
                  <a:pt x="88" y="82"/>
                </a:cubicBezTo>
                <a:cubicBezTo>
                  <a:pt x="88" y="81"/>
                  <a:pt x="87" y="81"/>
                  <a:pt x="87" y="81"/>
                </a:cubicBezTo>
                <a:cubicBezTo>
                  <a:pt x="87" y="81"/>
                  <a:pt x="87" y="81"/>
                  <a:pt x="87" y="80"/>
                </a:cubicBezTo>
                <a:cubicBezTo>
                  <a:pt x="86" y="79"/>
                  <a:pt x="83" y="77"/>
                  <a:pt x="73" y="74"/>
                </a:cubicBezTo>
                <a:cubicBezTo>
                  <a:pt x="71" y="74"/>
                  <a:pt x="69" y="73"/>
                  <a:pt x="67" y="73"/>
                </a:cubicBezTo>
                <a:cubicBezTo>
                  <a:pt x="66" y="77"/>
                  <a:pt x="65" y="88"/>
                  <a:pt x="58" y="102"/>
                </a:cubicBezTo>
                <a:cubicBezTo>
                  <a:pt x="57" y="93"/>
                  <a:pt x="55" y="85"/>
                  <a:pt x="55" y="84"/>
                </a:cubicBezTo>
                <a:cubicBezTo>
                  <a:pt x="58" y="78"/>
                  <a:pt x="58" y="78"/>
                  <a:pt x="58" y="78"/>
                </a:cubicBezTo>
                <a:cubicBezTo>
                  <a:pt x="54" y="75"/>
                  <a:pt x="54" y="75"/>
                  <a:pt x="54" y="75"/>
                </a:cubicBezTo>
                <a:cubicBezTo>
                  <a:pt x="51" y="75"/>
                  <a:pt x="51" y="75"/>
                  <a:pt x="51" y="75"/>
                </a:cubicBezTo>
                <a:cubicBezTo>
                  <a:pt x="47" y="78"/>
                  <a:pt x="47" y="78"/>
                  <a:pt x="47" y="78"/>
                </a:cubicBezTo>
                <a:cubicBezTo>
                  <a:pt x="49" y="84"/>
                  <a:pt x="49" y="84"/>
                  <a:pt x="49" y="84"/>
                </a:cubicBezTo>
                <a:cubicBezTo>
                  <a:pt x="49" y="85"/>
                  <a:pt x="48" y="93"/>
                  <a:pt x="47" y="102"/>
                </a:cubicBezTo>
                <a:cubicBezTo>
                  <a:pt x="40" y="88"/>
                  <a:pt x="38" y="77"/>
                  <a:pt x="38" y="73"/>
                </a:cubicBezTo>
                <a:cubicBezTo>
                  <a:pt x="36" y="73"/>
                  <a:pt x="34" y="74"/>
                  <a:pt x="33" y="75"/>
                </a:cubicBezTo>
                <a:cubicBezTo>
                  <a:pt x="27" y="76"/>
                  <a:pt x="18" y="79"/>
                  <a:pt x="14" y="82"/>
                </a:cubicBezTo>
                <a:cubicBezTo>
                  <a:pt x="11" y="84"/>
                  <a:pt x="3" y="96"/>
                  <a:pt x="0" y="132"/>
                </a:cubicBezTo>
                <a:cubicBezTo>
                  <a:pt x="0" y="143"/>
                  <a:pt x="2" y="165"/>
                  <a:pt x="2" y="165"/>
                </a:cubicBezTo>
                <a:cubicBezTo>
                  <a:pt x="3" y="171"/>
                  <a:pt x="4" y="176"/>
                  <a:pt x="10" y="176"/>
                </a:cubicBezTo>
                <a:cubicBezTo>
                  <a:pt x="17" y="177"/>
                  <a:pt x="19" y="172"/>
                  <a:pt x="19" y="166"/>
                </a:cubicBezTo>
                <a:cubicBezTo>
                  <a:pt x="19" y="166"/>
                  <a:pt x="17" y="148"/>
                  <a:pt x="18" y="133"/>
                </a:cubicBezTo>
                <a:cubicBezTo>
                  <a:pt x="19" y="121"/>
                  <a:pt x="22" y="104"/>
                  <a:pt x="24" y="103"/>
                </a:cubicBezTo>
                <a:cubicBezTo>
                  <a:pt x="24" y="103"/>
                  <a:pt x="24" y="161"/>
                  <a:pt x="24" y="161"/>
                </a:cubicBezTo>
                <a:cubicBezTo>
                  <a:pt x="24" y="163"/>
                  <a:pt x="24" y="165"/>
                  <a:pt x="25" y="167"/>
                </a:cubicBezTo>
                <a:cubicBezTo>
                  <a:pt x="25" y="259"/>
                  <a:pt x="25" y="259"/>
                  <a:pt x="25" y="259"/>
                </a:cubicBezTo>
                <a:cubicBezTo>
                  <a:pt x="25" y="266"/>
                  <a:pt x="30" y="271"/>
                  <a:pt x="37" y="271"/>
                </a:cubicBezTo>
                <a:cubicBezTo>
                  <a:pt x="44" y="271"/>
                  <a:pt x="49" y="266"/>
                  <a:pt x="49" y="259"/>
                </a:cubicBezTo>
                <a:cubicBezTo>
                  <a:pt x="49" y="177"/>
                  <a:pt x="49" y="177"/>
                  <a:pt x="49" y="177"/>
                </a:cubicBezTo>
                <a:cubicBezTo>
                  <a:pt x="55" y="177"/>
                  <a:pt x="55" y="177"/>
                  <a:pt x="55" y="177"/>
                </a:cubicBezTo>
                <a:cubicBezTo>
                  <a:pt x="55" y="259"/>
                  <a:pt x="55" y="259"/>
                  <a:pt x="55" y="259"/>
                </a:cubicBezTo>
                <a:cubicBezTo>
                  <a:pt x="55" y="266"/>
                  <a:pt x="61" y="271"/>
                  <a:pt x="68" y="271"/>
                </a:cubicBezTo>
                <a:cubicBezTo>
                  <a:pt x="74" y="271"/>
                  <a:pt x="80" y="266"/>
                  <a:pt x="80" y="259"/>
                </a:cubicBezTo>
                <a:cubicBezTo>
                  <a:pt x="80" y="167"/>
                  <a:pt x="80" y="167"/>
                  <a:pt x="80" y="167"/>
                </a:cubicBezTo>
                <a:cubicBezTo>
                  <a:pt x="80" y="165"/>
                  <a:pt x="81" y="163"/>
                  <a:pt x="81" y="161"/>
                </a:cubicBezTo>
                <a:cubicBezTo>
                  <a:pt x="81" y="103"/>
                  <a:pt x="81" y="103"/>
                  <a:pt x="81" y="103"/>
                </a:cubicBezTo>
                <a:cubicBezTo>
                  <a:pt x="82" y="105"/>
                  <a:pt x="84" y="107"/>
                  <a:pt x="86" y="109"/>
                </a:cubicBezTo>
                <a:cubicBezTo>
                  <a:pt x="89" y="113"/>
                  <a:pt x="93" y="117"/>
                  <a:pt x="96" y="120"/>
                </a:cubicBezTo>
                <a:cubicBezTo>
                  <a:pt x="97" y="122"/>
                  <a:pt x="99" y="123"/>
                  <a:pt x="100" y="124"/>
                </a:cubicBezTo>
                <a:cubicBezTo>
                  <a:pt x="101" y="125"/>
                  <a:pt x="101" y="126"/>
                  <a:pt x="102" y="126"/>
                </a:cubicBezTo>
                <a:close/>
                <a:moveTo>
                  <a:pt x="142" y="208"/>
                </a:moveTo>
                <a:cubicBezTo>
                  <a:pt x="142" y="212"/>
                  <a:pt x="145" y="215"/>
                  <a:pt x="148" y="215"/>
                </a:cubicBezTo>
                <a:cubicBezTo>
                  <a:pt x="156" y="215"/>
                  <a:pt x="156" y="215"/>
                  <a:pt x="156" y="215"/>
                </a:cubicBezTo>
                <a:cubicBezTo>
                  <a:pt x="145" y="262"/>
                  <a:pt x="145" y="262"/>
                  <a:pt x="145" y="262"/>
                </a:cubicBezTo>
                <a:cubicBezTo>
                  <a:pt x="144" y="266"/>
                  <a:pt x="147" y="270"/>
                  <a:pt x="150" y="271"/>
                </a:cubicBezTo>
                <a:cubicBezTo>
                  <a:pt x="151" y="271"/>
                  <a:pt x="151" y="271"/>
                  <a:pt x="151" y="271"/>
                </a:cubicBezTo>
                <a:cubicBezTo>
                  <a:pt x="155" y="272"/>
                  <a:pt x="159" y="270"/>
                  <a:pt x="160" y="266"/>
                </a:cubicBezTo>
                <a:cubicBezTo>
                  <a:pt x="172" y="215"/>
                  <a:pt x="172" y="215"/>
                  <a:pt x="172" y="215"/>
                </a:cubicBezTo>
                <a:cubicBezTo>
                  <a:pt x="204" y="215"/>
                  <a:pt x="204" y="215"/>
                  <a:pt x="204" y="215"/>
                </a:cubicBezTo>
                <a:cubicBezTo>
                  <a:pt x="204" y="240"/>
                  <a:pt x="204" y="240"/>
                  <a:pt x="204" y="240"/>
                </a:cubicBezTo>
                <a:cubicBezTo>
                  <a:pt x="204" y="244"/>
                  <a:pt x="207" y="247"/>
                  <a:pt x="211" y="247"/>
                </a:cubicBezTo>
                <a:cubicBezTo>
                  <a:pt x="212" y="247"/>
                  <a:pt x="212" y="247"/>
                  <a:pt x="212" y="247"/>
                </a:cubicBezTo>
                <a:cubicBezTo>
                  <a:pt x="216" y="247"/>
                  <a:pt x="219" y="244"/>
                  <a:pt x="219" y="240"/>
                </a:cubicBezTo>
                <a:cubicBezTo>
                  <a:pt x="219" y="215"/>
                  <a:pt x="219" y="215"/>
                  <a:pt x="219" y="215"/>
                </a:cubicBezTo>
                <a:cubicBezTo>
                  <a:pt x="251" y="215"/>
                  <a:pt x="251" y="215"/>
                  <a:pt x="251" y="215"/>
                </a:cubicBezTo>
                <a:cubicBezTo>
                  <a:pt x="263" y="266"/>
                  <a:pt x="263" y="266"/>
                  <a:pt x="263" y="266"/>
                </a:cubicBezTo>
                <a:cubicBezTo>
                  <a:pt x="264" y="270"/>
                  <a:pt x="268" y="272"/>
                  <a:pt x="272" y="271"/>
                </a:cubicBezTo>
                <a:cubicBezTo>
                  <a:pt x="273" y="271"/>
                  <a:pt x="273" y="271"/>
                  <a:pt x="273" y="271"/>
                </a:cubicBezTo>
                <a:cubicBezTo>
                  <a:pt x="277" y="270"/>
                  <a:pt x="279" y="266"/>
                  <a:pt x="278" y="262"/>
                </a:cubicBezTo>
                <a:cubicBezTo>
                  <a:pt x="267" y="215"/>
                  <a:pt x="267" y="215"/>
                  <a:pt x="267" y="215"/>
                </a:cubicBezTo>
                <a:cubicBezTo>
                  <a:pt x="274" y="215"/>
                  <a:pt x="274" y="215"/>
                  <a:pt x="274" y="215"/>
                </a:cubicBezTo>
                <a:cubicBezTo>
                  <a:pt x="278" y="215"/>
                  <a:pt x="281" y="212"/>
                  <a:pt x="281" y="208"/>
                </a:cubicBezTo>
                <a:cubicBezTo>
                  <a:pt x="281" y="208"/>
                  <a:pt x="281" y="208"/>
                  <a:pt x="281" y="208"/>
                </a:cubicBezTo>
                <a:cubicBezTo>
                  <a:pt x="142" y="208"/>
                  <a:pt x="142" y="208"/>
                  <a:pt x="142" y="208"/>
                </a:cubicBezTo>
                <a:close/>
                <a:moveTo>
                  <a:pt x="219" y="8"/>
                </a:moveTo>
                <a:cubicBezTo>
                  <a:pt x="219" y="3"/>
                  <a:pt x="216" y="0"/>
                  <a:pt x="212" y="0"/>
                </a:cubicBezTo>
                <a:cubicBezTo>
                  <a:pt x="211" y="0"/>
                  <a:pt x="211" y="0"/>
                  <a:pt x="211" y="0"/>
                </a:cubicBezTo>
                <a:cubicBezTo>
                  <a:pt x="207" y="0"/>
                  <a:pt x="204" y="3"/>
                  <a:pt x="204" y="8"/>
                </a:cubicBezTo>
                <a:cubicBezTo>
                  <a:pt x="204" y="26"/>
                  <a:pt x="204" y="26"/>
                  <a:pt x="204" y="26"/>
                </a:cubicBezTo>
                <a:cubicBezTo>
                  <a:pt x="219" y="26"/>
                  <a:pt x="219" y="26"/>
                  <a:pt x="219" y="26"/>
                </a:cubicBezTo>
                <a:lnTo>
                  <a:pt x="219" y="8"/>
                </a:lnTo>
                <a:close/>
                <a:moveTo>
                  <a:pt x="311" y="30"/>
                </a:moveTo>
                <a:cubicBezTo>
                  <a:pt x="112" y="30"/>
                  <a:pt x="112" y="30"/>
                  <a:pt x="112" y="30"/>
                </a:cubicBezTo>
                <a:cubicBezTo>
                  <a:pt x="104" y="30"/>
                  <a:pt x="97" y="37"/>
                  <a:pt x="97" y="45"/>
                </a:cubicBezTo>
                <a:cubicBezTo>
                  <a:pt x="97" y="86"/>
                  <a:pt x="97" y="86"/>
                  <a:pt x="97" y="86"/>
                </a:cubicBezTo>
                <a:cubicBezTo>
                  <a:pt x="99" y="89"/>
                  <a:pt x="103" y="93"/>
                  <a:pt x="106" y="97"/>
                </a:cubicBezTo>
                <a:cubicBezTo>
                  <a:pt x="106" y="45"/>
                  <a:pt x="106" y="45"/>
                  <a:pt x="106" y="45"/>
                </a:cubicBezTo>
                <a:cubicBezTo>
                  <a:pt x="106" y="44"/>
                  <a:pt x="107" y="42"/>
                  <a:pt x="108" y="41"/>
                </a:cubicBezTo>
                <a:cubicBezTo>
                  <a:pt x="109" y="40"/>
                  <a:pt x="110" y="39"/>
                  <a:pt x="112" y="39"/>
                </a:cubicBezTo>
                <a:cubicBezTo>
                  <a:pt x="311" y="39"/>
                  <a:pt x="311" y="39"/>
                  <a:pt x="311" y="39"/>
                </a:cubicBezTo>
                <a:cubicBezTo>
                  <a:pt x="313" y="39"/>
                  <a:pt x="314" y="40"/>
                  <a:pt x="315" y="41"/>
                </a:cubicBezTo>
                <a:cubicBezTo>
                  <a:pt x="316" y="42"/>
                  <a:pt x="317" y="44"/>
                  <a:pt x="317" y="45"/>
                </a:cubicBezTo>
                <a:cubicBezTo>
                  <a:pt x="317" y="188"/>
                  <a:pt x="317" y="188"/>
                  <a:pt x="317" y="188"/>
                </a:cubicBezTo>
                <a:cubicBezTo>
                  <a:pt x="317" y="190"/>
                  <a:pt x="316" y="192"/>
                  <a:pt x="315" y="193"/>
                </a:cubicBezTo>
                <a:cubicBezTo>
                  <a:pt x="314" y="194"/>
                  <a:pt x="313" y="194"/>
                  <a:pt x="311" y="194"/>
                </a:cubicBezTo>
                <a:cubicBezTo>
                  <a:pt x="112" y="194"/>
                  <a:pt x="112" y="194"/>
                  <a:pt x="112" y="194"/>
                </a:cubicBezTo>
                <a:cubicBezTo>
                  <a:pt x="110" y="194"/>
                  <a:pt x="109" y="194"/>
                  <a:pt x="108" y="193"/>
                </a:cubicBezTo>
                <a:cubicBezTo>
                  <a:pt x="107" y="192"/>
                  <a:pt x="106" y="190"/>
                  <a:pt x="106" y="188"/>
                </a:cubicBezTo>
                <a:cubicBezTo>
                  <a:pt x="106" y="133"/>
                  <a:pt x="106" y="133"/>
                  <a:pt x="106" y="133"/>
                </a:cubicBezTo>
                <a:cubicBezTo>
                  <a:pt x="106" y="133"/>
                  <a:pt x="105" y="132"/>
                  <a:pt x="105" y="132"/>
                </a:cubicBezTo>
                <a:cubicBezTo>
                  <a:pt x="103" y="132"/>
                  <a:pt x="102" y="131"/>
                  <a:pt x="102" y="131"/>
                </a:cubicBezTo>
                <a:cubicBezTo>
                  <a:pt x="101" y="130"/>
                  <a:pt x="100" y="130"/>
                  <a:pt x="100" y="130"/>
                </a:cubicBezTo>
                <a:cubicBezTo>
                  <a:pt x="99" y="129"/>
                  <a:pt x="98" y="128"/>
                  <a:pt x="97" y="128"/>
                </a:cubicBezTo>
                <a:cubicBezTo>
                  <a:pt x="97" y="128"/>
                  <a:pt x="97" y="127"/>
                  <a:pt x="97" y="127"/>
                </a:cubicBezTo>
                <a:cubicBezTo>
                  <a:pt x="97" y="188"/>
                  <a:pt x="97" y="188"/>
                  <a:pt x="97" y="188"/>
                </a:cubicBezTo>
                <a:cubicBezTo>
                  <a:pt x="97" y="197"/>
                  <a:pt x="104" y="204"/>
                  <a:pt x="112" y="204"/>
                </a:cubicBezTo>
                <a:cubicBezTo>
                  <a:pt x="311" y="204"/>
                  <a:pt x="311" y="204"/>
                  <a:pt x="311" y="204"/>
                </a:cubicBezTo>
                <a:cubicBezTo>
                  <a:pt x="319" y="204"/>
                  <a:pt x="326" y="197"/>
                  <a:pt x="326" y="188"/>
                </a:cubicBezTo>
                <a:cubicBezTo>
                  <a:pt x="326" y="45"/>
                  <a:pt x="326" y="45"/>
                  <a:pt x="326" y="45"/>
                </a:cubicBezTo>
                <a:cubicBezTo>
                  <a:pt x="326" y="37"/>
                  <a:pt x="319" y="30"/>
                  <a:pt x="311" y="3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7" name="任意多边形 36"/>
          <p:cNvSpPr>
            <a:spLocks noChangeArrowheads="1"/>
          </p:cNvSpPr>
          <p:nvPr/>
        </p:nvSpPr>
        <p:spPr bwMode="auto">
          <a:xfrm>
            <a:off x="5903714" y="2258905"/>
            <a:ext cx="141552" cy="109815"/>
          </a:xfrm>
          <a:custGeom>
            <a:avLst/>
            <a:gdLst>
              <a:gd name="connsiteX0" fmla="*/ 962602 w 1315898"/>
              <a:gd name="connsiteY0" fmla="*/ 690258 h 1020859"/>
              <a:gd name="connsiteX1" fmla="*/ 1315898 w 1315898"/>
              <a:gd name="connsiteY1" fmla="*/ 690258 h 1020859"/>
              <a:gd name="connsiteX2" fmla="*/ 1315898 w 1315898"/>
              <a:gd name="connsiteY2" fmla="*/ 1020859 h 1020859"/>
              <a:gd name="connsiteX3" fmla="*/ 962602 w 1315898"/>
              <a:gd name="connsiteY3" fmla="*/ 1020859 h 1020859"/>
              <a:gd name="connsiteX4" fmla="*/ 481084 w 1315898"/>
              <a:gd name="connsiteY4" fmla="*/ 337829 h 1020859"/>
              <a:gd name="connsiteX5" fmla="*/ 834814 w 1315898"/>
              <a:gd name="connsiteY5" fmla="*/ 337829 h 1020859"/>
              <a:gd name="connsiteX6" fmla="*/ 834814 w 1315898"/>
              <a:gd name="connsiteY6" fmla="*/ 1020859 h 1020859"/>
              <a:gd name="connsiteX7" fmla="*/ 481084 w 1315898"/>
              <a:gd name="connsiteY7" fmla="*/ 1020859 h 1020859"/>
              <a:gd name="connsiteX8" fmla="*/ 0 w 1315898"/>
              <a:gd name="connsiteY8" fmla="*/ 0 h 1020859"/>
              <a:gd name="connsiteX9" fmla="*/ 353296 w 1315898"/>
              <a:gd name="connsiteY9" fmla="*/ 0 h 1020859"/>
              <a:gd name="connsiteX10" fmla="*/ 353296 w 1315898"/>
              <a:gd name="connsiteY10" fmla="*/ 1020859 h 1020859"/>
              <a:gd name="connsiteX11" fmla="*/ 0 w 1315898"/>
              <a:gd name="connsiteY11" fmla="*/ 1020859 h 1020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15898" h="1020859">
                <a:moveTo>
                  <a:pt x="962602" y="690258"/>
                </a:moveTo>
                <a:lnTo>
                  <a:pt x="1315898" y="690258"/>
                </a:lnTo>
                <a:lnTo>
                  <a:pt x="1315898" y="1020859"/>
                </a:lnTo>
                <a:lnTo>
                  <a:pt x="962602" y="1020859"/>
                </a:lnTo>
                <a:close/>
                <a:moveTo>
                  <a:pt x="481084" y="337829"/>
                </a:moveTo>
                <a:lnTo>
                  <a:pt x="834814" y="337829"/>
                </a:lnTo>
                <a:lnTo>
                  <a:pt x="834814" y="1020859"/>
                </a:lnTo>
                <a:lnTo>
                  <a:pt x="481084" y="1020859"/>
                </a:lnTo>
                <a:close/>
                <a:moveTo>
                  <a:pt x="0" y="0"/>
                </a:moveTo>
                <a:lnTo>
                  <a:pt x="353296" y="0"/>
                </a:lnTo>
                <a:lnTo>
                  <a:pt x="353296" y="1020859"/>
                </a:lnTo>
                <a:lnTo>
                  <a:pt x="0" y="10208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8" name="任意多边形 37"/>
          <p:cNvSpPr>
            <a:spLocks/>
          </p:cNvSpPr>
          <p:nvPr/>
        </p:nvSpPr>
        <p:spPr bwMode="auto">
          <a:xfrm>
            <a:off x="2747052" y="2418830"/>
            <a:ext cx="170840" cy="118768"/>
          </a:xfrm>
          <a:custGeom>
            <a:avLst/>
            <a:gdLst>
              <a:gd name="connsiteX0" fmla="*/ 1036013 w 1367795"/>
              <a:gd name="connsiteY0" fmla="*/ 680428 h 950893"/>
              <a:gd name="connsiteX1" fmla="*/ 1309708 w 1367795"/>
              <a:gd name="connsiteY1" fmla="*/ 680428 h 950893"/>
              <a:gd name="connsiteX2" fmla="*/ 1367795 w 1367795"/>
              <a:gd name="connsiteY2" fmla="*/ 737116 h 950893"/>
              <a:gd name="connsiteX3" fmla="*/ 1367795 w 1367795"/>
              <a:gd name="connsiteY3" fmla="*/ 894205 h 950893"/>
              <a:gd name="connsiteX4" fmla="*/ 1309708 w 1367795"/>
              <a:gd name="connsiteY4" fmla="*/ 950893 h 950893"/>
              <a:gd name="connsiteX5" fmla="*/ 1036013 w 1367795"/>
              <a:gd name="connsiteY5" fmla="*/ 950893 h 950893"/>
              <a:gd name="connsiteX6" fmla="*/ 977926 w 1367795"/>
              <a:gd name="connsiteY6" fmla="*/ 894205 h 950893"/>
              <a:gd name="connsiteX7" fmla="*/ 977926 w 1367795"/>
              <a:gd name="connsiteY7" fmla="*/ 737116 h 950893"/>
              <a:gd name="connsiteX8" fmla="*/ 1036013 w 1367795"/>
              <a:gd name="connsiteY8" fmla="*/ 680428 h 950893"/>
              <a:gd name="connsiteX9" fmla="*/ 547122 w 1367795"/>
              <a:gd name="connsiteY9" fmla="*/ 680428 h 950893"/>
              <a:gd name="connsiteX10" fmla="*/ 820817 w 1367795"/>
              <a:gd name="connsiteY10" fmla="*/ 680428 h 950893"/>
              <a:gd name="connsiteX11" fmla="*/ 878904 w 1367795"/>
              <a:gd name="connsiteY11" fmla="*/ 737116 h 950893"/>
              <a:gd name="connsiteX12" fmla="*/ 878904 w 1367795"/>
              <a:gd name="connsiteY12" fmla="*/ 894205 h 950893"/>
              <a:gd name="connsiteX13" fmla="*/ 820817 w 1367795"/>
              <a:gd name="connsiteY13" fmla="*/ 950893 h 950893"/>
              <a:gd name="connsiteX14" fmla="*/ 547122 w 1367795"/>
              <a:gd name="connsiteY14" fmla="*/ 950893 h 950893"/>
              <a:gd name="connsiteX15" fmla="*/ 489035 w 1367795"/>
              <a:gd name="connsiteY15" fmla="*/ 894205 h 950893"/>
              <a:gd name="connsiteX16" fmla="*/ 489035 w 1367795"/>
              <a:gd name="connsiteY16" fmla="*/ 737116 h 950893"/>
              <a:gd name="connsiteX17" fmla="*/ 547122 w 1367795"/>
              <a:gd name="connsiteY17" fmla="*/ 680428 h 950893"/>
              <a:gd name="connsiteX18" fmla="*/ 58087 w 1367795"/>
              <a:gd name="connsiteY18" fmla="*/ 680428 h 950893"/>
              <a:gd name="connsiteX19" fmla="*/ 331782 w 1367795"/>
              <a:gd name="connsiteY19" fmla="*/ 680428 h 950893"/>
              <a:gd name="connsiteX20" fmla="*/ 389869 w 1367795"/>
              <a:gd name="connsiteY20" fmla="*/ 737116 h 950893"/>
              <a:gd name="connsiteX21" fmla="*/ 389869 w 1367795"/>
              <a:gd name="connsiteY21" fmla="*/ 894205 h 950893"/>
              <a:gd name="connsiteX22" fmla="*/ 331782 w 1367795"/>
              <a:gd name="connsiteY22" fmla="*/ 950893 h 950893"/>
              <a:gd name="connsiteX23" fmla="*/ 58087 w 1367795"/>
              <a:gd name="connsiteY23" fmla="*/ 950893 h 950893"/>
              <a:gd name="connsiteX24" fmla="*/ 0 w 1367795"/>
              <a:gd name="connsiteY24" fmla="*/ 894205 h 950893"/>
              <a:gd name="connsiteX25" fmla="*/ 0 w 1367795"/>
              <a:gd name="connsiteY25" fmla="*/ 737116 h 950893"/>
              <a:gd name="connsiteX26" fmla="*/ 58087 w 1367795"/>
              <a:gd name="connsiteY26" fmla="*/ 680428 h 950893"/>
              <a:gd name="connsiteX27" fmla="*/ 660498 w 1367795"/>
              <a:gd name="connsiteY27" fmla="*/ 317736 h 950893"/>
              <a:gd name="connsiteX28" fmla="*/ 711754 w 1367795"/>
              <a:gd name="connsiteY28" fmla="*/ 317736 h 950893"/>
              <a:gd name="connsiteX29" fmla="*/ 711754 w 1367795"/>
              <a:gd name="connsiteY29" fmla="*/ 449885 h 950893"/>
              <a:gd name="connsiteX30" fmla="*/ 1121805 w 1367795"/>
              <a:gd name="connsiteY30" fmla="*/ 449885 h 950893"/>
              <a:gd name="connsiteX31" fmla="*/ 1200398 w 1367795"/>
              <a:gd name="connsiteY31" fmla="*/ 526715 h 950893"/>
              <a:gd name="connsiteX32" fmla="*/ 1200398 w 1367795"/>
              <a:gd name="connsiteY32" fmla="*/ 637351 h 950893"/>
              <a:gd name="connsiteX33" fmla="*/ 1159393 w 1367795"/>
              <a:gd name="connsiteY33" fmla="*/ 637351 h 950893"/>
              <a:gd name="connsiteX34" fmla="*/ 1159393 w 1367795"/>
              <a:gd name="connsiteY34" fmla="*/ 526715 h 950893"/>
              <a:gd name="connsiteX35" fmla="*/ 1121805 w 1367795"/>
              <a:gd name="connsiteY35" fmla="*/ 489836 h 950893"/>
              <a:gd name="connsiteX36" fmla="*/ 711754 w 1367795"/>
              <a:gd name="connsiteY36" fmla="*/ 489836 h 950893"/>
              <a:gd name="connsiteX37" fmla="*/ 711754 w 1367795"/>
              <a:gd name="connsiteY37" fmla="*/ 637351 h 950893"/>
              <a:gd name="connsiteX38" fmla="*/ 660498 w 1367795"/>
              <a:gd name="connsiteY38" fmla="*/ 637351 h 950893"/>
              <a:gd name="connsiteX39" fmla="*/ 660498 w 1367795"/>
              <a:gd name="connsiteY39" fmla="*/ 489836 h 950893"/>
              <a:gd name="connsiteX40" fmla="*/ 218668 w 1367795"/>
              <a:gd name="connsiteY40" fmla="*/ 489836 h 950893"/>
              <a:gd name="connsiteX41" fmla="*/ 181080 w 1367795"/>
              <a:gd name="connsiteY41" fmla="*/ 526715 h 950893"/>
              <a:gd name="connsiteX42" fmla="*/ 181080 w 1367795"/>
              <a:gd name="connsiteY42" fmla="*/ 637351 h 950893"/>
              <a:gd name="connsiteX43" fmla="*/ 140075 w 1367795"/>
              <a:gd name="connsiteY43" fmla="*/ 637351 h 950893"/>
              <a:gd name="connsiteX44" fmla="*/ 140075 w 1367795"/>
              <a:gd name="connsiteY44" fmla="*/ 526715 h 950893"/>
              <a:gd name="connsiteX45" fmla="*/ 218668 w 1367795"/>
              <a:gd name="connsiteY45" fmla="*/ 449885 h 950893"/>
              <a:gd name="connsiteX46" fmla="*/ 660498 w 1367795"/>
              <a:gd name="connsiteY46" fmla="*/ 449885 h 950893"/>
              <a:gd name="connsiteX47" fmla="*/ 660498 w 1367795"/>
              <a:gd name="connsiteY47" fmla="*/ 317736 h 950893"/>
              <a:gd name="connsiteX48" fmla="*/ 460252 w 1367795"/>
              <a:gd name="connsiteY48" fmla="*/ 0 h 950893"/>
              <a:gd name="connsiteX49" fmla="*/ 908267 w 1367795"/>
              <a:gd name="connsiteY49" fmla="*/ 0 h 950893"/>
              <a:gd name="connsiteX50" fmla="*/ 966362 w 1367795"/>
              <a:gd name="connsiteY50" fmla="*/ 56705 h 950893"/>
              <a:gd name="connsiteX51" fmla="*/ 966362 w 1367795"/>
              <a:gd name="connsiteY51" fmla="*/ 203931 h 950893"/>
              <a:gd name="connsiteX52" fmla="*/ 908267 w 1367795"/>
              <a:gd name="connsiteY52" fmla="*/ 260636 h 950893"/>
              <a:gd name="connsiteX53" fmla="*/ 460252 w 1367795"/>
              <a:gd name="connsiteY53" fmla="*/ 260636 h 950893"/>
              <a:gd name="connsiteX54" fmla="*/ 402157 w 1367795"/>
              <a:gd name="connsiteY54" fmla="*/ 203931 h 950893"/>
              <a:gd name="connsiteX55" fmla="*/ 402157 w 1367795"/>
              <a:gd name="connsiteY55" fmla="*/ 56705 h 950893"/>
              <a:gd name="connsiteX56" fmla="*/ 460252 w 1367795"/>
              <a:gd name="connsiteY56" fmla="*/ 0 h 950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1367795" h="950893">
                <a:moveTo>
                  <a:pt x="1036013" y="680428"/>
                </a:moveTo>
                <a:cubicBezTo>
                  <a:pt x="1036013" y="680428"/>
                  <a:pt x="1036013" y="680428"/>
                  <a:pt x="1309708" y="680428"/>
                </a:cubicBezTo>
                <a:cubicBezTo>
                  <a:pt x="1341827" y="680428"/>
                  <a:pt x="1367795" y="705699"/>
                  <a:pt x="1367795" y="737116"/>
                </a:cubicBezTo>
                <a:lnTo>
                  <a:pt x="1367795" y="894205"/>
                </a:lnTo>
                <a:cubicBezTo>
                  <a:pt x="1367795" y="925622"/>
                  <a:pt x="1341827" y="950893"/>
                  <a:pt x="1309708" y="950893"/>
                </a:cubicBezTo>
                <a:cubicBezTo>
                  <a:pt x="1309708" y="950893"/>
                  <a:pt x="1309708" y="950893"/>
                  <a:pt x="1036013" y="950893"/>
                </a:cubicBezTo>
                <a:cubicBezTo>
                  <a:pt x="1003895" y="950893"/>
                  <a:pt x="977926" y="925622"/>
                  <a:pt x="977926" y="894205"/>
                </a:cubicBezTo>
                <a:cubicBezTo>
                  <a:pt x="977926" y="894205"/>
                  <a:pt x="977926" y="894205"/>
                  <a:pt x="977926" y="737116"/>
                </a:cubicBezTo>
                <a:cubicBezTo>
                  <a:pt x="977926" y="705699"/>
                  <a:pt x="1003895" y="680428"/>
                  <a:pt x="1036013" y="680428"/>
                </a:cubicBezTo>
                <a:close/>
                <a:moveTo>
                  <a:pt x="547122" y="680428"/>
                </a:moveTo>
                <a:cubicBezTo>
                  <a:pt x="547122" y="680428"/>
                  <a:pt x="547122" y="680428"/>
                  <a:pt x="820817" y="680428"/>
                </a:cubicBezTo>
                <a:cubicBezTo>
                  <a:pt x="852936" y="680428"/>
                  <a:pt x="878904" y="705699"/>
                  <a:pt x="878904" y="737116"/>
                </a:cubicBezTo>
                <a:lnTo>
                  <a:pt x="878904" y="894205"/>
                </a:lnTo>
                <a:cubicBezTo>
                  <a:pt x="878904" y="925622"/>
                  <a:pt x="852936" y="950893"/>
                  <a:pt x="820817" y="950893"/>
                </a:cubicBezTo>
                <a:cubicBezTo>
                  <a:pt x="820817" y="950893"/>
                  <a:pt x="820817" y="950893"/>
                  <a:pt x="547122" y="950893"/>
                </a:cubicBezTo>
                <a:cubicBezTo>
                  <a:pt x="515004" y="950893"/>
                  <a:pt x="489035" y="925622"/>
                  <a:pt x="489035" y="894205"/>
                </a:cubicBezTo>
                <a:cubicBezTo>
                  <a:pt x="489035" y="894205"/>
                  <a:pt x="489035" y="894205"/>
                  <a:pt x="489035" y="737116"/>
                </a:cubicBezTo>
                <a:cubicBezTo>
                  <a:pt x="489035" y="705699"/>
                  <a:pt x="515004" y="680428"/>
                  <a:pt x="547122" y="680428"/>
                </a:cubicBezTo>
                <a:close/>
                <a:moveTo>
                  <a:pt x="58087" y="680428"/>
                </a:moveTo>
                <a:cubicBezTo>
                  <a:pt x="58087" y="680428"/>
                  <a:pt x="58087" y="680428"/>
                  <a:pt x="331782" y="680428"/>
                </a:cubicBezTo>
                <a:cubicBezTo>
                  <a:pt x="363901" y="680428"/>
                  <a:pt x="389869" y="705699"/>
                  <a:pt x="389869" y="737116"/>
                </a:cubicBezTo>
                <a:lnTo>
                  <a:pt x="389869" y="894205"/>
                </a:lnTo>
                <a:cubicBezTo>
                  <a:pt x="389869" y="925622"/>
                  <a:pt x="363901" y="950893"/>
                  <a:pt x="331782" y="950893"/>
                </a:cubicBezTo>
                <a:cubicBezTo>
                  <a:pt x="331782" y="950893"/>
                  <a:pt x="331782" y="950893"/>
                  <a:pt x="58087" y="950893"/>
                </a:cubicBezTo>
                <a:cubicBezTo>
                  <a:pt x="25968" y="950893"/>
                  <a:pt x="0" y="925622"/>
                  <a:pt x="0" y="894205"/>
                </a:cubicBezTo>
                <a:cubicBezTo>
                  <a:pt x="0" y="894205"/>
                  <a:pt x="0" y="894205"/>
                  <a:pt x="0" y="737116"/>
                </a:cubicBezTo>
                <a:cubicBezTo>
                  <a:pt x="0" y="705699"/>
                  <a:pt x="25968" y="680428"/>
                  <a:pt x="58087" y="680428"/>
                </a:cubicBezTo>
                <a:close/>
                <a:moveTo>
                  <a:pt x="660498" y="317736"/>
                </a:moveTo>
                <a:cubicBezTo>
                  <a:pt x="660498" y="317736"/>
                  <a:pt x="660498" y="317736"/>
                  <a:pt x="711754" y="317736"/>
                </a:cubicBezTo>
                <a:cubicBezTo>
                  <a:pt x="711754" y="317736"/>
                  <a:pt x="711754" y="317736"/>
                  <a:pt x="711754" y="449885"/>
                </a:cubicBezTo>
                <a:cubicBezTo>
                  <a:pt x="711754" y="449885"/>
                  <a:pt x="711754" y="449885"/>
                  <a:pt x="1121805" y="449885"/>
                </a:cubicBezTo>
                <a:cubicBezTo>
                  <a:pt x="1164860" y="449885"/>
                  <a:pt x="1200056" y="484373"/>
                  <a:pt x="1200398" y="526715"/>
                </a:cubicBezTo>
                <a:cubicBezTo>
                  <a:pt x="1200398" y="526715"/>
                  <a:pt x="1200398" y="526715"/>
                  <a:pt x="1200398" y="637351"/>
                </a:cubicBezTo>
                <a:cubicBezTo>
                  <a:pt x="1200398" y="637351"/>
                  <a:pt x="1200398" y="637351"/>
                  <a:pt x="1159393" y="637351"/>
                </a:cubicBezTo>
                <a:cubicBezTo>
                  <a:pt x="1159393" y="637351"/>
                  <a:pt x="1159393" y="637351"/>
                  <a:pt x="1159393" y="526715"/>
                </a:cubicBezTo>
                <a:cubicBezTo>
                  <a:pt x="1159393" y="506227"/>
                  <a:pt x="1142308" y="489836"/>
                  <a:pt x="1121805" y="489836"/>
                </a:cubicBezTo>
                <a:cubicBezTo>
                  <a:pt x="1121805" y="489836"/>
                  <a:pt x="1121805" y="489836"/>
                  <a:pt x="711754" y="489836"/>
                </a:cubicBezTo>
                <a:cubicBezTo>
                  <a:pt x="711754" y="489836"/>
                  <a:pt x="711754" y="489836"/>
                  <a:pt x="711754" y="637351"/>
                </a:cubicBezTo>
                <a:cubicBezTo>
                  <a:pt x="711754" y="637351"/>
                  <a:pt x="711754" y="637351"/>
                  <a:pt x="660498" y="637351"/>
                </a:cubicBezTo>
                <a:cubicBezTo>
                  <a:pt x="660498" y="637351"/>
                  <a:pt x="660498" y="637351"/>
                  <a:pt x="660498" y="489836"/>
                </a:cubicBezTo>
                <a:cubicBezTo>
                  <a:pt x="660498" y="489836"/>
                  <a:pt x="660498" y="489836"/>
                  <a:pt x="218668" y="489836"/>
                </a:cubicBezTo>
                <a:cubicBezTo>
                  <a:pt x="197824" y="489836"/>
                  <a:pt x="181080" y="506227"/>
                  <a:pt x="181080" y="526715"/>
                </a:cubicBezTo>
                <a:cubicBezTo>
                  <a:pt x="181080" y="526715"/>
                  <a:pt x="181080" y="526715"/>
                  <a:pt x="181080" y="637351"/>
                </a:cubicBezTo>
                <a:cubicBezTo>
                  <a:pt x="181080" y="637351"/>
                  <a:pt x="181080" y="637351"/>
                  <a:pt x="140075" y="637351"/>
                </a:cubicBezTo>
                <a:cubicBezTo>
                  <a:pt x="140075" y="637351"/>
                  <a:pt x="140075" y="637351"/>
                  <a:pt x="140075" y="526715"/>
                </a:cubicBezTo>
                <a:cubicBezTo>
                  <a:pt x="140075" y="484373"/>
                  <a:pt x="175271" y="449885"/>
                  <a:pt x="218668" y="449885"/>
                </a:cubicBezTo>
                <a:cubicBezTo>
                  <a:pt x="218668" y="449885"/>
                  <a:pt x="218668" y="449885"/>
                  <a:pt x="660498" y="449885"/>
                </a:cubicBezTo>
                <a:cubicBezTo>
                  <a:pt x="660498" y="449885"/>
                  <a:pt x="660498" y="449885"/>
                  <a:pt x="660498" y="317736"/>
                </a:cubicBezTo>
                <a:close/>
                <a:moveTo>
                  <a:pt x="460252" y="0"/>
                </a:moveTo>
                <a:cubicBezTo>
                  <a:pt x="908267" y="0"/>
                  <a:pt x="908267" y="0"/>
                  <a:pt x="908267" y="0"/>
                </a:cubicBezTo>
                <a:cubicBezTo>
                  <a:pt x="940390" y="0"/>
                  <a:pt x="966362" y="25278"/>
                  <a:pt x="966362" y="56705"/>
                </a:cubicBezTo>
                <a:lnTo>
                  <a:pt x="966362" y="203931"/>
                </a:lnTo>
                <a:cubicBezTo>
                  <a:pt x="966362" y="235358"/>
                  <a:pt x="940390" y="260636"/>
                  <a:pt x="908267" y="260636"/>
                </a:cubicBezTo>
                <a:cubicBezTo>
                  <a:pt x="460252" y="260636"/>
                  <a:pt x="460252" y="260636"/>
                  <a:pt x="460252" y="260636"/>
                </a:cubicBezTo>
                <a:cubicBezTo>
                  <a:pt x="428129" y="260636"/>
                  <a:pt x="402157" y="235358"/>
                  <a:pt x="402157" y="203931"/>
                </a:cubicBezTo>
                <a:cubicBezTo>
                  <a:pt x="402157" y="56705"/>
                  <a:pt x="402157" y="56705"/>
                  <a:pt x="402157" y="56705"/>
                </a:cubicBezTo>
                <a:cubicBezTo>
                  <a:pt x="402157" y="25278"/>
                  <a:pt x="428129" y="0"/>
                  <a:pt x="46025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9" name="文本框 39"/>
          <p:cNvSpPr txBox="1"/>
          <p:nvPr/>
        </p:nvSpPr>
        <p:spPr>
          <a:xfrm>
            <a:off x="3651836" y="2263731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规则</a:t>
            </a:r>
            <a:r>
              <a:rPr lang="en-US" altLang="zh-CN" sz="1600" b="1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1</a:t>
            </a:r>
            <a:endParaRPr lang="zh-CN" altLang="en-US" sz="1600" b="1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0" name="文本框 40"/>
          <p:cNvSpPr txBox="1"/>
          <p:nvPr/>
        </p:nvSpPr>
        <p:spPr>
          <a:xfrm>
            <a:off x="4600219" y="2874822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规则</a:t>
            </a:r>
            <a:r>
              <a:rPr lang="en-US" altLang="zh-CN" sz="1600" b="1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4</a:t>
            </a:r>
            <a:endParaRPr lang="zh-CN" altLang="en-US" sz="1600" b="1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1" name="文本框 41"/>
          <p:cNvSpPr txBox="1"/>
          <p:nvPr/>
        </p:nvSpPr>
        <p:spPr>
          <a:xfrm>
            <a:off x="5026530" y="2016627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规则</a:t>
            </a:r>
            <a:r>
              <a:rPr lang="en-US" altLang="zh-CN" sz="1200" b="1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3</a:t>
            </a:r>
            <a:endParaRPr lang="zh-CN" altLang="en-US" sz="1200" b="1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2" name="文本框 44"/>
          <p:cNvSpPr txBox="1"/>
          <p:nvPr/>
        </p:nvSpPr>
        <p:spPr>
          <a:xfrm>
            <a:off x="3220098" y="2981123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规则</a:t>
            </a:r>
            <a:r>
              <a:rPr lang="en-US" altLang="zh-CN" sz="1200" b="1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2</a:t>
            </a:r>
            <a:endParaRPr lang="zh-CN" altLang="en-US" sz="1200" b="1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3" name="文本框 45"/>
          <p:cNvSpPr txBox="1"/>
          <p:nvPr/>
        </p:nvSpPr>
        <p:spPr>
          <a:xfrm>
            <a:off x="5705826" y="2398172"/>
            <a:ext cx="5373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规则</a:t>
            </a:r>
            <a:r>
              <a:rPr lang="en-US" altLang="zh-CN" sz="1100" b="1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5</a:t>
            </a:r>
            <a:endParaRPr lang="zh-CN" altLang="en-US" sz="1100" b="1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4" name="文本框 46"/>
          <p:cNvSpPr txBox="1"/>
          <p:nvPr/>
        </p:nvSpPr>
        <p:spPr>
          <a:xfrm>
            <a:off x="2631735" y="2563207"/>
            <a:ext cx="397947" cy="13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填写标题</a:t>
            </a:r>
          </a:p>
        </p:txBody>
      </p:sp>
      <p:sp>
        <p:nvSpPr>
          <p:cNvPr id="51" name="矩形 50"/>
          <p:cNvSpPr/>
          <p:nvPr/>
        </p:nvSpPr>
        <p:spPr>
          <a:xfrm>
            <a:off x="796614" y="2311591"/>
            <a:ext cx="2119629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b="1" dirty="0"/>
              <a:t>中断优先级的数值越小，优先级级别越高；</a:t>
            </a:r>
          </a:p>
        </p:txBody>
      </p:sp>
      <p:cxnSp>
        <p:nvCxnSpPr>
          <p:cNvPr id="52" name="肘形连接符 51"/>
          <p:cNvCxnSpPr/>
          <p:nvPr/>
        </p:nvCxnSpPr>
        <p:spPr>
          <a:xfrm>
            <a:off x="5041090" y="3715626"/>
            <a:ext cx="2976616" cy="1069099"/>
          </a:xfrm>
          <a:prstGeom prst="bentConnector3">
            <a:avLst>
              <a:gd name="adj1" fmla="val -116275"/>
            </a:avLst>
          </a:prstGeom>
          <a:ln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endCxn id="20" idx="7"/>
          </p:cNvCxnSpPr>
          <p:nvPr/>
        </p:nvCxnSpPr>
        <p:spPr>
          <a:xfrm flipH="1" flipV="1">
            <a:off x="4995316" y="3278935"/>
            <a:ext cx="11443" cy="444943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726857" y="407330"/>
            <a:ext cx="228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中断优先级判断原则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A899459-1477-633B-2420-B52C7E25EC4A}"/>
                  </a:ext>
                </a:extLst>
              </p14:cNvPr>
              <p14:cNvContentPartPr/>
              <p14:nvPr/>
            </p14:nvContentPartPr>
            <p14:xfrm>
              <a:off x="361800" y="1357200"/>
              <a:ext cx="7391880" cy="405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A899459-1477-633B-2420-B52C7E25EC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2440" y="1347840"/>
                <a:ext cx="741060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80631D9F-8D25-FEC7-2CF0-E6A8F8E60550}"/>
                  </a:ext>
                </a:extLst>
              </p14:cNvPr>
              <p14:cNvContentPartPr/>
              <p14:nvPr/>
            </p14:nvContentPartPr>
            <p14:xfrm>
              <a:off x="2319480" y="2981160"/>
              <a:ext cx="5348520" cy="18007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80631D9F-8D25-FEC7-2CF0-E6A8F8E605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10120" y="2971800"/>
                <a:ext cx="5367240" cy="181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6737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382911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3615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6.2.3 STM32</a:t>
            </a:r>
            <a:r>
              <a:rPr lang="zh-CN" altLang="en-US" sz="2400" b="1" dirty="0">
                <a:solidFill>
                  <a:schemeClr val="bg1"/>
                </a:solidFill>
              </a:rPr>
              <a:t>中断服务程序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43608" y="1294272"/>
            <a:ext cx="2592288" cy="320857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    STM32</a:t>
            </a:r>
            <a:r>
              <a:rPr lang="zh-CN" altLang="en-US" b="1" dirty="0">
                <a:solidFill>
                  <a:prstClr val="black"/>
                </a:solidFill>
              </a:rPr>
              <a:t>将中断服务程序统一放在标准外设库</a:t>
            </a:r>
            <a:r>
              <a:rPr lang="en-US" altLang="zh-CN" b="1" dirty="0">
                <a:solidFill>
                  <a:prstClr val="black"/>
                </a:solidFill>
              </a:rPr>
              <a:t>stm32f10x_it.c</a:t>
            </a:r>
            <a:r>
              <a:rPr lang="zh-CN" altLang="en-US" b="1" dirty="0">
                <a:solidFill>
                  <a:prstClr val="black"/>
                </a:solidFill>
              </a:rPr>
              <a:t>文件中，其中的每个中断服务函数都只有函数名，函数体都是空的，需要用户自己编写相应的函数体，但中断服务程序的函数名是不能更改的</a:t>
            </a:r>
          </a:p>
        </p:txBody>
      </p:sp>
      <p:pic>
        <p:nvPicPr>
          <p:cNvPr id="45" name="图片 44" descr="C:\Users\Administrator\Desktop\Snipaste_2019-04-04_08-29-39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461" y="411510"/>
            <a:ext cx="3576999" cy="399944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/>
          <p:cNvSpPr/>
          <p:nvPr/>
        </p:nvSpPr>
        <p:spPr>
          <a:xfrm>
            <a:off x="4860032" y="4502843"/>
            <a:ext cx="2992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stm32f10x_it.c</a:t>
            </a:r>
            <a:r>
              <a:rPr lang="zh-CN" altLang="en-US" b="1" dirty="0"/>
              <a:t>中断处理函数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9C606B2E-EDFD-3D66-D474-A1DE45457215}"/>
                  </a:ext>
                </a:extLst>
              </p14:cNvPr>
              <p14:cNvContentPartPr/>
              <p14:nvPr/>
            </p14:nvContentPartPr>
            <p14:xfrm>
              <a:off x="1238400" y="2095560"/>
              <a:ext cx="1238400" cy="32904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9C606B2E-EDFD-3D66-D474-A1DE454572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9040" y="2086200"/>
                <a:ext cx="1257120" cy="34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4030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3744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6.3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外部中断</a:t>
            </a:r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EXTI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17235" y="591531"/>
            <a:ext cx="4233586" cy="1823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EXTI</a:t>
            </a:r>
            <a:r>
              <a:rPr lang="zh-CN" altLang="en-US" b="1" dirty="0">
                <a:solidFill>
                  <a:prstClr val="black"/>
                </a:solidFill>
              </a:rPr>
              <a:t>（</a:t>
            </a:r>
            <a:r>
              <a:rPr lang="en-US" altLang="zh-CN" b="1" dirty="0">
                <a:solidFill>
                  <a:prstClr val="black"/>
                </a:solidFill>
              </a:rPr>
              <a:t>External interrupt/event controller</a:t>
            </a:r>
            <a:r>
              <a:rPr lang="zh-CN" altLang="en-US" b="1" dirty="0">
                <a:solidFill>
                  <a:prstClr val="black"/>
                </a:solidFill>
              </a:rPr>
              <a:t>，外部中断</a:t>
            </a:r>
            <a:r>
              <a:rPr lang="en-US" altLang="zh-CN" b="1" dirty="0">
                <a:solidFill>
                  <a:prstClr val="black"/>
                </a:solidFill>
              </a:rPr>
              <a:t>/</a:t>
            </a:r>
            <a:r>
              <a:rPr lang="zh-CN" altLang="en-US" b="1" dirty="0">
                <a:solidFill>
                  <a:prstClr val="black"/>
                </a:solidFill>
              </a:rPr>
              <a:t>事件控制器）支持</a:t>
            </a:r>
            <a:r>
              <a:rPr lang="en-US" altLang="zh-CN" b="1" dirty="0">
                <a:solidFill>
                  <a:prstClr val="black"/>
                </a:solidFill>
              </a:rPr>
              <a:t>19</a:t>
            </a:r>
            <a:r>
              <a:rPr lang="zh-CN" altLang="en-US" b="1" dirty="0">
                <a:solidFill>
                  <a:prstClr val="black"/>
                </a:solidFill>
              </a:rPr>
              <a:t>个外部中断</a:t>
            </a:r>
            <a:r>
              <a:rPr lang="en-US" altLang="zh-CN" b="1" dirty="0">
                <a:solidFill>
                  <a:prstClr val="black"/>
                </a:solidFill>
              </a:rPr>
              <a:t>/</a:t>
            </a:r>
            <a:r>
              <a:rPr lang="zh-CN" altLang="en-US" b="1" dirty="0">
                <a:solidFill>
                  <a:prstClr val="black"/>
                </a:solidFill>
              </a:rPr>
              <a:t>事件请求，每个中断</a:t>
            </a:r>
            <a:r>
              <a:rPr lang="en-US" altLang="zh-CN" b="1" dirty="0">
                <a:solidFill>
                  <a:prstClr val="black"/>
                </a:solidFill>
              </a:rPr>
              <a:t>/</a:t>
            </a:r>
            <a:r>
              <a:rPr lang="zh-CN" altLang="en-US" b="1" dirty="0">
                <a:solidFill>
                  <a:prstClr val="black"/>
                </a:solidFill>
              </a:rPr>
              <a:t>事件都有独立的触发和屏蔽设置，具有中断模式和事件模式两种设置模式。</a:t>
            </a:r>
          </a:p>
        </p:txBody>
      </p:sp>
      <p:sp>
        <p:nvSpPr>
          <p:cNvPr id="9" name="矩形 8"/>
          <p:cNvSpPr/>
          <p:nvPr/>
        </p:nvSpPr>
        <p:spPr>
          <a:xfrm>
            <a:off x="395536" y="1031445"/>
            <a:ext cx="3650860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>
                <a:solidFill>
                  <a:prstClr val="black"/>
                </a:solidFill>
              </a:rPr>
              <a:t>     </a:t>
            </a:r>
            <a:r>
              <a:rPr lang="en-US" altLang="zh-CN" b="1" dirty="0">
                <a:solidFill>
                  <a:prstClr val="black"/>
                </a:solidFill>
              </a:rPr>
              <a:t>STM32</a:t>
            </a:r>
            <a:r>
              <a:rPr lang="zh-CN" altLang="en-US" b="1" dirty="0">
                <a:solidFill>
                  <a:prstClr val="black"/>
                </a:solidFill>
              </a:rPr>
              <a:t>芯片之外的外设的中断（</a:t>
            </a:r>
            <a:r>
              <a:rPr lang="en-US" altLang="zh-CN" b="1" dirty="0">
                <a:solidFill>
                  <a:prstClr val="black"/>
                </a:solidFill>
              </a:rPr>
              <a:t>I/O</a:t>
            </a:r>
            <a:r>
              <a:rPr lang="zh-CN" altLang="en-US" b="1" dirty="0">
                <a:solidFill>
                  <a:prstClr val="black"/>
                </a:solidFill>
              </a:rPr>
              <a:t>端口）由</a:t>
            </a:r>
            <a:r>
              <a:rPr lang="en-US" altLang="zh-CN" b="1" dirty="0">
                <a:solidFill>
                  <a:prstClr val="black"/>
                </a:solidFill>
              </a:rPr>
              <a:t>EXTI</a:t>
            </a:r>
            <a:r>
              <a:rPr lang="zh-CN" altLang="en-US" b="1" dirty="0">
                <a:solidFill>
                  <a:prstClr val="black"/>
                </a:solidFill>
              </a:rPr>
              <a:t>和</a:t>
            </a:r>
            <a:r>
              <a:rPr lang="en-US" altLang="zh-CN" b="1" dirty="0">
                <a:solidFill>
                  <a:prstClr val="black"/>
                </a:solidFill>
              </a:rPr>
              <a:t>NVIC</a:t>
            </a:r>
            <a:r>
              <a:rPr lang="zh-CN" altLang="en-US" b="1" dirty="0">
                <a:solidFill>
                  <a:srgbClr val="C00000"/>
                </a:solidFill>
              </a:rPr>
              <a:t>共同负责</a:t>
            </a:r>
            <a:r>
              <a:rPr lang="zh-CN" altLang="en-US" b="1" dirty="0">
                <a:solidFill>
                  <a:prstClr val="black"/>
                </a:solidFill>
              </a:rPr>
              <a:t>，即</a:t>
            </a:r>
            <a:r>
              <a:rPr lang="en-US" altLang="zh-CN" b="1" dirty="0">
                <a:solidFill>
                  <a:prstClr val="black"/>
                </a:solidFill>
              </a:rPr>
              <a:t>STM32</a:t>
            </a:r>
            <a:r>
              <a:rPr lang="zh-CN" altLang="en-US" b="1" dirty="0">
                <a:solidFill>
                  <a:prstClr val="black"/>
                </a:solidFill>
              </a:rPr>
              <a:t>的每一个</a:t>
            </a:r>
            <a:r>
              <a:rPr lang="en-US" altLang="zh-CN" b="1" dirty="0">
                <a:solidFill>
                  <a:prstClr val="black"/>
                </a:solidFill>
              </a:rPr>
              <a:t>GPIO</a:t>
            </a:r>
            <a:r>
              <a:rPr lang="zh-CN" altLang="en-US" b="1" dirty="0">
                <a:solidFill>
                  <a:prstClr val="black"/>
                </a:solidFill>
              </a:rPr>
              <a:t>引脚都可以配置成一个外部中断触发源</a:t>
            </a:r>
          </a:p>
        </p:txBody>
      </p:sp>
      <p:sp>
        <p:nvSpPr>
          <p:cNvPr id="22" name="矩形 21"/>
          <p:cNvSpPr/>
          <p:nvPr/>
        </p:nvSpPr>
        <p:spPr>
          <a:xfrm>
            <a:off x="629816" y="3448863"/>
            <a:ext cx="1133872" cy="438582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b="1" dirty="0"/>
              <a:t>设置模式</a:t>
            </a:r>
          </a:p>
        </p:txBody>
      </p:sp>
      <p:sp>
        <p:nvSpPr>
          <p:cNvPr id="25" name="圆角矩形 24"/>
          <p:cNvSpPr/>
          <p:nvPr/>
        </p:nvSpPr>
        <p:spPr>
          <a:xfrm>
            <a:off x="2051720" y="2946330"/>
            <a:ext cx="1151942" cy="384044"/>
          </a:xfrm>
          <a:prstGeom prst="roundRect">
            <a:avLst/>
          </a:prstGeo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/>
              <a:t>中断模式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2051720" y="4084282"/>
            <a:ext cx="1151942" cy="384044"/>
          </a:xfrm>
          <a:prstGeom prst="roundRect">
            <a:avLst/>
          </a:prstGeo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/>
              <a:t>事件模式</a:t>
            </a:r>
          </a:p>
        </p:txBody>
      </p:sp>
      <p:cxnSp>
        <p:nvCxnSpPr>
          <p:cNvPr id="29" name="直接连接符 28"/>
          <p:cNvCxnSpPr>
            <a:stCxn id="25" idx="1"/>
            <a:endCxn id="22" idx="3"/>
          </p:cNvCxnSpPr>
          <p:nvPr/>
        </p:nvCxnSpPr>
        <p:spPr>
          <a:xfrm flipH="1">
            <a:off x="1763688" y="3138352"/>
            <a:ext cx="288032" cy="5298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26" idx="1"/>
            <a:endCxn id="22" idx="3"/>
          </p:cNvCxnSpPr>
          <p:nvPr/>
        </p:nvCxnSpPr>
        <p:spPr>
          <a:xfrm flipH="1" flipV="1">
            <a:off x="1763688" y="3668154"/>
            <a:ext cx="288032" cy="60815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3533159" y="2722854"/>
            <a:ext cx="3059561" cy="8309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prstClr val="black"/>
                </a:solidFill>
              </a:rPr>
              <a:t>通过外部信号的边沿产生中断信号传送给</a:t>
            </a:r>
            <a:r>
              <a:rPr lang="en-US" altLang="zh-CN" sz="1600" b="1" dirty="0">
                <a:solidFill>
                  <a:prstClr val="black"/>
                </a:solidFill>
              </a:rPr>
              <a:t>NVIC</a:t>
            </a:r>
            <a:r>
              <a:rPr lang="zh-CN" altLang="en-US" sz="1600" b="1" dirty="0">
                <a:solidFill>
                  <a:prstClr val="black"/>
                </a:solidFill>
              </a:rPr>
              <a:t>，触发中断，最终实现中断服务程序的执行</a:t>
            </a:r>
            <a:endParaRPr lang="en-US" altLang="zh-CN" sz="1600" b="1" dirty="0"/>
          </a:p>
        </p:txBody>
      </p:sp>
      <p:cxnSp>
        <p:nvCxnSpPr>
          <p:cNvPr id="34" name="直接连接符 33"/>
          <p:cNvCxnSpPr>
            <a:stCxn id="33" idx="1"/>
            <a:endCxn id="25" idx="3"/>
          </p:cNvCxnSpPr>
          <p:nvPr/>
        </p:nvCxnSpPr>
        <p:spPr>
          <a:xfrm flipH="1" flipV="1">
            <a:off x="3203662" y="3138352"/>
            <a:ext cx="329497" cy="1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525832" y="3860806"/>
            <a:ext cx="3074215" cy="8309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zh-CN" altLang="en-US" sz="1600" b="1" dirty="0">
                <a:solidFill>
                  <a:prstClr val="black"/>
                </a:solidFill>
              </a:rPr>
              <a:t>产生脉冲将系统从睡眠和停止模式中唤醒，从而产生相应外设的触发信号供外设电路使用</a:t>
            </a:r>
            <a:endParaRPr lang="en-US" altLang="zh-CN" sz="1600" b="1" dirty="0"/>
          </a:p>
        </p:txBody>
      </p:sp>
      <p:cxnSp>
        <p:nvCxnSpPr>
          <p:cNvPr id="36" name="直接连接符 35"/>
          <p:cNvCxnSpPr>
            <a:stCxn id="35" idx="1"/>
            <a:endCxn id="26" idx="3"/>
          </p:cNvCxnSpPr>
          <p:nvPr/>
        </p:nvCxnSpPr>
        <p:spPr>
          <a:xfrm flipH="1" flipV="1">
            <a:off x="3203662" y="4276304"/>
            <a:ext cx="322170" cy="1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6922217" y="3953139"/>
            <a:ext cx="1809228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事件属于硬件触发执行的过程</a:t>
            </a:r>
            <a:endParaRPr lang="zh-CN" altLang="en-US" b="1" dirty="0"/>
          </a:p>
        </p:txBody>
      </p:sp>
      <p:sp>
        <p:nvSpPr>
          <p:cNvPr id="57" name="矩形 56"/>
          <p:cNvSpPr/>
          <p:nvPr/>
        </p:nvSpPr>
        <p:spPr>
          <a:xfrm>
            <a:off x="6922216" y="2815187"/>
            <a:ext cx="1809229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由软件实现相应功能</a:t>
            </a:r>
            <a:endParaRPr lang="zh-CN" altLang="en-US" b="1" dirty="0"/>
          </a:p>
        </p:txBody>
      </p:sp>
      <p:cxnSp>
        <p:nvCxnSpPr>
          <p:cNvPr id="65" name="直接连接符 64"/>
          <p:cNvCxnSpPr>
            <a:stCxn id="57" idx="1"/>
            <a:endCxn id="33" idx="3"/>
          </p:cNvCxnSpPr>
          <p:nvPr/>
        </p:nvCxnSpPr>
        <p:spPr>
          <a:xfrm flipH="1">
            <a:off x="6592720" y="3138353"/>
            <a:ext cx="329496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stCxn id="56" idx="1"/>
            <a:endCxn id="35" idx="3"/>
          </p:cNvCxnSpPr>
          <p:nvPr/>
        </p:nvCxnSpPr>
        <p:spPr>
          <a:xfrm flipH="1">
            <a:off x="6600047" y="4276305"/>
            <a:ext cx="32217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5851974-1504-3942-CAF2-1B324FC11D8F}"/>
                  </a:ext>
                </a:extLst>
              </p14:cNvPr>
              <p14:cNvContentPartPr/>
              <p14:nvPr/>
            </p14:nvContentPartPr>
            <p14:xfrm>
              <a:off x="1576440" y="0"/>
              <a:ext cx="7563240" cy="25005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5851974-1504-3942-CAF2-1B324FC11D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7080" y="-9360"/>
                <a:ext cx="7581960" cy="251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E1C91133-D1DE-E7A0-8BE9-D16D6A5E5778}"/>
                  </a:ext>
                </a:extLst>
              </p14:cNvPr>
              <p14:cNvContentPartPr/>
              <p14:nvPr/>
            </p14:nvContentPartPr>
            <p14:xfrm>
              <a:off x="4309920" y="3143160"/>
              <a:ext cx="4177080" cy="10767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E1C91133-D1DE-E7A0-8BE9-D16D6A5E57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00560" y="3133800"/>
                <a:ext cx="4195800" cy="10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10D318E9-E479-FE56-588D-FA43B537BBF0}"/>
                  </a:ext>
                </a:extLst>
              </p14:cNvPr>
              <p14:cNvContentPartPr/>
              <p14:nvPr/>
            </p14:nvContentPartPr>
            <p14:xfrm>
              <a:off x="5362560" y="928800"/>
              <a:ext cx="3457800" cy="813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10D318E9-E479-FE56-588D-FA43B537BB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53200" y="919440"/>
                <a:ext cx="3476520" cy="10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1588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3744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6.3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外部中断</a:t>
            </a:r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EXTI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461279"/>
              </p:ext>
            </p:extLst>
          </p:nvPr>
        </p:nvGraphicFramePr>
        <p:xfrm>
          <a:off x="1331640" y="987574"/>
          <a:ext cx="6298349" cy="3827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194236" imgH="3166612" progId="Visio.Drawing.11">
                  <p:embed/>
                </p:oleObj>
              </mc:Choice>
              <mc:Fallback>
                <p:oleObj name="Visio" r:id="rId2" imgW="5194236" imgH="316661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987574"/>
                        <a:ext cx="6298349" cy="38271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4788024" y="406865"/>
            <a:ext cx="27023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/>
              <a:t>STM32 EXTI</a:t>
            </a:r>
            <a:r>
              <a:rPr lang="zh-CN" altLang="en-US" b="1" dirty="0"/>
              <a:t>内部功能框图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78B61F4-BF0A-15A6-5597-C46181251EC4}"/>
                  </a:ext>
                </a:extLst>
              </p14:cNvPr>
              <p14:cNvContentPartPr/>
              <p14:nvPr/>
            </p14:nvContentPartPr>
            <p14:xfrm>
              <a:off x="1928880" y="1190520"/>
              <a:ext cx="4762800" cy="204840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78B61F4-BF0A-15A6-5597-C46181251E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9520" y="1181160"/>
                <a:ext cx="4781520" cy="206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8320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3744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6.3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外部中断</a:t>
            </a:r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EXTI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806887175"/>
              </p:ext>
            </p:extLst>
          </p:nvPr>
        </p:nvGraphicFramePr>
        <p:xfrm>
          <a:off x="1187624" y="1345873"/>
          <a:ext cx="6696744" cy="3089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矩形 7"/>
          <p:cNvSpPr/>
          <p:nvPr/>
        </p:nvSpPr>
        <p:spPr>
          <a:xfrm>
            <a:off x="5652120" y="699542"/>
            <a:ext cx="2808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     STM32</a:t>
            </a:r>
            <a:r>
              <a:rPr lang="zh-CN" altLang="en-US" b="1" dirty="0"/>
              <a:t>中，每一个</a:t>
            </a:r>
            <a:r>
              <a:rPr lang="en-US" altLang="zh-CN" b="1" dirty="0"/>
              <a:t>GPIO</a:t>
            </a:r>
            <a:r>
              <a:rPr lang="zh-CN" altLang="en-US" b="1" dirty="0"/>
              <a:t>都可以触发一个外部中断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2E9D625D-8496-6B6B-408C-1EE43246F640}"/>
                  </a:ext>
                </a:extLst>
              </p14:cNvPr>
              <p14:cNvContentPartPr/>
              <p14:nvPr/>
            </p14:nvContentPartPr>
            <p14:xfrm>
              <a:off x="1709640" y="1938240"/>
              <a:ext cx="5996520" cy="19576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2E9D625D-8496-6B6B-408C-1EE43246F64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00280" y="1928880"/>
                <a:ext cx="6015240" cy="197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8418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3744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6.3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外部中断</a:t>
            </a:r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EXTI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68494" y="1203598"/>
            <a:ext cx="439248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/>
              <a:t>     GPIO</a:t>
            </a:r>
            <a:r>
              <a:rPr lang="zh-CN" altLang="en-US" b="1" dirty="0"/>
              <a:t>的中断是以组为单位的，同组的外部中断公用一条外部中断线。</a:t>
            </a:r>
            <a:endParaRPr lang="en-GB" altLang="zh-CN" b="1" dirty="0"/>
          </a:p>
          <a:p>
            <a:pPr>
              <a:lnSpc>
                <a:spcPct val="125000"/>
              </a:lnSpc>
            </a:pPr>
            <a:r>
              <a:rPr lang="en-GB" altLang="zh-CN" b="1" dirty="0"/>
              <a:t>    </a:t>
            </a:r>
            <a:r>
              <a:rPr lang="zh-CN" altLang="en-US" b="1" dirty="0"/>
              <a:t>例如：</a:t>
            </a:r>
            <a:r>
              <a:rPr lang="en-US" altLang="zh-CN" b="1" dirty="0"/>
              <a:t>PA0</a:t>
            </a:r>
            <a:r>
              <a:rPr lang="zh-CN" altLang="en-US" b="1" dirty="0"/>
              <a:t>、</a:t>
            </a:r>
            <a:r>
              <a:rPr lang="en-US" altLang="zh-CN" b="1" dirty="0"/>
              <a:t>PB0</a:t>
            </a:r>
            <a:r>
              <a:rPr lang="zh-CN" altLang="en-US" b="1" dirty="0"/>
              <a:t>、</a:t>
            </a:r>
            <a:r>
              <a:rPr lang="en-US" altLang="zh-CN" b="1" dirty="0"/>
              <a:t>PC0</a:t>
            </a:r>
            <a:r>
              <a:rPr lang="zh-CN" altLang="en-US" b="1" dirty="0"/>
              <a:t>、</a:t>
            </a:r>
            <a:r>
              <a:rPr lang="en-US" altLang="zh-CN" b="1" dirty="0"/>
              <a:t>PD0</a:t>
            </a:r>
            <a:r>
              <a:rPr lang="zh-CN" altLang="en-US" b="1" dirty="0"/>
              <a:t>、</a:t>
            </a:r>
            <a:r>
              <a:rPr lang="en-US" altLang="zh-CN" b="1" dirty="0"/>
              <a:t>PE0</a:t>
            </a:r>
            <a:r>
              <a:rPr lang="zh-CN" altLang="en-US" b="1" dirty="0"/>
              <a:t>、</a:t>
            </a:r>
            <a:r>
              <a:rPr lang="en-US" altLang="zh-CN" b="1" dirty="0"/>
              <a:t>PF0</a:t>
            </a:r>
            <a:r>
              <a:rPr lang="zh-CN" altLang="en-US" b="1" dirty="0"/>
              <a:t>、</a:t>
            </a:r>
            <a:r>
              <a:rPr lang="en-US" altLang="zh-CN" b="1" dirty="0"/>
              <a:t>PG0</a:t>
            </a:r>
            <a:r>
              <a:rPr lang="zh-CN" altLang="en-US" b="1" dirty="0"/>
              <a:t>这些为一组，如果使用</a:t>
            </a:r>
            <a:r>
              <a:rPr lang="en-US" altLang="zh-CN" b="1" dirty="0"/>
              <a:t>PA0</a:t>
            </a:r>
            <a:r>
              <a:rPr lang="zh-CN" altLang="en-US" b="1" dirty="0"/>
              <a:t>作为外部中断源，那么</a:t>
            </a:r>
            <a:r>
              <a:rPr lang="en-US" altLang="zh-CN" b="1" dirty="0"/>
              <a:t>PB0</a:t>
            </a:r>
            <a:r>
              <a:rPr lang="zh-CN" altLang="en-US" b="1" dirty="0"/>
              <a:t>、</a:t>
            </a:r>
            <a:r>
              <a:rPr lang="en-US" altLang="zh-CN" b="1" dirty="0"/>
              <a:t>PC0</a:t>
            </a:r>
            <a:r>
              <a:rPr lang="zh-CN" altLang="en-US" b="1" dirty="0"/>
              <a:t>、</a:t>
            </a:r>
            <a:r>
              <a:rPr lang="en-US" altLang="zh-CN" b="1" dirty="0"/>
              <a:t>PD0</a:t>
            </a:r>
            <a:r>
              <a:rPr lang="zh-CN" altLang="en-US" b="1" dirty="0"/>
              <a:t>、</a:t>
            </a:r>
            <a:r>
              <a:rPr lang="en-US" altLang="zh-CN" b="1" dirty="0"/>
              <a:t>PE0</a:t>
            </a:r>
            <a:r>
              <a:rPr lang="zh-CN" altLang="en-US" b="1" dirty="0"/>
              <a:t>、</a:t>
            </a:r>
            <a:r>
              <a:rPr lang="en-US" altLang="zh-CN" b="1" dirty="0"/>
              <a:t>PF0</a:t>
            </a:r>
            <a:r>
              <a:rPr lang="zh-CN" altLang="en-US" b="1" dirty="0"/>
              <a:t>、</a:t>
            </a:r>
            <a:r>
              <a:rPr lang="en-US" altLang="zh-CN" b="1" dirty="0"/>
              <a:t>PG0</a:t>
            </a:r>
            <a:r>
              <a:rPr lang="zh-CN" altLang="en-US" b="1" dirty="0"/>
              <a:t>就不能同时再作为外部中断使用了，在此情况下，只能使用类似于</a:t>
            </a:r>
            <a:r>
              <a:rPr lang="en-US" altLang="zh-CN" b="1" dirty="0"/>
              <a:t>PB1</a:t>
            </a:r>
            <a:r>
              <a:rPr lang="zh-CN" altLang="en-US" b="1" dirty="0"/>
              <a:t>、</a:t>
            </a:r>
            <a:r>
              <a:rPr lang="en-US" altLang="zh-CN" b="1" dirty="0"/>
              <a:t>PC2</a:t>
            </a:r>
            <a:r>
              <a:rPr lang="zh-CN" altLang="en-US" b="1" dirty="0"/>
              <a:t>这种末端序号不同的外部中断源。</a:t>
            </a:r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99105"/>
            <a:ext cx="2912452" cy="41130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4932039" y="4515966"/>
            <a:ext cx="3890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GPIO</a:t>
            </a:r>
            <a:r>
              <a:rPr lang="zh-CN" altLang="en-US" b="1" dirty="0"/>
              <a:t>引脚和外部中断线的映射关系图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1C47A8D4-A4F7-CD1B-DA7F-F96B2E28B08A}"/>
                  </a:ext>
                </a:extLst>
              </p14:cNvPr>
              <p14:cNvContentPartPr/>
              <p14:nvPr/>
            </p14:nvContentPartPr>
            <p14:xfrm>
              <a:off x="347760" y="1257120"/>
              <a:ext cx="4167360" cy="28818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1C47A8D4-A4F7-CD1B-DA7F-F96B2E28B0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400" y="1247760"/>
                <a:ext cx="4186080" cy="290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9852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3744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6.3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外部中断</a:t>
            </a:r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EXTI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580112" y="852156"/>
            <a:ext cx="3456384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buClr>
                <a:schemeClr val="accent1">
                  <a:lumMod val="75000"/>
                </a:schemeClr>
              </a:buClr>
              <a:buFont typeface="Wingdings" pitchFamily="2" charset="2"/>
              <a:buChar char="u"/>
            </a:pPr>
            <a:r>
              <a:rPr lang="en-US" altLang="zh-CN" b="1" dirty="0">
                <a:solidFill>
                  <a:prstClr val="black"/>
                </a:solidFill>
              </a:rPr>
              <a:t>EXTI0-EXTI4</a:t>
            </a:r>
            <a:r>
              <a:rPr lang="zh-CN" altLang="en-US" b="1" dirty="0">
                <a:solidFill>
                  <a:prstClr val="black"/>
                </a:solidFill>
              </a:rPr>
              <a:t>这</a:t>
            </a:r>
            <a:r>
              <a:rPr lang="en-US" altLang="zh-CN" b="1" dirty="0">
                <a:solidFill>
                  <a:prstClr val="black"/>
                </a:solidFill>
              </a:rPr>
              <a:t>5</a:t>
            </a:r>
            <a:r>
              <a:rPr lang="zh-CN" altLang="en-US" b="1" dirty="0">
                <a:solidFill>
                  <a:prstClr val="black"/>
                </a:solidFill>
              </a:rPr>
              <a:t>个外部中断有着各自独立的中断服务函数，如</a:t>
            </a:r>
            <a:r>
              <a:rPr lang="en-US" altLang="zh-CN" b="1" dirty="0">
                <a:solidFill>
                  <a:prstClr val="black"/>
                </a:solidFill>
              </a:rPr>
              <a:t>EXTI3</a:t>
            </a:r>
            <a:r>
              <a:rPr lang="zh-CN" altLang="en-US" b="1" dirty="0">
                <a:solidFill>
                  <a:prstClr val="black"/>
                </a:solidFill>
              </a:rPr>
              <a:t>的中断服务函数为</a:t>
            </a:r>
            <a:endParaRPr lang="en-US" altLang="zh-CN" b="1" dirty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     void EXTI3_IRQHandler(void)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；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lvl="0" indent="-285750">
              <a:lnSpc>
                <a:spcPct val="125000"/>
              </a:lnSpc>
              <a:buClr>
                <a:schemeClr val="accent1">
                  <a:lumMod val="75000"/>
                </a:schemeClr>
              </a:buClr>
              <a:buFont typeface="Wingdings" pitchFamily="2" charset="2"/>
              <a:buChar char="u"/>
            </a:pPr>
            <a:r>
              <a:rPr lang="en-US" altLang="zh-CN" b="1" dirty="0">
                <a:solidFill>
                  <a:prstClr val="black"/>
                </a:solidFill>
              </a:rPr>
              <a:t>EXTI5-9</a:t>
            </a:r>
            <a:r>
              <a:rPr lang="zh-CN" altLang="en-US" b="1" dirty="0">
                <a:solidFill>
                  <a:prstClr val="black"/>
                </a:solidFill>
              </a:rPr>
              <a:t>共用一个中断服务函数</a:t>
            </a:r>
            <a:endParaRPr lang="en-US" altLang="zh-CN" b="1" dirty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  void EXTI9_5_IRQHandler(void)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；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lvl="0" indent="-285750">
              <a:lnSpc>
                <a:spcPct val="125000"/>
              </a:lnSpc>
              <a:buClr>
                <a:schemeClr val="accent1">
                  <a:lumMod val="75000"/>
                </a:schemeClr>
              </a:buClr>
              <a:buFont typeface="Wingdings" pitchFamily="2" charset="2"/>
              <a:buChar char="u"/>
            </a:pPr>
            <a:r>
              <a:rPr lang="en-US" altLang="zh-CN" b="1" dirty="0">
                <a:solidFill>
                  <a:prstClr val="black"/>
                </a:solidFill>
              </a:rPr>
              <a:t>EXTI10-15</a:t>
            </a:r>
            <a:r>
              <a:rPr lang="zh-CN" altLang="en-US" b="1" dirty="0">
                <a:solidFill>
                  <a:prstClr val="black"/>
                </a:solidFill>
              </a:rPr>
              <a:t>共用一个中断服务函数</a:t>
            </a:r>
            <a:endParaRPr lang="en-US" altLang="zh-CN" b="1" dirty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void EXTI15_10_IRQHandler(void)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；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813077"/>
              </p:ext>
            </p:extLst>
          </p:nvPr>
        </p:nvGraphicFramePr>
        <p:xfrm>
          <a:off x="251520" y="1203598"/>
          <a:ext cx="5184576" cy="3157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中断标志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中断服务函数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b="1" dirty="0"/>
                        <a:t>EXTI0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prstClr val="black"/>
                          </a:solidFill>
                        </a:rPr>
                        <a:t>void EXTI0_IRQHandler(void)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b="1" dirty="0"/>
                        <a:t>EXTI1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prstClr val="black"/>
                          </a:solidFill>
                        </a:rPr>
                        <a:t>void EXTI1_IRQHandler(void)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b="1" dirty="0"/>
                        <a:t>EXTI2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prstClr val="black"/>
                          </a:solidFill>
                        </a:rPr>
                        <a:t>void EXTI2_IRQHandler(void)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b="1" dirty="0"/>
                        <a:t>EXTI3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prstClr val="black"/>
                          </a:solidFill>
                        </a:rPr>
                        <a:t>void EXTI3_IRQHandler(void)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b="1" dirty="0"/>
                        <a:t>EXTI4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prstClr val="black"/>
                          </a:solidFill>
                        </a:rPr>
                        <a:t>void EXTI4_IRQHandler(void)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EXTI5-9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prstClr val="black"/>
                          </a:solidFill>
                        </a:rPr>
                        <a:t>void EXTI9_5_IRQHandler(void)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EXTI10-15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prstClr val="black"/>
                          </a:solidFill>
                        </a:rPr>
                        <a:t>void EXTI15_10_IRQHandler(void)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55772BF-8D2D-FE22-35EE-F04B6C04757F}"/>
                  </a:ext>
                </a:extLst>
              </p14:cNvPr>
              <p14:cNvContentPartPr/>
              <p14:nvPr/>
            </p14:nvContentPartPr>
            <p14:xfrm>
              <a:off x="2709720" y="1228680"/>
              <a:ext cx="6063120" cy="31770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55772BF-8D2D-FE22-35EE-F04B6C0475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0360" y="1219320"/>
                <a:ext cx="6081840" cy="319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1393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609285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60573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6.4 EXTI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模块的标准外设库接口函数及应用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1656659" y="1503589"/>
            <a:ext cx="745953" cy="686830"/>
          </a:xfrm>
          <a:custGeom>
            <a:avLst/>
            <a:gdLst>
              <a:gd name="T0" fmla="*/ 593 w 593"/>
              <a:gd name="T1" fmla="*/ 248 h 546"/>
              <a:gd name="T2" fmla="*/ 295 w 593"/>
              <a:gd name="T3" fmla="*/ 546 h 546"/>
              <a:gd name="T4" fmla="*/ 0 w 593"/>
              <a:gd name="T5" fmla="*/ 248 h 546"/>
              <a:gd name="T6" fmla="*/ 0 w 593"/>
              <a:gd name="T7" fmla="*/ 0 h 546"/>
              <a:gd name="T8" fmla="*/ 295 w 593"/>
              <a:gd name="T9" fmla="*/ 298 h 546"/>
              <a:gd name="T10" fmla="*/ 593 w 593"/>
              <a:gd name="T11" fmla="*/ 0 h 546"/>
              <a:gd name="T12" fmla="*/ 593 w 593"/>
              <a:gd name="T13" fmla="*/ 248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3" h="546">
                <a:moveTo>
                  <a:pt x="593" y="248"/>
                </a:moveTo>
                <a:lnTo>
                  <a:pt x="295" y="546"/>
                </a:lnTo>
                <a:lnTo>
                  <a:pt x="0" y="248"/>
                </a:lnTo>
                <a:lnTo>
                  <a:pt x="0" y="0"/>
                </a:lnTo>
                <a:lnTo>
                  <a:pt x="295" y="298"/>
                </a:lnTo>
                <a:lnTo>
                  <a:pt x="593" y="0"/>
                </a:lnTo>
                <a:lnTo>
                  <a:pt x="593" y="24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25400" cap="flat" cmpd="sng" algn="ctr">
            <a:noFill/>
            <a:prstDash val="solid"/>
            <a:miter lim="800000"/>
          </a:ln>
          <a:effectLst>
            <a:outerShdw blurRad="139700" dist="38100" dir="5400000" sx="90000" sy="-19000" rotWithShape="0">
              <a:sysClr val="windowText" lastClr="000000">
                <a:alpha val="10000"/>
              </a:sys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FEFABC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1644609" y="2504852"/>
            <a:ext cx="745953" cy="685572"/>
          </a:xfrm>
          <a:custGeom>
            <a:avLst/>
            <a:gdLst>
              <a:gd name="T0" fmla="*/ 593 w 593"/>
              <a:gd name="T1" fmla="*/ 248 h 545"/>
              <a:gd name="T2" fmla="*/ 295 w 593"/>
              <a:gd name="T3" fmla="*/ 545 h 545"/>
              <a:gd name="T4" fmla="*/ 0 w 593"/>
              <a:gd name="T5" fmla="*/ 248 h 545"/>
              <a:gd name="T6" fmla="*/ 0 w 593"/>
              <a:gd name="T7" fmla="*/ 0 h 545"/>
              <a:gd name="T8" fmla="*/ 295 w 593"/>
              <a:gd name="T9" fmla="*/ 297 h 545"/>
              <a:gd name="T10" fmla="*/ 593 w 593"/>
              <a:gd name="T11" fmla="*/ 0 h 545"/>
              <a:gd name="T12" fmla="*/ 593 w 593"/>
              <a:gd name="T13" fmla="*/ 248 h 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3" h="545">
                <a:moveTo>
                  <a:pt x="593" y="248"/>
                </a:moveTo>
                <a:lnTo>
                  <a:pt x="295" y="545"/>
                </a:lnTo>
                <a:lnTo>
                  <a:pt x="0" y="248"/>
                </a:lnTo>
                <a:lnTo>
                  <a:pt x="0" y="0"/>
                </a:lnTo>
                <a:lnTo>
                  <a:pt x="295" y="297"/>
                </a:lnTo>
                <a:lnTo>
                  <a:pt x="593" y="0"/>
                </a:lnTo>
                <a:lnTo>
                  <a:pt x="593" y="24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25400" cap="flat" cmpd="sng" algn="ctr">
            <a:noFill/>
            <a:prstDash val="solid"/>
            <a:miter lim="800000"/>
          </a:ln>
          <a:effectLst>
            <a:outerShdw blurRad="139700" dist="38100" dir="5400000" sx="90000" sy="-19000" rotWithShape="0">
              <a:sysClr val="windowText" lastClr="000000">
                <a:alpha val="10000"/>
              </a:sys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FEFABC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1633270" y="3482172"/>
            <a:ext cx="745953" cy="686830"/>
          </a:xfrm>
          <a:custGeom>
            <a:avLst/>
            <a:gdLst>
              <a:gd name="T0" fmla="*/ 593 w 593"/>
              <a:gd name="T1" fmla="*/ 248 h 546"/>
              <a:gd name="T2" fmla="*/ 295 w 593"/>
              <a:gd name="T3" fmla="*/ 546 h 546"/>
              <a:gd name="T4" fmla="*/ 0 w 593"/>
              <a:gd name="T5" fmla="*/ 248 h 546"/>
              <a:gd name="T6" fmla="*/ 0 w 593"/>
              <a:gd name="T7" fmla="*/ 0 h 546"/>
              <a:gd name="T8" fmla="*/ 295 w 593"/>
              <a:gd name="T9" fmla="*/ 298 h 546"/>
              <a:gd name="T10" fmla="*/ 593 w 593"/>
              <a:gd name="T11" fmla="*/ 0 h 546"/>
              <a:gd name="T12" fmla="*/ 593 w 593"/>
              <a:gd name="T13" fmla="*/ 248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3" h="546">
                <a:moveTo>
                  <a:pt x="593" y="248"/>
                </a:moveTo>
                <a:lnTo>
                  <a:pt x="295" y="546"/>
                </a:lnTo>
                <a:lnTo>
                  <a:pt x="0" y="248"/>
                </a:lnTo>
                <a:lnTo>
                  <a:pt x="0" y="0"/>
                </a:lnTo>
                <a:lnTo>
                  <a:pt x="295" y="298"/>
                </a:lnTo>
                <a:lnTo>
                  <a:pt x="593" y="0"/>
                </a:lnTo>
                <a:lnTo>
                  <a:pt x="593" y="24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25400" cap="flat" cmpd="sng" algn="ctr">
            <a:noFill/>
            <a:prstDash val="solid"/>
            <a:miter lim="800000"/>
          </a:ln>
          <a:effectLst>
            <a:outerShdw blurRad="139700" dist="38100" dir="5400000" sx="90000" sy="-19000" rotWithShape="0">
              <a:sysClr val="windowText" lastClr="000000">
                <a:alpha val="10000"/>
              </a:sys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FEFABC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9" name="Freeform 13"/>
          <p:cNvSpPr>
            <a:spLocks/>
          </p:cNvSpPr>
          <p:nvPr/>
        </p:nvSpPr>
        <p:spPr bwMode="auto">
          <a:xfrm>
            <a:off x="1879675" y="2523390"/>
            <a:ext cx="275822" cy="173728"/>
          </a:xfrm>
          <a:custGeom>
            <a:avLst/>
            <a:gdLst/>
            <a:ahLst/>
            <a:cxnLst/>
            <a:rect l="l" t="t" r="r" b="b"/>
            <a:pathLst>
              <a:path w="686185" h="432198">
                <a:moveTo>
                  <a:pt x="101600" y="338535"/>
                </a:moveTo>
                <a:lnTo>
                  <a:pt x="101600" y="432198"/>
                </a:lnTo>
                <a:lnTo>
                  <a:pt x="30163" y="432198"/>
                </a:lnTo>
                <a:lnTo>
                  <a:pt x="30163" y="402036"/>
                </a:lnTo>
                <a:close/>
                <a:moveTo>
                  <a:pt x="206375" y="236935"/>
                </a:moveTo>
                <a:lnTo>
                  <a:pt x="206375" y="432198"/>
                </a:lnTo>
                <a:lnTo>
                  <a:pt x="134938" y="432198"/>
                </a:lnTo>
                <a:lnTo>
                  <a:pt x="134938" y="305198"/>
                </a:lnTo>
                <a:close/>
                <a:moveTo>
                  <a:pt x="520700" y="187723"/>
                </a:moveTo>
                <a:lnTo>
                  <a:pt x="520700" y="432198"/>
                </a:lnTo>
                <a:lnTo>
                  <a:pt x="446088" y="432198"/>
                </a:lnTo>
                <a:lnTo>
                  <a:pt x="446088" y="255986"/>
                </a:lnTo>
                <a:close/>
                <a:moveTo>
                  <a:pt x="341313" y="176610"/>
                </a:moveTo>
                <a:lnTo>
                  <a:pt x="363538" y="198835"/>
                </a:lnTo>
                <a:lnTo>
                  <a:pt x="415925" y="255985"/>
                </a:lnTo>
                <a:lnTo>
                  <a:pt x="415925" y="432198"/>
                </a:lnTo>
                <a:lnTo>
                  <a:pt x="363538" y="432198"/>
                </a:lnTo>
                <a:lnTo>
                  <a:pt x="341313" y="432198"/>
                </a:lnTo>
                <a:close/>
                <a:moveTo>
                  <a:pt x="311150" y="140098"/>
                </a:moveTo>
                <a:lnTo>
                  <a:pt x="311150" y="143273"/>
                </a:lnTo>
                <a:lnTo>
                  <a:pt x="311150" y="432198"/>
                </a:lnTo>
                <a:lnTo>
                  <a:pt x="239713" y="432198"/>
                </a:lnTo>
                <a:lnTo>
                  <a:pt x="239713" y="206773"/>
                </a:lnTo>
                <a:close/>
                <a:moveTo>
                  <a:pt x="625475" y="90885"/>
                </a:moveTo>
                <a:lnTo>
                  <a:pt x="625475" y="432198"/>
                </a:lnTo>
                <a:lnTo>
                  <a:pt x="550863" y="432198"/>
                </a:lnTo>
                <a:lnTo>
                  <a:pt x="550863" y="157560"/>
                </a:lnTo>
                <a:close/>
                <a:moveTo>
                  <a:pt x="666509" y="976"/>
                </a:moveTo>
                <a:cubicBezTo>
                  <a:pt x="681486" y="-2777"/>
                  <a:pt x="688975" y="4730"/>
                  <a:pt x="685231" y="15991"/>
                </a:cubicBezTo>
                <a:cubicBezTo>
                  <a:pt x="681486" y="31005"/>
                  <a:pt x="677742" y="49774"/>
                  <a:pt x="673998" y="61034"/>
                </a:cubicBezTo>
                <a:lnTo>
                  <a:pt x="670253" y="64788"/>
                </a:lnTo>
                <a:cubicBezTo>
                  <a:pt x="666509" y="76049"/>
                  <a:pt x="659020" y="79803"/>
                  <a:pt x="651531" y="68542"/>
                </a:cubicBezTo>
                <a:cubicBezTo>
                  <a:pt x="644042" y="64788"/>
                  <a:pt x="640298" y="61034"/>
                  <a:pt x="640298" y="57281"/>
                </a:cubicBezTo>
                <a:cubicBezTo>
                  <a:pt x="640287" y="57291"/>
                  <a:pt x="638821" y="58656"/>
                  <a:pt x="430610" y="252470"/>
                </a:cubicBezTo>
                <a:cubicBezTo>
                  <a:pt x="430599" y="252458"/>
                  <a:pt x="429766" y="251578"/>
                  <a:pt x="363210" y="181151"/>
                </a:cubicBezTo>
                <a:cubicBezTo>
                  <a:pt x="363202" y="181142"/>
                  <a:pt x="362552" y="180444"/>
                  <a:pt x="310787" y="124846"/>
                </a:cubicBezTo>
                <a:cubicBezTo>
                  <a:pt x="310773" y="124860"/>
                  <a:pt x="308720" y="126761"/>
                  <a:pt x="14977" y="398861"/>
                </a:cubicBezTo>
                <a:cubicBezTo>
                  <a:pt x="14973" y="398858"/>
                  <a:pt x="14886" y="398792"/>
                  <a:pt x="13105" y="397454"/>
                </a:cubicBezTo>
                <a:lnTo>
                  <a:pt x="0" y="387600"/>
                </a:lnTo>
                <a:cubicBezTo>
                  <a:pt x="15" y="387586"/>
                  <a:pt x="2181" y="385572"/>
                  <a:pt x="310787" y="98571"/>
                </a:cubicBezTo>
                <a:cubicBezTo>
                  <a:pt x="310796" y="98580"/>
                  <a:pt x="311449" y="99281"/>
                  <a:pt x="363210" y="154875"/>
                </a:cubicBezTo>
                <a:cubicBezTo>
                  <a:pt x="363221" y="154887"/>
                  <a:pt x="364066" y="155781"/>
                  <a:pt x="430610" y="226194"/>
                </a:cubicBezTo>
                <a:cubicBezTo>
                  <a:pt x="430620" y="226185"/>
                  <a:pt x="432012" y="224897"/>
                  <a:pt x="625320" y="46020"/>
                </a:cubicBezTo>
                <a:cubicBezTo>
                  <a:pt x="621576" y="42266"/>
                  <a:pt x="621576" y="38513"/>
                  <a:pt x="617831" y="34759"/>
                </a:cubicBezTo>
                <a:lnTo>
                  <a:pt x="614087" y="31005"/>
                </a:lnTo>
                <a:cubicBezTo>
                  <a:pt x="606598" y="23498"/>
                  <a:pt x="610342" y="15991"/>
                  <a:pt x="621576" y="12237"/>
                </a:cubicBezTo>
                <a:cubicBezTo>
                  <a:pt x="636553" y="8484"/>
                  <a:pt x="655275" y="4730"/>
                  <a:pt x="666509" y="9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10" name="Freeform 20"/>
          <p:cNvSpPr>
            <a:spLocks/>
          </p:cNvSpPr>
          <p:nvPr/>
        </p:nvSpPr>
        <p:spPr bwMode="auto">
          <a:xfrm>
            <a:off x="1930235" y="1503589"/>
            <a:ext cx="198801" cy="233226"/>
          </a:xfrm>
          <a:custGeom>
            <a:avLst/>
            <a:gdLst/>
            <a:ahLst/>
            <a:cxnLst/>
            <a:rect l="l" t="t" r="r" b="b"/>
            <a:pathLst>
              <a:path w="422194" h="495300">
                <a:moveTo>
                  <a:pt x="221309" y="211137"/>
                </a:moveTo>
                <a:cubicBezTo>
                  <a:pt x="228811" y="211137"/>
                  <a:pt x="236313" y="218615"/>
                  <a:pt x="236313" y="226093"/>
                </a:cubicBezTo>
                <a:cubicBezTo>
                  <a:pt x="236313" y="229832"/>
                  <a:pt x="236313" y="233571"/>
                  <a:pt x="232562" y="237310"/>
                </a:cubicBezTo>
                <a:cubicBezTo>
                  <a:pt x="232562" y="237310"/>
                  <a:pt x="232562" y="237310"/>
                  <a:pt x="243815" y="349480"/>
                </a:cubicBezTo>
                <a:cubicBezTo>
                  <a:pt x="243815" y="349480"/>
                  <a:pt x="243815" y="349480"/>
                  <a:pt x="221309" y="409304"/>
                </a:cubicBezTo>
                <a:cubicBezTo>
                  <a:pt x="221309" y="409304"/>
                  <a:pt x="221309" y="409304"/>
                  <a:pt x="262570" y="304612"/>
                </a:cubicBezTo>
                <a:cubicBezTo>
                  <a:pt x="262570" y="304612"/>
                  <a:pt x="262570" y="304612"/>
                  <a:pt x="300080" y="214876"/>
                </a:cubicBezTo>
                <a:cubicBezTo>
                  <a:pt x="300080" y="214876"/>
                  <a:pt x="300080" y="214876"/>
                  <a:pt x="333838" y="214876"/>
                </a:cubicBezTo>
                <a:cubicBezTo>
                  <a:pt x="352593" y="218615"/>
                  <a:pt x="390103" y="226093"/>
                  <a:pt x="408858" y="270961"/>
                </a:cubicBezTo>
                <a:cubicBezTo>
                  <a:pt x="423862" y="297134"/>
                  <a:pt x="423862" y="409304"/>
                  <a:pt x="420111" y="495300"/>
                </a:cubicBezTo>
                <a:cubicBezTo>
                  <a:pt x="420111" y="495300"/>
                  <a:pt x="420111" y="495300"/>
                  <a:pt x="352593" y="495300"/>
                </a:cubicBezTo>
                <a:cubicBezTo>
                  <a:pt x="352593" y="495300"/>
                  <a:pt x="352593" y="495300"/>
                  <a:pt x="348842" y="330785"/>
                </a:cubicBezTo>
                <a:cubicBezTo>
                  <a:pt x="348842" y="330785"/>
                  <a:pt x="348842" y="329850"/>
                  <a:pt x="347436" y="329383"/>
                </a:cubicBezTo>
                <a:lnTo>
                  <a:pt x="337589" y="330785"/>
                </a:lnTo>
                <a:lnTo>
                  <a:pt x="333838" y="327046"/>
                </a:lnTo>
                <a:cubicBezTo>
                  <a:pt x="333838" y="327046"/>
                  <a:pt x="333838" y="327046"/>
                  <a:pt x="337589" y="495300"/>
                </a:cubicBezTo>
                <a:cubicBezTo>
                  <a:pt x="337589" y="495300"/>
                  <a:pt x="337589" y="495300"/>
                  <a:pt x="213807" y="495300"/>
                </a:cubicBezTo>
                <a:cubicBezTo>
                  <a:pt x="213807" y="495300"/>
                  <a:pt x="213807" y="495300"/>
                  <a:pt x="86273" y="495300"/>
                </a:cubicBezTo>
                <a:cubicBezTo>
                  <a:pt x="86273" y="495300"/>
                  <a:pt x="86273" y="495300"/>
                  <a:pt x="86273" y="330785"/>
                </a:cubicBezTo>
                <a:cubicBezTo>
                  <a:pt x="75050" y="327056"/>
                  <a:pt x="75020" y="330765"/>
                  <a:pt x="75020" y="330785"/>
                </a:cubicBezTo>
                <a:cubicBezTo>
                  <a:pt x="75020" y="330785"/>
                  <a:pt x="75020" y="330785"/>
                  <a:pt x="71269" y="495300"/>
                </a:cubicBezTo>
                <a:cubicBezTo>
                  <a:pt x="71269" y="495300"/>
                  <a:pt x="71269" y="495300"/>
                  <a:pt x="0" y="495300"/>
                </a:cubicBezTo>
                <a:cubicBezTo>
                  <a:pt x="0" y="409304"/>
                  <a:pt x="0" y="297134"/>
                  <a:pt x="11253" y="270961"/>
                </a:cubicBezTo>
                <a:cubicBezTo>
                  <a:pt x="22506" y="233571"/>
                  <a:pt x="56265" y="218615"/>
                  <a:pt x="86273" y="214876"/>
                </a:cubicBezTo>
                <a:cubicBezTo>
                  <a:pt x="86273" y="214876"/>
                  <a:pt x="86273" y="214876"/>
                  <a:pt x="142538" y="214876"/>
                </a:cubicBezTo>
                <a:cubicBezTo>
                  <a:pt x="142538" y="214876"/>
                  <a:pt x="142538" y="214876"/>
                  <a:pt x="180048" y="300873"/>
                </a:cubicBezTo>
                <a:cubicBezTo>
                  <a:pt x="180048" y="300873"/>
                  <a:pt x="180048" y="300873"/>
                  <a:pt x="195052" y="345741"/>
                </a:cubicBezTo>
                <a:cubicBezTo>
                  <a:pt x="195052" y="345741"/>
                  <a:pt x="195052" y="345741"/>
                  <a:pt x="206305" y="237310"/>
                </a:cubicBezTo>
                <a:cubicBezTo>
                  <a:pt x="206305" y="233571"/>
                  <a:pt x="202554" y="229832"/>
                  <a:pt x="202554" y="226093"/>
                </a:cubicBezTo>
                <a:cubicBezTo>
                  <a:pt x="202554" y="222354"/>
                  <a:pt x="206305" y="214876"/>
                  <a:pt x="213807" y="214876"/>
                </a:cubicBezTo>
                <a:cubicBezTo>
                  <a:pt x="213807" y="211137"/>
                  <a:pt x="217558" y="211137"/>
                  <a:pt x="221309" y="211137"/>
                </a:cubicBezTo>
                <a:close/>
                <a:moveTo>
                  <a:pt x="213438" y="0"/>
                </a:moveTo>
                <a:lnTo>
                  <a:pt x="220954" y="0"/>
                </a:lnTo>
                <a:cubicBezTo>
                  <a:pt x="269810" y="0"/>
                  <a:pt x="311150" y="41474"/>
                  <a:pt x="311150" y="90488"/>
                </a:cubicBezTo>
                <a:cubicBezTo>
                  <a:pt x="311150" y="139502"/>
                  <a:pt x="269810" y="180975"/>
                  <a:pt x="220954" y="180975"/>
                </a:cubicBezTo>
                <a:cubicBezTo>
                  <a:pt x="217196" y="180975"/>
                  <a:pt x="213438" y="180975"/>
                  <a:pt x="213438" y="177205"/>
                </a:cubicBezTo>
                <a:cubicBezTo>
                  <a:pt x="164582" y="173435"/>
                  <a:pt x="127000" y="135731"/>
                  <a:pt x="127000" y="90488"/>
                </a:cubicBezTo>
                <a:cubicBezTo>
                  <a:pt x="127000" y="41474"/>
                  <a:pt x="164582" y="3771"/>
                  <a:pt x="213438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11" name="Freeform 22"/>
          <p:cNvSpPr>
            <a:spLocks noEditPoints="1"/>
          </p:cNvSpPr>
          <p:nvPr/>
        </p:nvSpPr>
        <p:spPr bwMode="auto">
          <a:xfrm>
            <a:off x="1931724" y="3503695"/>
            <a:ext cx="149045" cy="258424"/>
          </a:xfrm>
          <a:custGeom>
            <a:avLst/>
            <a:gdLst>
              <a:gd name="T0" fmla="*/ 45 w 105"/>
              <a:gd name="T1" fmla="*/ 139 h 182"/>
              <a:gd name="T2" fmla="*/ 45 w 105"/>
              <a:gd name="T3" fmla="*/ 96 h 182"/>
              <a:gd name="T4" fmla="*/ 14 w 105"/>
              <a:gd name="T5" fmla="*/ 79 h 182"/>
              <a:gd name="T6" fmla="*/ 4 w 105"/>
              <a:gd name="T7" fmla="*/ 51 h 182"/>
              <a:gd name="T8" fmla="*/ 15 w 105"/>
              <a:gd name="T9" fmla="*/ 23 h 182"/>
              <a:gd name="T10" fmla="*/ 45 w 105"/>
              <a:gd name="T11" fmla="*/ 10 h 182"/>
              <a:gd name="T12" fmla="*/ 45 w 105"/>
              <a:gd name="T13" fmla="*/ 0 h 182"/>
              <a:gd name="T14" fmla="*/ 60 w 105"/>
              <a:gd name="T15" fmla="*/ 0 h 182"/>
              <a:gd name="T16" fmla="*/ 60 w 105"/>
              <a:gd name="T17" fmla="*/ 10 h 182"/>
              <a:gd name="T18" fmla="*/ 87 w 105"/>
              <a:gd name="T19" fmla="*/ 21 h 182"/>
              <a:gd name="T20" fmla="*/ 100 w 105"/>
              <a:gd name="T21" fmla="*/ 45 h 182"/>
              <a:gd name="T22" fmla="*/ 73 w 105"/>
              <a:gd name="T23" fmla="*/ 49 h 182"/>
              <a:gd name="T24" fmla="*/ 60 w 105"/>
              <a:gd name="T25" fmla="*/ 32 h 182"/>
              <a:gd name="T26" fmla="*/ 60 w 105"/>
              <a:gd name="T27" fmla="*/ 72 h 182"/>
              <a:gd name="T28" fmla="*/ 95 w 105"/>
              <a:gd name="T29" fmla="*/ 89 h 182"/>
              <a:gd name="T30" fmla="*/ 105 w 105"/>
              <a:gd name="T31" fmla="*/ 116 h 182"/>
              <a:gd name="T32" fmla="*/ 93 w 105"/>
              <a:gd name="T33" fmla="*/ 147 h 182"/>
              <a:gd name="T34" fmla="*/ 60 w 105"/>
              <a:gd name="T35" fmla="*/ 163 h 182"/>
              <a:gd name="T36" fmla="*/ 60 w 105"/>
              <a:gd name="T37" fmla="*/ 182 h 182"/>
              <a:gd name="T38" fmla="*/ 45 w 105"/>
              <a:gd name="T39" fmla="*/ 182 h 182"/>
              <a:gd name="T40" fmla="*/ 45 w 105"/>
              <a:gd name="T41" fmla="*/ 163 h 182"/>
              <a:gd name="T42" fmla="*/ 14 w 105"/>
              <a:gd name="T43" fmla="*/ 150 h 182"/>
              <a:gd name="T44" fmla="*/ 0 w 105"/>
              <a:gd name="T45" fmla="*/ 119 h 182"/>
              <a:gd name="T46" fmla="*/ 28 w 105"/>
              <a:gd name="T47" fmla="*/ 116 h 182"/>
              <a:gd name="T48" fmla="*/ 34 w 105"/>
              <a:gd name="T49" fmla="*/ 130 h 182"/>
              <a:gd name="T50" fmla="*/ 45 w 105"/>
              <a:gd name="T51" fmla="*/ 139 h 182"/>
              <a:gd name="T52" fmla="*/ 45 w 105"/>
              <a:gd name="T53" fmla="*/ 32 h 182"/>
              <a:gd name="T54" fmla="*/ 35 w 105"/>
              <a:gd name="T55" fmla="*/ 39 h 182"/>
              <a:gd name="T56" fmla="*/ 31 w 105"/>
              <a:gd name="T57" fmla="*/ 50 h 182"/>
              <a:gd name="T58" fmla="*/ 34 w 105"/>
              <a:gd name="T59" fmla="*/ 60 h 182"/>
              <a:gd name="T60" fmla="*/ 45 w 105"/>
              <a:gd name="T61" fmla="*/ 67 h 182"/>
              <a:gd name="T62" fmla="*/ 45 w 105"/>
              <a:gd name="T63" fmla="*/ 32 h 182"/>
              <a:gd name="T64" fmla="*/ 60 w 105"/>
              <a:gd name="T65" fmla="*/ 140 h 182"/>
              <a:gd name="T66" fmla="*/ 73 w 105"/>
              <a:gd name="T67" fmla="*/ 133 h 182"/>
              <a:gd name="T68" fmla="*/ 78 w 105"/>
              <a:gd name="T69" fmla="*/ 120 h 182"/>
              <a:gd name="T70" fmla="*/ 74 w 105"/>
              <a:gd name="T71" fmla="*/ 108 h 182"/>
              <a:gd name="T72" fmla="*/ 60 w 105"/>
              <a:gd name="T73" fmla="*/ 101 h 182"/>
              <a:gd name="T74" fmla="*/ 60 w 105"/>
              <a:gd name="T75" fmla="*/ 140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05" h="182">
                <a:moveTo>
                  <a:pt x="45" y="139"/>
                </a:moveTo>
                <a:cubicBezTo>
                  <a:pt x="45" y="96"/>
                  <a:pt x="45" y="96"/>
                  <a:pt x="45" y="96"/>
                </a:cubicBezTo>
                <a:cubicBezTo>
                  <a:pt x="31" y="92"/>
                  <a:pt x="20" y="87"/>
                  <a:pt x="14" y="79"/>
                </a:cubicBezTo>
                <a:cubicBezTo>
                  <a:pt x="7" y="71"/>
                  <a:pt x="4" y="62"/>
                  <a:pt x="4" y="51"/>
                </a:cubicBezTo>
                <a:cubicBezTo>
                  <a:pt x="4" y="40"/>
                  <a:pt x="8" y="30"/>
                  <a:pt x="15" y="23"/>
                </a:cubicBezTo>
                <a:cubicBezTo>
                  <a:pt x="22" y="15"/>
                  <a:pt x="32" y="11"/>
                  <a:pt x="45" y="10"/>
                </a:cubicBezTo>
                <a:cubicBezTo>
                  <a:pt x="45" y="0"/>
                  <a:pt x="45" y="0"/>
                  <a:pt x="45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0" y="10"/>
                  <a:pt x="60" y="10"/>
                  <a:pt x="60" y="10"/>
                </a:cubicBezTo>
                <a:cubicBezTo>
                  <a:pt x="72" y="11"/>
                  <a:pt x="81" y="15"/>
                  <a:pt x="87" y="21"/>
                </a:cubicBezTo>
                <a:cubicBezTo>
                  <a:pt x="94" y="27"/>
                  <a:pt x="99" y="35"/>
                  <a:pt x="100" y="45"/>
                </a:cubicBezTo>
                <a:cubicBezTo>
                  <a:pt x="73" y="49"/>
                  <a:pt x="73" y="49"/>
                  <a:pt x="73" y="49"/>
                </a:cubicBezTo>
                <a:cubicBezTo>
                  <a:pt x="71" y="41"/>
                  <a:pt x="67" y="35"/>
                  <a:pt x="60" y="32"/>
                </a:cubicBezTo>
                <a:cubicBezTo>
                  <a:pt x="60" y="72"/>
                  <a:pt x="60" y="72"/>
                  <a:pt x="60" y="72"/>
                </a:cubicBezTo>
                <a:cubicBezTo>
                  <a:pt x="77" y="76"/>
                  <a:pt x="89" y="82"/>
                  <a:pt x="95" y="89"/>
                </a:cubicBezTo>
                <a:cubicBezTo>
                  <a:pt x="102" y="96"/>
                  <a:pt x="105" y="105"/>
                  <a:pt x="105" y="116"/>
                </a:cubicBezTo>
                <a:cubicBezTo>
                  <a:pt x="105" y="128"/>
                  <a:pt x="101" y="139"/>
                  <a:pt x="93" y="147"/>
                </a:cubicBezTo>
                <a:cubicBezTo>
                  <a:pt x="85" y="156"/>
                  <a:pt x="74" y="161"/>
                  <a:pt x="60" y="163"/>
                </a:cubicBezTo>
                <a:cubicBezTo>
                  <a:pt x="60" y="182"/>
                  <a:pt x="60" y="182"/>
                  <a:pt x="60" y="182"/>
                </a:cubicBezTo>
                <a:cubicBezTo>
                  <a:pt x="45" y="182"/>
                  <a:pt x="45" y="182"/>
                  <a:pt x="45" y="182"/>
                </a:cubicBezTo>
                <a:cubicBezTo>
                  <a:pt x="45" y="163"/>
                  <a:pt x="45" y="163"/>
                  <a:pt x="45" y="163"/>
                </a:cubicBezTo>
                <a:cubicBezTo>
                  <a:pt x="32" y="162"/>
                  <a:pt x="22" y="157"/>
                  <a:pt x="14" y="150"/>
                </a:cubicBezTo>
                <a:cubicBezTo>
                  <a:pt x="7" y="143"/>
                  <a:pt x="2" y="132"/>
                  <a:pt x="0" y="119"/>
                </a:cubicBezTo>
                <a:cubicBezTo>
                  <a:pt x="28" y="116"/>
                  <a:pt x="28" y="116"/>
                  <a:pt x="28" y="116"/>
                </a:cubicBezTo>
                <a:cubicBezTo>
                  <a:pt x="29" y="122"/>
                  <a:pt x="31" y="126"/>
                  <a:pt x="34" y="130"/>
                </a:cubicBezTo>
                <a:cubicBezTo>
                  <a:pt x="37" y="134"/>
                  <a:pt x="41" y="137"/>
                  <a:pt x="45" y="139"/>
                </a:cubicBezTo>
                <a:close/>
                <a:moveTo>
                  <a:pt x="45" y="32"/>
                </a:moveTo>
                <a:cubicBezTo>
                  <a:pt x="40" y="33"/>
                  <a:pt x="37" y="36"/>
                  <a:pt x="35" y="39"/>
                </a:cubicBezTo>
                <a:cubicBezTo>
                  <a:pt x="32" y="42"/>
                  <a:pt x="31" y="46"/>
                  <a:pt x="31" y="50"/>
                </a:cubicBezTo>
                <a:cubicBezTo>
                  <a:pt x="31" y="53"/>
                  <a:pt x="32" y="57"/>
                  <a:pt x="34" y="60"/>
                </a:cubicBezTo>
                <a:cubicBezTo>
                  <a:pt x="36" y="63"/>
                  <a:pt x="40" y="65"/>
                  <a:pt x="45" y="67"/>
                </a:cubicBezTo>
                <a:lnTo>
                  <a:pt x="45" y="32"/>
                </a:lnTo>
                <a:close/>
                <a:moveTo>
                  <a:pt x="60" y="140"/>
                </a:moveTo>
                <a:cubicBezTo>
                  <a:pt x="66" y="139"/>
                  <a:pt x="70" y="137"/>
                  <a:pt x="73" y="133"/>
                </a:cubicBezTo>
                <a:cubicBezTo>
                  <a:pt x="77" y="129"/>
                  <a:pt x="78" y="125"/>
                  <a:pt x="78" y="120"/>
                </a:cubicBezTo>
                <a:cubicBezTo>
                  <a:pt x="78" y="115"/>
                  <a:pt x="77" y="111"/>
                  <a:pt x="74" y="108"/>
                </a:cubicBezTo>
                <a:cubicBezTo>
                  <a:pt x="71" y="105"/>
                  <a:pt x="67" y="102"/>
                  <a:pt x="60" y="101"/>
                </a:cubicBezTo>
                <a:lnTo>
                  <a:pt x="60" y="14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13" name="TextBox 28"/>
          <p:cNvSpPr txBox="1"/>
          <p:nvPr/>
        </p:nvSpPr>
        <p:spPr>
          <a:xfrm>
            <a:off x="2699792" y="1652239"/>
            <a:ext cx="3310522" cy="461665"/>
          </a:xfrm>
          <a:prstGeom prst="rect">
            <a:avLst/>
          </a:prstGeom>
          <a:noFill/>
        </p:spPr>
        <p:txBody>
          <a:bodyPr wrap="none" t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6.4.1 EXTI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标准外设库接口函数</a:t>
            </a:r>
          </a:p>
        </p:txBody>
      </p:sp>
      <p:sp>
        <p:nvSpPr>
          <p:cNvPr id="14" name="TextBox 29"/>
          <p:cNvSpPr txBox="1"/>
          <p:nvPr/>
        </p:nvSpPr>
        <p:spPr>
          <a:xfrm>
            <a:off x="2625627" y="2578470"/>
            <a:ext cx="5256585" cy="324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sz="1400" b="1" kern="0" dirty="0">
                <a:latin typeface="+mn-ea"/>
                <a:sym typeface="思源黑体旧字形 ExtraLight" panose="020B0200000000000000" pitchFamily="34" charset="-128"/>
              </a:rPr>
              <a:t>  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sym typeface="思源黑体旧字形 ExtraLight" panose="020B0200000000000000" pitchFamily="34" charset="-128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2029636" y="2190418"/>
            <a:ext cx="5926740" cy="1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19" name="直接箭头连接符 18"/>
          <p:cNvCxnSpPr>
            <a:stCxn id="7" idx="1"/>
          </p:cNvCxnSpPr>
          <p:nvPr/>
        </p:nvCxnSpPr>
        <p:spPr>
          <a:xfrm>
            <a:off x="2015699" y="3190424"/>
            <a:ext cx="5866513" cy="0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0" name="直接箭头连接符 19"/>
          <p:cNvCxnSpPr>
            <a:stCxn id="8" idx="1"/>
          </p:cNvCxnSpPr>
          <p:nvPr/>
        </p:nvCxnSpPr>
        <p:spPr>
          <a:xfrm>
            <a:off x="2004360" y="4169002"/>
            <a:ext cx="5952016" cy="0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sp>
        <p:nvSpPr>
          <p:cNvPr id="21" name="TextBox 28"/>
          <p:cNvSpPr txBox="1"/>
          <p:nvPr/>
        </p:nvSpPr>
        <p:spPr>
          <a:xfrm>
            <a:off x="2718370" y="2652873"/>
            <a:ext cx="4115229" cy="389530"/>
          </a:xfrm>
          <a:prstGeom prst="rect">
            <a:avLst/>
          </a:prstGeom>
          <a:noFill/>
        </p:spPr>
        <p:txBody>
          <a:bodyPr wrap="none" t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3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6.4.2 EXTI</a:t>
            </a:r>
            <a:r>
              <a:rPr lang="zh-CN" altLang="en-US" sz="2000" b="1" dirty="0">
                <a:solidFill>
                  <a:schemeClr val="accent3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标准外设库中断配置步骤</a:t>
            </a:r>
          </a:p>
        </p:txBody>
      </p:sp>
      <p:sp>
        <p:nvSpPr>
          <p:cNvPr id="22" name="TextBox 28"/>
          <p:cNvSpPr txBox="1"/>
          <p:nvPr/>
        </p:nvSpPr>
        <p:spPr>
          <a:xfrm>
            <a:off x="2738072" y="3630822"/>
            <a:ext cx="3599062" cy="389530"/>
          </a:xfrm>
          <a:prstGeom prst="rect">
            <a:avLst/>
          </a:prstGeom>
          <a:noFill/>
        </p:spPr>
        <p:txBody>
          <a:bodyPr wrap="none" t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6.4.3 EXTI</a:t>
            </a: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标准外设库应用实例</a:t>
            </a:r>
          </a:p>
        </p:txBody>
      </p:sp>
    </p:spTree>
    <p:extLst>
      <p:ext uri="{BB962C8B-B14F-4D97-AF65-F5344CB8AC3E}">
        <p14:creationId xmlns:p14="http://schemas.microsoft.com/office/powerpoint/2010/main" val="237451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1" grpId="0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" y="339503"/>
            <a:ext cx="4330134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6.4.1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91680" y="952453"/>
            <a:ext cx="6552728" cy="4084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/>
              <a:t>标准外设库的</a:t>
            </a:r>
            <a:r>
              <a:rPr lang="en-US" altLang="zh-CN" b="1" dirty="0"/>
              <a:t>stm32f10x_exti.c</a:t>
            </a:r>
            <a:r>
              <a:rPr lang="zh-CN" altLang="en-US" b="1" dirty="0"/>
              <a:t>文件定义了</a:t>
            </a:r>
            <a:r>
              <a:rPr lang="en-US" altLang="zh-CN" b="1" dirty="0"/>
              <a:t>EXTI</a:t>
            </a:r>
            <a:r>
              <a:rPr lang="zh-CN" altLang="en-US" b="1" dirty="0"/>
              <a:t>相关的库函数。</a:t>
            </a:r>
          </a:p>
        </p:txBody>
      </p:sp>
      <p:pic>
        <p:nvPicPr>
          <p:cNvPr id="13" name="图片 12" descr="C:\Users\DELL\Desktop\Snipaste_2019-01-31_00-18-07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139701"/>
            <a:ext cx="6192688" cy="266429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467544" y="1485002"/>
            <a:ext cx="648073" cy="23083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EXTI</a:t>
            </a:r>
            <a:r>
              <a:rPr lang="zh-CN" altLang="en-US" b="1" dirty="0"/>
              <a:t>标</a:t>
            </a:r>
            <a:endParaRPr lang="en-US" altLang="zh-CN" b="1" dirty="0"/>
          </a:p>
          <a:p>
            <a:pPr algn="ctr"/>
            <a:r>
              <a:rPr lang="zh-CN" altLang="en-US" b="1" dirty="0"/>
              <a:t>准</a:t>
            </a:r>
            <a:endParaRPr lang="en-US" altLang="zh-CN" b="1" dirty="0"/>
          </a:p>
          <a:p>
            <a:pPr algn="ctr"/>
            <a:r>
              <a:rPr lang="zh-CN" altLang="en-US" b="1" dirty="0"/>
              <a:t>外</a:t>
            </a:r>
            <a:endParaRPr lang="en-US" altLang="zh-CN" b="1" dirty="0"/>
          </a:p>
          <a:p>
            <a:pPr algn="ctr"/>
            <a:r>
              <a:rPr lang="zh-CN" altLang="en-US" b="1" dirty="0"/>
              <a:t>设</a:t>
            </a:r>
            <a:endParaRPr lang="en-US" altLang="zh-CN" b="1" dirty="0"/>
          </a:p>
          <a:p>
            <a:pPr algn="ctr"/>
            <a:r>
              <a:rPr lang="zh-CN" altLang="en-US" b="1" dirty="0"/>
              <a:t>库</a:t>
            </a:r>
            <a:endParaRPr lang="en-US" altLang="zh-CN" b="1" dirty="0"/>
          </a:p>
          <a:p>
            <a:pPr algn="ctr"/>
            <a:r>
              <a:rPr lang="zh-CN" altLang="en-US" b="1" dirty="0"/>
              <a:t>函</a:t>
            </a:r>
            <a:endParaRPr lang="en-US" altLang="zh-CN" b="1" dirty="0"/>
          </a:p>
          <a:p>
            <a:pPr algn="ctr"/>
            <a:r>
              <a:rPr lang="zh-CN" altLang="en-US" b="1" dirty="0"/>
              <a:t>数</a:t>
            </a:r>
          </a:p>
        </p:txBody>
      </p:sp>
      <p:sp>
        <p:nvSpPr>
          <p:cNvPr id="64552" name="矩形 64551"/>
          <p:cNvSpPr/>
          <p:nvPr/>
        </p:nvSpPr>
        <p:spPr>
          <a:xfrm>
            <a:off x="1691680" y="1564521"/>
            <a:ext cx="6552728" cy="4385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stm32f10x_exti.h</a:t>
            </a:r>
            <a:r>
              <a:rPr lang="zh-CN" altLang="en-US" b="1" dirty="0">
                <a:solidFill>
                  <a:prstClr val="black"/>
                </a:solidFill>
              </a:rPr>
              <a:t>头文件中声明了</a:t>
            </a:r>
            <a:r>
              <a:rPr lang="en-US" altLang="zh-CN" b="1" dirty="0">
                <a:solidFill>
                  <a:prstClr val="black"/>
                </a:solidFill>
              </a:rPr>
              <a:t>EXTI</a:t>
            </a:r>
            <a:r>
              <a:rPr lang="zh-CN" altLang="en-US" b="1" dirty="0">
                <a:solidFill>
                  <a:prstClr val="black"/>
                </a:solidFill>
              </a:rPr>
              <a:t>相关的库函数，共有</a:t>
            </a:r>
            <a:r>
              <a:rPr lang="en-US" altLang="zh-CN" b="1" dirty="0">
                <a:solidFill>
                  <a:prstClr val="black"/>
                </a:solidFill>
              </a:rPr>
              <a:t>8</a:t>
            </a:r>
            <a:r>
              <a:rPr lang="zh-CN" altLang="en-US" b="1" dirty="0">
                <a:solidFill>
                  <a:prstClr val="black"/>
                </a:solidFill>
              </a:rPr>
              <a:t>种。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3EF5AA07-FDC9-1627-22A2-91B69A774F42}"/>
                  </a:ext>
                </a:extLst>
              </p14:cNvPr>
              <p14:cNvContentPartPr/>
              <p14:nvPr/>
            </p14:nvContentPartPr>
            <p14:xfrm>
              <a:off x="6600960" y="1604880"/>
              <a:ext cx="2057760" cy="6908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3EF5AA07-FDC9-1627-22A2-91B69A774F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1600" y="1595520"/>
                <a:ext cx="2076480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906A3ADD-E25B-4ACF-D89C-379C99667641}"/>
                  </a:ext>
                </a:extLst>
              </p14:cNvPr>
              <p14:cNvContentPartPr/>
              <p14:nvPr/>
            </p14:nvContentPartPr>
            <p14:xfrm>
              <a:off x="3214800" y="3505320"/>
              <a:ext cx="4367520" cy="125280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906A3ADD-E25B-4ACF-D89C-379C9966764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05440" y="3495960"/>
                <a:ext cx="4386240" cy="127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3692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435597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6.4.1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5536" y="2179335"/>
            <a:ext cx="1152128" cy="78483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/>
              <a:t>EXTI</a:t>
            </a:r>
            <a:r>
              <a:rPr lang="zh-CN" altLang="en-US" b="1" dirty="0"/>
              <a:t>相关的库函数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1907704" y="1203598"/>
            <a:ext cx="1728192" cy="384044"/>
          </a:xfrm>
          <a:prstGeom prst="roundRect">
            <a:avLst/>
          </a:prstGeo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err="1"/>
              <a:t>EXTI_Init</a:t>
            </a:r>
            <a:r>
              <a:rPr lang="zh-CN" altLang="zh-CN" b="1" dirty="0"/>
              <a:t>函数</a:t>
            </a:r>
            <a:endParaRPr lang="zh-CN" altLang="en-US" b="1" dirty="0"/>
          </a:p>
        </p:txBody>
      </p:sp>
      <p:sp>
        <p:nvSpPr>
          <p:cNvPr id="17" name="圆角矩形 16"/>
          <p:cNvSpPr/>
          <p:nvPr/>
        </p:nvSpPr>
        <p:spPr>
          <a:xfrm>
            <a:off x="1907704" y="2131701"/>
            <a:ext cx="2304256" cy="384044"/>
          </a:xfrm>
          <a:prstGeom prst="roundRect">
            <a:avLst/>
          </a:prstGeo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err="1"/>
              <a:t>EXTI_GetITStatus</a:t>
            </a:r>
            <a:r>
              <a:rPr lang="zh-CN" altLang="zh-CN" b="1" dirty="0"/>
              <a:t>函数</a:t>
            </a:r>
            <a:endParaRPr lang="zh-CN" altLang="en-US" b="1" dirty="0"/>
          </a:p>
        </p:txBody>
      </p:sp>
      <p:sp>
        <p:nvSpPr>
          <p:cNvPr id="18" name="圆角矩形 17"/>
          <p:cNvSpPr/>
          <p:nvPr/>
        </p:nvSpPr>
        <p:spPr>
          <a:xfrm>
            <a:off x="1916706" y="3059804"/>
            <a:ext cx="2978540" cy="384044"/>
          </a:xfrm>
          <a:prstGeom prst="roundRect">
            <a:avLst/>
          </a:prstGeo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err="1"/>
              <a:t>EXTI_ClearITPendingBit</a:t>
            </a:r>
            <a:r>
              <a:rPr lang="zh-CN" altLang="zh-CN" b="1" dirty="0"/>
              <a:t>函数</a:t>
            </a:r>
            <a:endParaRPr lang="zh-CN" altLang="en-US" b="1" dirty="0"/>
          </a:p>
        </p:txBody>
      </p:sp>
      <p:sp>
        <p:nvSpPr>
          <p:cNvPr id="19" name="圆角矩形 18"/>
          <p:cNvSpPr/>
          <p:nvPr/>
        </p:nvSpPr>
        <p:spPr>
          <a:xfrm>
            <a:off x="1907704" y="3987906"/>
            <a:ext cx="2751270" cy="384044"/>
          </a:xfrm>
          <a:prstGeom prst="roundRect">
            <a:avLst/>
          </a:prstGeo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err="1"/>
              <a:t>GPIO_EXTILineConfig</a:t>
            </a:r>
            <a:r>
              <a:rPr lang="zh-CN" altLang="zh-CN" b="1" dirty="0"/>
              <a:t>函数</a:t>
            </a:r>
            <a:endParaRPr lang="zh-CN" altLang="zh-CN" dirty="0"/>
          </a:p>
        </p:txBody>
      </p:sp>
      <p:cxnSp>
        <p:nvCxnSpPr>
          <p:cNvPr id="20" name="直接连接符 19"/>
          <p:cNvCxnSpPr>
            <a:stCxn id="16" idx="1"/>
            <a:endCxn id="15" idx="3"/>
          </p:cNvCxnSpPr>
          <p:nvPr/>
        </p:nvCxnSpPr>
        <p:spPr>
          <a:xfrm flipH="1">
            <a:off x="1547664" y="1395620"/>
            <a:ext cx="360040" cy="117613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17" idx="1"/>
            <a:endCxn id="15" idx="3"/>
          </p:cNvCxnSpPr>
          <p:nvPr/>
        </p:nvCxnSpPr>
        <p:spPr>
          <a:xfrm flipH="1">
            <a:off x="1547664" y="2323723"/>
            <a:ext cx="360040" cy="248027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18" idx="1"/>
            <a:endCxn id="15" idx="3"/>
          </p:cNvCxnSpPr>
          <p:nvPr/>
        </p:nvCxnSpPr>
        <p:spPr>
          <a:xfrm flipH="1" flipV="1">
            <a:off x="1547664" y="2571750"/>
            <a:ext cx="369042" cy="680076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19" idx="1"/>
            <a:endCxn id="15" idx="3"/>
          </p:cNvCxnSpPr>
          <p:nvPr/>
        </p:nvCxnSpPr>
        <p:spPr>
          <a:xfrm flipH="1" flipV="1">
            <a:off x="1547664" y="2571750"/>
            <a:ext cx="360040" cy="1608178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881409" y="1226343"/>
            <a:ext cx="2922839" cy="3385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/>
              <a:t>定义了</a:t>
            </a:r>
            <a:r>
              <a:rPr lang="en-US" altLang="zh-CN" sz="1600" b="1" dirty="0" err="1"/>
              <a:t>EXTI_InitTypeDef</a:t>
            </a:r>
            <a:r>
              <a:rPr lang="zh-CN" altLang="en-US" sz="1600" b="1" dirty="0"/>
              <a:t>结构体</a:t>
            </a:r>
            <a:endParaRPr lang="en-US" altLang="zh-CN" sz="1600" b="1" dirty="0"/>
          </a:p>
        </p:txBody>
      </p:sp>
      <p:cxnSp>
        <p:nvCxnSpPr>
          <p:cNvPr id="25" name="直接连接符 24"/>
          <p:cNvCxnSpPr>
            <a:stCxn id="24" idx="1"/>
            <a:endCxn id="16" idx="3"/>
          </p:cNvCxnSpPr>
          <p:nvPr/>
        </p:nvCxnSpPr>
        <p:spPr>
          <a:xfrm flipH="1">
            <a:off x="3635896" y="1395620"/>
            <a:ext cx="245513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4499992" y="2031335"/>
            <a:ext cx="3312368" cy="584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/>
              <a:t>用于检查指定的</a:t>
            </a:r>
            <a:r>
              <a:rPr lang="en-US" altLang="zh-CN" sz="1600" b="1" dirty="0"/>
              <a:t>EXTI</a:t>
            </a:r>
            <a:r>
              <a:rPr lang="zh-CN" altLang="en-US" sz="1600" b="1" dirty="0"/>
              <a:t>线路触发请求发生与否，返回值：</a:t>
            </a:r>
            <a:r>
              <a:rPr lang="en-US" altLang="zh-CN" sz="1600" b="1" dirty="0"/>
              <a:t>SET</a:t>
            </a:r>
            <a:r>
              <a:rPr lang="zh-CN" altLang="en-US" sz="1600" b="1" dirty="0"/>
              <a:t>或</a:t>
            </a:r>
            <a:r>
              <a:rPr lang="en-US" altLang="zh-CN" sz="1600" b="1" dirty="0"/>
              <a:t>RESET</a:t>
            </a:r>
          </a:p>
        </p:txBody>
      </p:sp>
      <p:cxnSp>
        <p:nvCxnSpPr>
          <p:cNvPr id="27" name="直接连接符 26"/>
          <p:cNvCxnSpPr>
            <a:stCxn id="26" idx="1"/>
            <a:endCxn id="17" idx="3"/>
          </p:cNvCxnSpPr>
          <p:nvPr/>
        </p:nvCxnSpPr>
        <p:spPr>
          <a:xfrm flipH="1">
            <a:off x="4211960" y="2323723"/>
            <a:ext cx="288032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5148064" y="3082549"/>
            <a:ext cx="2611872" cy="3385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用于清除</a:t>
            </a:r>
            <a:r>
              <a:rPr lang="en-US" altLang="zh-CN" sz="1600" b="1" dirty="0"/>
              <a:t>EXTI</a:t>
            </a:r>
            <a:r>
              <a:rPr lang="zh-CN" altLang="en-US" sz="1600" b="1" dirty="0"/>
              <a:t>线路挂起位</a:t>
            </a:r>
            <a:endParaRPr lang="en-US" altLang="zh-CN" sz="1600" b="1" dirty="0"/>
          </a:p>
        </p:txBody>
      </p:sp>
      <p:sp>
        <p:nvSpPr>
          <p:cNvPr id="29" name="矩形 28"/>
          <p:cNvSpPr/>
          <p:nvPr/>
        </p:nvSpPr>
        <p:spPr>
          <a:xfrm>
            <a:off x="4911864" y="4010651"/>
            <a:ext cx="3620480" cy="3385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用于选择</a:t>
            </a:r>
            <a:r>
              <a:rPr lang="en-US" altLang="zh-CN" sz="1600" b="1" dirty="0"/>
              <a:t>GPIO</a:t>
            </a:r>
            <a:r>
              <a:rPr lang="zh-CN" altLang="en-US" sz="1600" b="1" dirty="0"/>
              <a:t>管脚用作外部中断线路</a:t>
            </a:r>
            <a:endParaRPr lang="en-US" altLang="zh-CN" sz="1600" b="1" dirty="0"/>
          </a:p>
        </p:txBody>
      </p:sp>
      <p:cxnSp>
        <p:nvCxnSpPr>
          <p:cNvPr id="30" name="直接连接符 29"/>
          <p:cNvCxnSpPr>
            <a:stCxn id="28" idx="1"/>
            <a:endCxn id="18" idx="3"/>
          </p:cNvCxnSpPr>
          <p:nvPr/>
        </p:nvCxnSpPr>
        <p:spPr>
          <a:xfrm flipH="1">
            <a:off x="4895246" y="3251826"/>
            <a:ext cx="25281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29" idx="1"/>
            <a:endCxn id="19" idx="3"/>
          </p:cNvCxnSpPr>
          <p:nvPr/>
        </p:nvCxnSpPr>
        <p:spPr>
          <a:xfrm flipH="1">
            <a:off x="4658974" y="4179928"/>
            <a:ext cx="25289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BFADE4E-ED72-5D9F-BD9B-B338ED5B23BC}"/>
                  </a:ext>
                </a:extLst>
              </p14:cNvPr>
              <p14:cNvContentPartPr/>
              <p14:nvPr/>
            </p14:nvContentPartPr>
            <p14:xfrm>
              <a:off x="2747880" y="1471680"/>
              <a:ext cx="4586760" cy="1962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BFADE4E-ED72-5D9F-BD9B-B338ED5B23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38520" y="1462320"/>
                <a:ext cx="4605480" cy="19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AC7E1D28-0A9B-CCA0-1688-4DCC2CE64206}"/>
                  </a:ext>
                </a:extLst>
              </p14:cNvPr>
              <p14:cNvContentPartPr/>
              <p14:nvPr/>
            </p14:nvContentPartPr>
            <p14:xfrm>
              <a:off x="6019920" y="4281480"/>
              <a:ext cx="2448000" cy="860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AC7E1D28-0A9B-CCA0-1688-4DCC2CE6420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10560" y="4272120"/>
                <a:ext cx="2466720" cy="10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1523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26762" y="1131590"/>
            <a:ext cx="497133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err="1"/>
              <a:t>typedef</a:t>
            </a:r>
            <a:r>
              <a:rPr lang="en-US" altLang="zh-CN" b="1" dirty="0"/>
              <a:t> </a:t>
            </a:r>
            <a:r>
              <a:rPr lang="en-US" altLang="zh-CN" b="1" dirty="0" err="1"/>
              <a:t>struct</a:t>
            </a:r>
            <a:endParaRPr lang="en-US" altLang="zh-CN" b="1" dirty="0"/>
          </a:p>
          <a:p>
            <a:r>
              <a:rPr lang="en-US" altLang="zh-CN" b="1" dirty="0"/>
              <a:t>{</a:t>
            </a:r>
          </a:p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  uint32_t </a:t>
            </a:r>
            <a:r>
              <a:rPr lang="en-US" altLang="zh-CN" b="1" dirty="0" err="1">
                <a:solidFill>
                  <a:schemeClr val="accent3">
                    <a:lumMod val="75000"/>
                  </a:schemeClr>
                </a:solidFill>
              </a:rPr>
              <a:t>EXTI_Line</a:t>
            </a:r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;   </a:t>
            </a:r>
          </a:p>
          <a:p>
            <a:r>
              <a:rPr lang="en-US" altLang="zh-CN" b="1" dirty="0"/>
              <a:t>       //</a:t>
            </a:r>
            <a:r>
              <a:rPr lang="zh-CN" altLang="en-US" b="1" dirty="0"/>
              <a:t>中断</a:t>
            </a:r>
            <a:r>
              <a:rPr lang="en-US" altLang="zh-CN" b="1" dirty="0"/>
              <a:t>/</a:t>
            </a:r>
            <a:r>
              <a:rPr lang="zh-CN" altLang="en-US" b="1" dirty="0"/>
              <a:t>事件线</a:t>
            </a:r>
          </a:p>
          <a:p>
            <a:r>
              <a:rPr lang="zh-CN" altLang="en-US" b="1" dirty="0"/>
              <a:t>  </a:t>
            </a:r>
            <a:r>
              <a:rPr lang="en-US" altLang="zh-CN" b="1" dirty="0" err="1">
                <a:solidFill>
                  <a:schemeClr val="accent6">
                    <a:lumMod val="75000"/>
                  </a:schemeClr>
                </a:solidFill>
              </a:rPr>
              <a:t>EXTIMode_TypeDef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b="1" dirty="0" err="1">
                <a:solidFill>
                  <a:schemeClr val="accent6">
                    <a:lumMod val="75000"/>
                  </a:schemeClr>
                </a:solidFill>
              </a:rPr>
              <a:t>EXTI_Mode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; </a:t>
            </a:r>
          </a:p>
          <a:p>
            <a:r>
              <a:rPr lang="en-US" altLang="zh-CN" b="1" dirty="0"/>
              <a:t>      //EXTI</a:t>
            </a:r>
            <a:r>
              <a:rPr lang="zh-CN" altLang="en-US" b="1" dirty="0"/>
              <a:t>模式</a:t>
            </a:r>
          </a:p>
          <a:p>
            <a:r>
              <a:rPr lang="zh-CN" altLang="en-US" b="1" dirty="0"/>
              <a:t>  </a:t>
            </a:r>
            <a:r>
              <a:rPr lang="en-US" altLang="zh-CN" b="1" dirty="0" err="1">
                <a:solidFill>
                  <a:schemeClr val="accent4">
                    <a:lumMod val="75000"/>
                  </a:schemeClr>
                </a:solidFill>
              </a:rPr>
              <a:t>EXTITrigger_TypeDef</a:t>
            </a: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altLang="zh-CN" b="1" dirty="0" err="1">
                <a:solidFill>
                  <a:schemeClr val="accent4">
                    <a:lumMod val="75000"/>
                  </a:schemeClr>
                </a:solidFill>
              </a:rPr>
              <a:t>EXTI_Trigger</a:t>
            </a: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</a:rPr>
              <a:t>;</a:t>
            </a:r>
          </a:p>
          <a:p>
            <a:r>
              <a:rPr lang="en-US" altLang="zh-CN" b="1" dirty="0"/>
              <a:t>      //</a:t>
            </a:r>
            <a:r>
              <a:rPr lang="zh-CN" altLang="en-US" b="1" dirty="0"/>
              <a:t>触发类型</a:t>
            </a:r>
          </a:p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altLang="zh-CN" b="1" dirty="0" err="1">
                <a:solidFill>
                  <a:schemeClr val="accent5">
                    <a:lumMod val="75000"/>
                  </a:schemeClr>
                </a:solidFill>
              </a:rPr>
              <a:t>FunctionalState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b="1" dirty="0" err="1">
                <a:solidFill>
                  <a:schemeClr val="accent5">
                    <a:lumMod val="75000"/>
                  </a:schemeClr>
                </a:solidFill>
              </a:rPr>
              <a:t>EXTI_LineCmd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;     </a:t>
            </a:r>
          </a:p>
          <a:p>
            <a:r>
              <a:rPr lang="en-US" altLang="zh-CN" b="1" dirty="0"/>
              <a:t>      //EXTI</a:t>
            </a:r>
            <a:r>
              <a:rPr lang="zh-CN" altLang="en-US" b="1" dirty="0"/>
              <a:t>使能</a:t>
            </a:r>
          </a:p>
          <a:p>
            <a:r>
              <a:rPr lang="en-US" altLang="zh-CN" b="1" dirty="0"/>
              <a:t>}</a:t>
            </a:r>
            <a:r>
              <a:rPr lang="en-US" altLang="zh-CN" b="1" dirty="0" err="1"/>
              <a:t>EXTI_InitTypeDef</a:t>
            </a:r>
            <a:r>
              <a:rPr lang="en-US" altLang="zh-CN" b="1" dirty="0"/>
              <a:t>;</a:t>
            </a:r>
          </a:p>
        </p:txBody>
      </p:sp>
      <p:sp>
        <p:nvSpPr>
          <p:cNvPr id="3" name="矩形 2"/>
          <p:cNvSpPr/>
          <p:nvPr/>
        </p:nvSpPr>
        <p:spPr>
          <a:xfrm>
            <a:off x="5483018" y="406932"/>
            <a:ext cx="25193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accent5">
                    <a:lumMod val="75000"/>
                  </a:schemeClr>
                </a:solidFill>
              </a:rPr>
              <a:t>EXTI_InitTypeDef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结构体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3312429" y="1016188"/>
            <a:ext cx="2978106" cy="619457"/>
          </a:xfrm>
          <a:prstGeom prst="wedgeRoundRectCallout">
            <a:avLst>
              <a:gd name="adj1" fmla="val -64687"/>
              <a:gd name="adj2" fmla="val 96613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指定某个具体的外部中断线路，如外部中断线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EXTI_Line0</a:t>
            </a:r>
            <a:endParaRPr lang="zh-CN" altLang="en-US" sz="1600" b="1" dirty="0"/>
          </a:p>
        </p:txBody>
      </p:sp>
      <p:sp>
        <p:nvSpPr>
          <p:cNvPr id="32" name="圆角矩形标注 31"/>
          <p:cNvSpPr/>
          <p:nvPr/>
        </p:nvSpPr>
        <p:spPr>
          <a:xfrm>
            <a:off x="4644008" y="1771930"/>
            <a:ext cx="4032448" cy="921588"/>
          </a:xfrm>
          <a:prstGeom prst="wedgeRoundRectCallout">
            <a:avLst>
              <a:gd name="adj1" fmla="val -62096"/>
              <a:gd name="adj2" fmla="val 2606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b="1" dirty="0"/>
              <a:t>用于设置</a:t>
            </a:r>
            <a:r>
              <a:rPr lang="en-US" altLang="zh-CN" sz="1600" b="1" dirty="0"/>
              <a:t>EXTI</a:t>
            </a:r>
            <a:r>
              <a:rPr lang="zh-CN" altLang="en-US" sz="1600" b="1" dirty="0"/>
              <a:t>线路是中断请求模式还是事件模式，取值可以是</a:t>
            </a:r>
            <a:r>
              <a:rPr lang="en-US" altLang="zh-CN" sz="1600" b="1" dirty="0" err="1"/>
              <a:t>EXTI_Mode_Interrupt</a:t>
            </a:r>
            <a:r>
              <a:rPr lang="zh-CN" altLang="en-US" sz="1600" b="1" dirty="0"/>
              <a:t>或</a:t>
            </a:r>
            <a:r>
              <a:rPr lang="en-US" altLang="zh-CN" sz="1600" b="1" dirty="0" err="1"/>
              <a:t>EXTI_Mode_Event</a:t>
            </a:r>
            <a:endParaRPr lang="zh-CN" altLang="en-US" sz="1600" b="1" dirty="0"/>
          </a:p>
        </p:txBody>
      </p:sp>
      <p:sp>
        <p:nvSpPr>
          <p:cNvPr id="33" name="圆角矩形标注 32"/>
          <p:cNvSpPr/>
          <p:nvPr/>
        </p:nvSpPr>
        <p:spPr>
          <a:xfrm>
            <a:off x="5024617" y="2886464"/>
            <a:ext cx="3062284" cy="648072"/>
          </a:xfrm>
          <a:prstGeom prst="wedgeRoundRectCallout">
            <a:avLst>
              <a:gd name="adj1" fmla="val -72284"/>
              <a:gd name="adj2" fmla="val -33399"/>
              <a:gd name="adj3" fmla="val 1666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b="1" dirty="0"/>
              <a:t>用于设置外部中断的触发方式，上升沿触发或下降沿触发等</a:t>
            </a:r>
          </a:p>
        </p:txBody>
      </p:sp>
      <p:sp>
        <p:nvSpPr>
          <p:cNvPr id="34" name="圆角矩形标注 33"/>
          <p:cNvSpPr/>
          <p:nvPr/>
        </p:nvSpPr>
        <p:spPr>
          <a:xfrm>
            <a:off x="4158942" y="4011910"/>
            <a:ext cx="2919847" cy="648072"/>
          </a:xfrm>
          <a:prstGeom prst="wedgeRoundRectCallout">
            <a:avLst>
              <a:gd name="adj1" fmla="val -55203"/>
              <a:gd name="adj2" fmla="val -114337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b="1" dirty="0"/>
              <a:t>用于使能或失能外部中断线路，取值为</a:t>
            </a:r>
            <a:r>
              <a:rPr lang="en-US" altLang="zh-CN" sz="1600" b="1" dirty="0"/>
              <a:t>ENABLE</a:t>
            </a:r>
            <a:r>
              <a:rPr lang="zh-CN" altLang="en-US" sz="1600" b="1" dirty="0"/>
              <a:t>或</a:t>
            </a:r>
            <a:r>
              <a:rPr lang="en-US" altLang="zh-CN" sz="1600" b="1" dirty="0"/>
              <a:t>DISABLE</a:t>
            </a:r>
            <a:endParaRPr lang="zh-CN" altLang="en-US" sz="1600" b="1" dirty="0"/>
          </a:p>
        </p:txBody>
      </p:sp>
      <p:sp>
        <p:nvSpPr>
          <p:cNvPr id="10" name="矩形 9"/>
          <p:cNvSpPr/>
          <p:nvPr/>
        </p:nvSpPr>
        <p:spPr>
          <a:xfrm>
            <a:off x="1" y="339503"/>
            <a:ext cx="435597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7504" y="360766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6.4.1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6A156173-FBCA-1676-077A-F2476B40A552}"/>
                  </a:ext>
                </a:extLst>
              </p14:cNvPr>
              <p14:cNvContentPartPr/>
              <p14:nvPr/>
            </p14:nvContentPartPr>
            <p14:xfrm>
              <a:off x="1981080" y="1266840"/>
              <a:ext cx="6958440" cy="38721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6A156173-FBCA-1676-077A-F2476B40A5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1720" y="1257480"/>
                <a:ext cx="6977160" cy="389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3740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500404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998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6.4.2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标准外设库中断配置步骤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0" name="燕尾形箭头 9"/>
          <p:cNvSpPr/>
          <p:nvPr/>
        </p:nvSpPr>
        <p:spPr>
          <a:xfrm rot="5400000">
            <a:off x="2615138" y="2831200"/>
            <a:ext cx="3913724" cy="175891"/>
          </a:xfrm>
          <a:prstGeom prst="notched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7359655" y="3161797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 rot="5400000">
            <a:off x="1240414" y="3045349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969282" y="1084993"/>
            <a:ext cx="527503" cy="527504"/>
            <a:chOff x="4341368" y="2343128"/>
            <a:chExt cx="962021" cy="962021"/>
          </a:xfrm>
          <a:solidFill>
            <a:schemeClr val="accent4">
              <a:lumMod val="75000"/>
            </a:schemeClr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6" name="泪滴形 15"/>
            <p:cNvSpPr/>
            <p:nvPr/>
          </p:nvSpPr>
          <p:spPr>
            <a:xfrm rot="8100000">
              <a:off x="4341368" y="2343128"/>
              <a:ext cx="962021" cy="962021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3"/>
              <a:endParaRPr lang="zh-CN" altLang="en-US" sz="1867" dirty="0">
                <a:solidFill>
                  <a:srgbClr val="44546A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文本框 38"/>
            <p:cNvSpPr txBox="1"/>
            <p:nvPr/>
          </p:nvSpPr>
          <p:spPr>
            <a:xfrm>
              <a:off x="4412017" y="2432738"/>
              <a:ext cx="820724" cy="520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73"/>
              <a:r>
                <a:rPr lang="en-US" altLang="zh-CN" sz="2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lang="zh-CN" altLang="en-US" sz="2000" baseline="-3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12864" y="1247613"/>
            <a:ext cx="527503" cy="527503"/>
            <a:chOff x="1784435" y="2343128"/>
            <a:chExt cx="962021" cy="962021"/>
          </a:xfrm>
          <a:solidFill>
            <a:schemeClr val="accent5">
              <a:lumMod val="75000"/>
            </a:schemeClr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9" name="泪滴形 18"/>
            <p:cNvSpPr/>
            <p:nvPr/>
          </p:nvSpPr>
          <p:spPr>
            <a:xfrm rot="8100000">
              <a:off x="1784435" y="2343128"/>
              <a:ext cx="962021" cy="962021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3"/>
              <a:endParaRPr lang="zh-CN" altLang="en-US" sz="186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文本框 39"/>
            <p:cNvSpPr txBox="1"/>
            <p:nvPr/>
          </p:nvSpPr>
          <p:spPr>
            <a:xfrm>
              <a:off x="1838580" y="2433612"/>
              <a:ext cx="853730" cy="5593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73"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lang="zh-CN" altLang="en-US" sz="2000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395536" y="2168186"/>
            <a:ext cx="3816424" cy="1754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altLang="zh-CN" b="1" dirty="0" err="1"/>
              <a:t>GPIO_InitTypeDef</a:t>
            </a:r>
            <a:r>
              <a:rPr lang="en-GB" altLang="zh-CN" b="1" dirty="0"/>
              <a:t> </a:t>
            </a:r>
            <a:r>
              <a:rPr lang="en-GB" altLang="zh-CN" b="1" dirty="0" err="1"/>
              <a:t>GPIO_InitStructure</a:t>
            </a:r>
            <a:r>
              <a:rPr lang="en-GB" altLang="zh-CN" b="1" dirty="0"/>
              <a:t>;</a:t>
            </a:r>
          </a:p>
          <a:p>
            <a:r>
              <a:rPr lang="en-GB" altLang="zh-CN" b="1" dirty="0" err="1"/>
              <a:t>GPIO_InitStructure.GPIO_Pin</a:t>
            </a:r>
            <a:r>
              <a:rPr lang="en-GB" altLang="zh-CN" b="1" dirty="0"/>
              <a:t> = GPIO_Pin_3;</a:t>
            </a:r>
          </a:p>
          <a:p>
            <a:r>
              <a:rPr lang="en-GB" altLang="zh-CN" b="1" dirty="0" err="1"/>
              <a:t>GPIO_InitStructure.GPIO_Mode</a:t>
            </a:r>
            <a:r>
              <a:rPr lang="en-GB" altLang="zh-CN" b="1" dirty="0"/>
              <a:t> = </a:t>
            </a:r>
            <a:r>
              <a:rPr lang="en-GB" altLang="zh-CN" b="1" dirty="0" err="1"/>
              <a:t>GPIO_Mode_IN_FLOATING</a:t>
            </a:r>
            <a:r>
              <a:rPr lang="en-GB" altLang="zh-CN" b="1" dirty="0"/>
              <a:t>;</a:t>
            </a:r>
          </a:p>
          <a:p>
            <a:r>
              <a:rPr lang="en-GB" altLang="zh-CN" b="1" dirty="0"/>
              <a:t>    //</a:t>
            </a:r>
            <a:r>
              <a:rPr lang="zh-CN" altLang="en-US" b="1" dirty="0"/>
              <a:t>初始化</a:t>
            </a:r>
            <a:r>
              <a:rPr lang="en-GB" altLang="zh-CN" b="1" dirty="0"/>
              <a:t>I/O</a:t>
            </a:r>
            <a:r>
              <a:rPr lang="zh-CN" altLang="en-US" b="1" dirty="0"/>
              <a:t>口为浮空输入模式</a:t>
            </a:r>
          </a:p>
        </p:txBody>
      </p:sp>
      <p:sp>
        <p:nvSpPr>
          <p:cNvPr id="7" name="矩形 6"/>
          <p:cNvSpPr/>
          <p:nvPr/>
        </p:nvSpPr>
        <p:spPr>
          <a:xfrm>
            <a:off x="941994" y="1419265"/>
            <a:ext cx="18341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GPIO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初始化配置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4892162" y="1930268"/>
            <a:ext cx="3812451" cy="251607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/>
              <a:t>     GPIO</a:t>
            </a:r>
            <a:r>
              <a:rPr lang="zh-CN" altLang="en-US" b="1" dirty="0"/>
              <a:t>用作</a:t>
            </a:r>
            <a:r>
              <a:rPr lang="en-US" altLang="zh-CN" b="1" dirty="0"/>
              <a:t>EXTI</a:t>
            </a:r>
            <a:r>
              <a:rPr lang="zh-CN" altLang="en-US" b="1" dirty="0"/>
              <a:t>外部中断功能引脚，必须开启复用功能，打开相应引脚的</a:t>
            </a:r>
            <a:r>
              <a:rPr lang="en-US" altLang="zh-CN" b="1" dirty="0"/>
              <a:t>AFIO</a:t>
            </a:r>
            <a:r>
              <a:rPr lang="zh-CN" altLang="en-US" b="1" dirty="0"/>
              <a:t>时钟，通过调用</a:t>
            </a:r>
            <a:r>
              <a:rPr lang="en-US" altLang="zh-CN" b="1" dirty="0"/>
              <a:t>RCC_APB2PeriphClockCmd()</a:t>
            </a:r>
            <a:r>
              <a:rPr lang="zh-CN" altLang="en-US" b="1" dirty="0"/>
              <a:t>函数实现：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RCC_APB2PeriphClockCmd(RCC_APB2Periph_GPIOE|RCC_APB2Periph_AFIO,ENABLE);</a:t>
            </a:r>
          </a:p>
        </p:txBody>
      </p:sp>
      <p:sp>
        <p:nvSpPr>
          <p:cNvPr id="9" name="矩形 8"/>
          <p:cNvSpPr/>
          <p:nvPr/>
        </p:nvSpPr>
        <p:spPr>
          <a:xfrm>
            <a:off x="5655388" y="1059582"/>
            <a:ext cx="228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开启</a:t>
            </a:r>
            <a:r>
              <a:rPr lang="en-US" altLang="zh-CN" b="1" dirty="0">
                <a:solidFill>
                  <a:prstClr val="black"/>
                </a:solidFill>
              </a:rPr>
              <a:t>I/O</a:t>
            </a:r>
            <a:r>
              <a:rPr lang="zh-CN" altLang="en-US" b="1" dirty="0">
                <a:solidFill>
                  <a:prstClr val="black"/>
                </a:solidFill>
              </a:rPr>
              <a:t>端口的时钟和复用时钟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AFDC891-594D-AD0C-30F8-40B3E8F192A9}"/>
                  </a:ext>
                </a:extLst>
              </p14:cNvPr>
              <p14:cNvContentPartPr/>
              <p14:nvPr/>
            </p14:nvContentPartPr>
            <p14:xfrm>
              <a:off x="1042920" y="1305000"/>
              <a:ext cx="7596720" cy="27910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AFDC891-594D-AD0C-30F8-40B3E8F192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3560" y="1295640"/>
                <a:ext cx="7615440" cy="280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03990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500404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998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6.4.2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标准外设库中断配置步骤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0" name="燕尾形箭头 9"/>
          <p:cNvSpPr/>
          <p:nvPr/>
        </p:nvSpPr>
        <p:spPr>
          <a:xfrm>
            <a:off x="195990" y="2655309"/>
            <a:ext cx="8768497" cy="175891"/>
          </a:xfrm>
          <a:prstGeom prst="notched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7359655" y="3161797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 rot="5400000">
            <a:off x="1240414" y="3045349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8340695" y="3139147"/>
            <a:ext cx="527503" cy="527504"/>
            <a:chOff x="4341368" y="2343128"/>
            <a:chExt cx="962021" cy="962021"/>
          </a:xfrm>
          <a:solidFill>
            <a:schemeClr val="accent4">
              <a:lumMod val="75000"/>
            </a:schemeClr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6" name="泪滴形 15"/>
            <p:cNvSpPr/>
            <p:nvPr/>
          </p:nvSpPr>
          <p:spPr>
            <a:xfrm rot="8100000">
              <a:off x="4341368" y="2343128"/>
              <a:ext cx="962021" cy="962021"/>
            </a:xfrm>
            <a:prstGeom prst="teardrop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3"/>
              <a:endParaRPr lang="zh-CN" altLang="en-US" sz="1867" dirty="0">
                <a:solidFill>
                  <a:srgbClr val="44546A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文本框 38"/>
            <p:cNvSpPr txBox="1"/>
            <p:nvPr/>
          </p:nvSpPr>
          <p:spPr>
            <a:xfrm>
              <a:off x="4412017" y="2432738"/>
              <a:ext cx="820724" cy="729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73"/>
              <a:r>
                <a:rPr lang="en-US" altLang="zh-CN" sz="2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</a:t>
              </a:r>
              <a:endParaRPr lang="zh-CN" altLang="en-US" sz="2000" baseline="-3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05241" y="1100633"/>
            <a:ext cx="527503" cy="527503"/>
            <a:chOff x="1784435" y="2343128"/>
            <a:chExt cx="962021" cy="962021"/>
          </a:xfrm>
          <a:solidFill>
            <a:schemeClr val="accent3">
              <a:lumMod val="75000"/>
            </a:schemeClr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9" name="泪滴形 18"/>
            <p:cNvSpPr/>
            <p:nvPr/>
          </p:nvSpPr>
          <p:spPr>
            <a:xfrm rot="8100000">
              <a:off x="1784435" y="2343128"/>
              <a:ext cx="962021" cy="962021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3"/>
              <a:endParaRPr lang="zh-CN" altLang="en-US" sz="186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文本框 39"/>
            <p:cNvSpPr txBox="1"/>
            <p:nvPr/>
          </p:nvSpPr>
          <p:spPr>
            <a:xfrm>
              <a:off x="1838580" y="2433612"/>
              <a:ext cx="853730" cy="784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73"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lang="zh-CN" altLang="en-US" sz="2000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334930" y="2931790"/>
            <a:ext cx="6659922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altLang="zh-CN" b="1" dirty="0" err="1"/>
              <a:t>EXTI_InitStructure.EXTI_Line</a:t>
            </a:r>
            <a:r>
              <a:rPr lang="en-GB" altLang="zh-CN" b="1" dirty="0"/>
              <a:t> = EXTI_Line3; //</a:t>
            </a:r>
            <a:r>
              <a:rPr lang="zh-CN" altLang="en-US" b="1" dirty="0"/>
              <a:t>设置外部中断线</a:t>
            </a:r>
            <a:r>
              <a:rPr lang="en-US" altLang="zh-CN" b="1" dirty="0"/>
              <a:t>3</a:t>
            </a:r>
            <a:r>
              <a:rPr lang="zh-CN" altLang="en-US" b="1" dirty="0"/>
              <a:t>中断</a:t>
            </a:r>
          </a:p>
          <a:p>
            <a:r>
              <a:rPr lang="en-GB" altLang="zh-CN" b="1" dirty="0" err="1"/>
              <a:t>EXTI_InitStructure.EXTI_Mode</a:t>
            </a:r>
            <a:r>
              <a:rPr lang="en-GB" altLang="zh-CN" b="1" dirty="0"/>
              <a:t> = </a:t>
            </a:r>
            <a:r>
              <a:rPr lang="en-GB" altLang="zh-CN" b="1" dirty="0" err="1"/>
              <a:t>EXTI_Mode_Interrupt</a:t>
            </a:r>
            <a:r>
              <a:rPr lang="en-GB" altLang="zh-CN" b="1" dirty="0"/>
              <a:t>; </a:t>
            </a:r>
          </a:p>
          <a:p>
            <a:r>
              <a:rPr lang="en-GB" altLang="zh-CN" b="1" dirty="0"/>
              <a:t>     //</a:t>
            </a:r>
            <a:r>
              <a:rPr lang="zh-CN" altLang="en-US" b="1" dirty="0"/>
              <a:t>设置为中断模式</a:t>
            </a:r>
          </a:p>
          <a:p>
            <a:r>
              <a:rPr lang="en-GB" altLang="zh-CN" b="1" dirty="0" err="1"/>
              <a:t>EXTI_InitStructure.EXTI_Trigger</a:t>
            </a:r>
            <a:r>
              <a:rPr lang="en-GB" altLang="zh-CN" b="1" dirty="0"/>
              <a:t> = </a:t>
            </a:r>
            <a:r>
              <a:rPr lang="en-GB" altLang="zh-CN" b="1" dirty="0" err="1"/>
              <a:t>EXTI_Trigger_Rising_Falling</a:t>
            </a:r>
            <a:r>
              <a:rPr lang="en-GB" altLang="zh-CN" b="1" dirty="0"/>
              <a:t>;</a:t>
            </a:r>
          </a:p>
          <a:p>
            <a:r>
              <a:rPr lang="en-GB" altLang="zh-CN" b="1" dirty="0"/>
              <a:t>     //</a:t>
            </a:r>
            <a:r>
              <a:rPr lang="zh-CN" altLang="en-US" b="1" dirty="0"/>
              <a:t>设置为下降沿触发</a:t>
            </a:r>
          </a:p>
          <a:p>
            <a:r>
              <a:rPr lang="en-GB" altLang="zh-CN" b="1" dirty="0" err="1"/>
              <a:t>EXTI_InitStructure.EXTI_LineCmd</a:t>
            </a:r>
            <a:r>
              <a:rPr lang="en-GB" altLang="zh-CN" b="1" dirty="0"/>
              <a:t> = ENABLE; //</a:t>
            </a:r>
            <a:r>
              <a:rPr lang="zh-CN" altLang="en-US" b="1" dirty="0"/>
              <a:t>使能该外部中断线</a:t>
            </a:r>
          </a:p>
          <a:p>
            <a:r>
              <a:rPr lang="en-GB" altLang="zh-CN" b="1" dirty="0" err="1"/>
              <a:t>EXTI_Init</a:t>
            </a:r>
            <a:r>
              <a:rPr lang="en-GB" altLang="zh-CN" b="1" dirty="0"/>
              <a:t>(&amp;</a:t>
            </a:r>
            <a:r>
              <a:rPr lang="en-GB" altLang="zh-CN" b="1" dirty="0" err="1"/>
              <a:t>EXTI_InitStructure</a:t>
            </a:r>
            <a:r>
              <a:rPr lang="en-GB" altLang="zh-CN" b="1" dirty="0"/>
              <a:t>);</a:t>
            </a:r>
          </a:p>
        </p:txBody>
      </p:sp>
      <p:sp>
        <p:nvSpPr>
          <p:cNvPr id="7" name="矩形 6"/>
          <p:cNvSpPr/>
          <p:nvPr/>
        </p:nvSpPr>
        <p:spPr>
          <a:xfrm>
            <a:off x="803054" y="1268663"/>
            <a:ext cx="11173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设置</a:t>
            </a:r>
            <a:r>
              <a:rPr lang="en-US" altLang="zh-CN" b="1" dirty="0"/>
              <a:t>I/O</a:t>
            </a:r>
            <a:r>
              <a:rPr lang="zh-CN" altLang="en-US" b="1" dirty="0"/>
              <a:t>引脚与中断线路的映射关系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85274" y="1141149"/>
            <a:ext cx="6419173" cy="14773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/>
              <a:t>     GPIO</a:t>
            </a:r>
            <a:r>
              <a:rPr lang="zh-CN" altLang="en-US" b="1" dirty="0"/>
              <a:t>引脚作为中断功能引脚用来触发外部中断时，需将</a:t>
            </a:r>
            <a:r>
              <a:rPr lang="en-US" altLang="zh-CN" b="1" dirty="0"/>
              <a:t>GPIO</a:t>
            </a:r>
            <a:r>
              <a:rPr lang="zh-CN" altLang="en-US" b="1" dirty="0"/>
              <a:t>的引脚与相应的中断线关联在一起，使用库函数</a:t>
            </a:r>
            <a:r>
              <a:rPr lang="en-US" altLang="zh-CN" b="1" dirty="0" err="1"/>
              <a:t>GPIO_EXTILineConfig</a:t>
            </a:r>
            <a:r>
              <a:rPr lang="zh-CN" altLang="en-US" b="1" dirty="0"/>
              <a:t>来实现这种映射关系。如</a:t>
            </a:r>
            <a:r>
              <a:rPr lang="en-US" altLang="zh-CN" b="1" dirty="0" err="1">
                <a:solidFill>
                  <a:schemeClr val="accent3">
                    <a:lumMod val="75000"/>
                  </a:schemeClr>
                </a:solidFill>
              </a:rPr>
              <a:t>GPIO_EXTILineConfig</a:t>
            </a:r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(GPIO_PortSourceGPIOE,GPIO_PinSource3);</a:t>
            </a:r>
          </a:p>
        </p:txBody>
      </p:sp>
      <p:sp>
        <p:nvSpPr>
          <p:cNvPr id="2" name="矩形 1"/>
          <p:cNvSpPr/>
          <p:nvPr/>
        </p:nvSpPr>
        <p:spPr>
          <a:xfrm>
            <a:off x="7092279" y="3492787"/>
            <a:ext cx="15841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初始化</a:t>
            </a:r>
            <a:r>
              <a:rPr lang="en-GB" altLang="zh-CN" b="1" dirty="0">
                <a:solidFill>
                  <a:prstClr val="black"/>
                </a:solidFill>
              </a:rPr>
              <a:t>EXTI</a:t>
            </a:r>
            <a:r>
              <a:rPr lang="zh-CN" altLang="en-GB" b="1" dirty="0">
                <a:solidFill>
                  <a:prstClr val="black"/>
                </a:solidFill>
              </a:rPr>
              <a:t>，</a:t>
            </a:r>
            <a:r>
              <a:rPr lang="zh-CN" altLang="en-US" b="1" dirty="0">
                <a:solidFill>
                  <a:prstClr val="black"/>
                </a:solidFill>
              </a:rPr>
              <a:t>配置</a:t>
            </a:r>
            <a:r>
              <a:rPr lang="en-GB" altLang="zh-CN" b="1" dirty="0">
                <a:solidFill>
                  <a:prstClr val="black"/>
                </a:solidFill>
              </a:rPr>
              <a:t>EXTI</a:t>
            </a:r>
            <a:r>
              <a:rPr lang="zh-CN" altLang="en-US" b="1" dirty="0">
                <a:solidFill>
                  <a:prstClr val="black"/>
                </a:solidFill>
              </a:rPr>
              <a:t>相关参数并使能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90EC9D1D-C974-D665-891A-69735E8CBC12}"/>
                  </a:ext>
                </a:extLst>
              </p14:cNvPr>
              <p14:cNvContentPartPr/>
              <p14:nvPr/>
            </p14:nvContentPartPr>
            <p14:xfrm>
              <a:off x="0" y="1500120"/>
              <a:ext cx="8482320" cy="35056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90EC9D1D-C974-D665-891A-69735E8CBC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1490760"/>
                <a:ext cx="8501040" cy="352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0117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500404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998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6.4.2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标准外设库中断配置步骤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7359655" y="3161797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 rot="5400000">
            <a:off x="1240414" y="3045349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54433" y="1030108"/>
            <a:ext cx="527503" cy="527503"/>
            <a:chOff x="1784435" y="2343128"/>
            <a:chExt cx="962021" cy="962021"/>
          </a:xfrm>
          <a:solidFill>
            <a:schemeClr val="accent5">
              <a:lumMod val="75000"/>
            </a:schemeClr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9" name="泪滴形 18"/>
            <p:cNvSpPr/>
            <p:nvPr/>
          </p:nvSpPr>
          <p:spPr>
            <a:xfrm rot="8100000">
              <a:off x="1784435" y="2343128"/>
              <a:ext cx="962021" cy="962021"/>
            </a:xfrm>
            <a:prstGeom prst="teardrop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3"/>
              <a:endParaRPr lang="zh-CN" altLang="en-US" sz="186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文本框 39"/>
            <p:cNvSpPr txBox="1"/>
            <p:nvPr/>
          </p:nvSpPr>
          <p:spPr>
            <a:xfrm>
              <a:off x="1838580" y="2433612"/>
              <a:ext cx="853730" cy="784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73"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5</a:t>
              </a:r>
              <a:endParaRPr lang="zh-CN" altLang="en-US" sz="2000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331730" y="1661650"/>
            <a:ext cx="6912678" cy="31829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b="1" dirty="0"/>
              <a:t>      NVIC</a:t>
            </a:r>
            <a:r>
              <a:rPr lang="zh-CN" altLang="en-US" b="1" dirty="0"/>
              <a:t>相关的配置主要包括配置中断优先级的中断分组，确定各具体中断的抢占优先级和响应优先级的大小。</a:t>
            </a:r>
            <a:endParaRPr lang="en-GB" altLang="zh-CN" b="1" dirty="0"/>
          </a:p>
          <a:p>
            <a:pPr>
              <a:lnSpc>
                <a:spcPct val="125000"/>
              </a:lnSpc>
            </a:pPr>
            <a:r>
              <a:rPr lang="en-GB" altLang="zh-CN" b="1" dirty="0" err="1"/>
              <a:t>NVIC_InitTypeDef</a:t>
            </a:r>
            <a:r>
              <a:rPr lang="en-GB" altLang="zh-CN" b="1" dirty="0"/>
              <a:t> </a:t>
            </a:r>
            <a:r>
              <a:rPr lang="en-GB" altLang="zh-CN" b="1" dirty="0" err="1"/>
              <a:t>NVIC_InitStructure</a:t>
            </a:r>
            <a:r>
              <a:rPr lang="en-GB" altLang="zh-CN" b="1" dirty="0"/>
              <a:t>;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NVIC_PriorityGroupConfig</a:t>
            </a:r>
            <a:r>
              <a:rPr lang="en-GB" altLang="zh-CN" b="1" dirty="0"/>
              <a:t>(NVIC_PriorityGroup_2);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NVIC_InitStructure.NVIC_IRQChannel</a:t>
            </a:r>
            <a:r>
              <a:rPr lang="en-GB" altLang="zh-CN" b="1" dirty="0"/>
              <a:t> = EXTI3_IRQn;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NVIC_InitStructure.NVIC_IRQChannelPreemptionPriority</a:t>
            </a:r>
            <a:r>
              <a:rPr lang="en-GB" altLang="zh-CN" b="1" dirty="0"/>
              <a:t> = 0;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NVIC_InitStructure.NVIC_IRQChannelSubPriority</a:t>
            </a:r>
            <a:r>
              <a:rPr lang="en-GB" altLang="zh-CN" b="1" dirty="0"/>
              <a:t> = 1;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NVIC_InitStructure.NVIC_IRQChannelCmd</a:t>
            </a:r>
            <a:r>
              <a:rPr lang="en-GB" altLang="zh-CN" b="1" dirty="0"/>
              <a:t> = ENABLE;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NVIC_Init</a:t>
            </a:r>
            <a:r>
              <a:rPr lang="en-GB" altLang="zh-CN" b="1" dirty="0"/>
              <a:t>(&amp;</a:t>
            </a:r>
            <a:r>
              <a:rPr lang="en-GB" altLang="zh-CN" b="1" dirty="0" err="1"/>
              <a:t>NVIC_InitStructure</a:t>
            </a:r>
            <a:r>
              <a:rPr lang="en-GB" altLang="zh-CN" b="1" dirty="0"/>
              <a:t>);</a:t>
            </a:r>
          </a:p>
        </p:txBody>
      </p:sp>
      <p:sp>
        <p:nvSpPr>
          <p:cNvPr id="7" name="矩形 6"/>
          <p:cNvSpPr/>
          <p:nvPr/>
        </p:nvSpPr>
        <p:spPr>
          <a:xfrm>
            <a:off x="1176305" y="1124021"/>
            <a:ext cx="36840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初始化</a:t>
            </a:r>
            <a:r>
              <a:rPr lang="en-GB" altLang="zh-CN" b="1" dirty="0"/>
              <a:t>NVIC</a:t>
            </a:r>
            <a:r>
              <a:rPr lang="zh-CN" altLang="en-GB" b="1" dirty="0"/>
              <a:t>，</a:t>
            </a:r>
            <a:r>
              <a:rPr lang="zh-CN" altLang="en-US" b="1" dirty="0"/>
              <a:t>配置</a:t>
            </a:r>
            <a:r>
              <a:rPr lang="en-GB" altLang="zh-CN" b="1" dirty="0"/>
              <a:t>NVIC</a:t>
            </a:r>
            <a:r>
              <a:rPr lang="zh-CN" altLang="en-US" b="1" dirty="0"/>
              <a:t>参数并使能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D96F491-9A72-D857-7DFF-D6CF78838BDA}"/>
                  </a:ext>
                </a:extLst>
              </p14:cNvPr>
              <p14:cNvContentPartPr/>
              <p14:nvPr/>
            </p14:nvContentPartPr>
            <p14:xfrm>
              <a:off x="2104920" y="1285920"/>
              <a:ext cx="2615040" cy="2527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D96F491-9A72-D857-7DFF-D6CF78838B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95560" y="1276560"/>
                <a:ext cx="2633760" cy="27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29110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500404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998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6.4.2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标准外设库中断配置步骤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7359655" y="3161797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 rot="5400000">
            <a:off x="1240414" y="3045349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75295" y="949550"/>
            <a:ext cx="527503" cy="527503"/>
            <a:chOff x="1784435" y="2343128"/>
            <a:chExt cx="962021" cy="962021"/>
          </a:xfrm>
          <a:solidFill>
            <a:schemeClr val="accent5">
              <a:lumMod val="75000"/>
            </a:schemeClr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9" name="泪滴形 18"/>
            <p:cNvSpPr/>
            <p:nvPr/>
          </p:nvSpPr>
          <p:spPr>
            <a:xfrm rot="8100000">
              <a:off x="1784435" y="2343128"/>
              <a:ext cx="962021" cy="962021"/>
            </a:xfrm>
            <a:prstGeom prst="teardrop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3"/>
              <a:endParaRPr lang="zh-CN" altLang="en-US" sz="186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文本框 39"/>
            <p:cNvSpPr txBox="1"/>
            <p:nvPr/>
          </p:nvSpPr>
          <p:spPr>
            <a:xfrm>
              <a:off x="1838580" y="2433612"/>
              <a:ext cx="853730" cy="784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73"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6</a:t>
              </a:r>
              <a:endParaRPr lang="zh-CN" altLang="en-US" sz="2000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331729" y="1429539"/>
            <a:ext cx="6912678" cy="35548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/>
              <a:t>     中断服务程序主要包括检测中断线路的状态、中断处理的内容和清除相关的中断。例如</a:t>
            </a:r>
            <a:r>
              <a:rPr lang="en-GB" altLang="zh-CN" b="1" dirty="0"/>
              <a:t>EXTI2</a:t>
            </a:r>
            <a:r>
              <a:rPr lang="zh-CN" altLang="en-US" b="1" dirty="0"/>
              <a:t>的中断服务程序：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void EXTI2_IRQHandler(void)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{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    if(</a:t>
            </a:r>
            <a:r>
              <a:rPr lang="en-GB" altLang="zh-CN" b="1" dirty="0" err="1"/>
              <a:t>EXTI_GetITStatus</a:t>
            </a:r>
            <a:r>
              <a:rPr lang="en-GB" altLang="zh-CN" b="1" dirty="0"/>
              <a:t>(EXTI_Line2)!=RESET) 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       //</a:t>
            </a:r>
            <a:r>
              <a:rPr lang="zh-CN" altLang="en-US" b="1" dirty="0"/>
              <a:t>判断某个线上的中断是否发生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    {   </a:t>
            </a:r>
            <a:r>
              <a:rPr lang="zh-CN" altLang="en-US" b="1" dirty="0"/>
              <a:t>中断逻辑</a:t>
            </a:r>
            <a:r>
              <a:rPr lang="en-US" altLang="zh-CN" b="1" dirty="0"/>
              <a:t>…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         </a:t>
            </a:r>
            <a:r>
              <a:rPr lang="en-GB" altLang="zh-CN" b="1" dirty="0" err="1"/>
              <a:t>EXTI_ClearITPendingBit</a:t>
            </a:r>
            <a:r>
              <a:rPr lang="en-GB" altLang="zh-CN" b="1" dirty="0"/>
              <a:t>(EXTI_Line2); //</a:t>
            </a:r>
            <a:r>
              <a:rPr lang="zh-CN" altLang="en-US" b="1" dirty="0"/>
              <a:t>清除中断标志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    }     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1013863" y="1041182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编写中断服务程序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47A5C64-C742-04C8-12CE-289646339DCE}"/>
                  </a:ext>
                </a:extLst>
              </p14:cNvPr>
              <p14:cNvContentPartPr/>
              <p14:nvPr/>
            </p14:nvContentPartPr>
            <p14:xfrm>
              <a:off x="1338120" y="1719360"/>
              <a:ext cx="6620400" cy="25959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47A5C64-C742-04C8-12CE-289646339D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8760" y="1710000"/>
                <a:ext cx="6639120" cy="261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4933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71538" y="1643056"/>
            <a:ext cx="1988294" cy="240065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/>
              <a:t>       通过一个按键控制</a:t>
            </a:r>
            <a:r>
              <a:rPr lang="en-US" altLang="zh-CN" sz="2000" b="1" dirty="0"/>
              <a:t>LED</a:t>
            </a:r>
            <a:r>
              <a:rPr lang="zh-CN" altLang="en-US" sz="2000" b="1" dirty="0"/>
              <a:t>灯状态翻转，每按下按键一次，</a:t>
            </a:r>
            <a:r>
              <a:rPr lang="en-US" altLang="zh-CN" sz="2000" b="1" dirty="0"/>
              <a:t>LED</a:t>
            </a:r>
            <a:r>
              <a:rPr lang="zh-CN" altLang="en-US" sz="2000" b="1" dirty="0"/>
              <a:t>灯的状态变化一次。</a:t>
            </a:r>
          </a:p>
        </p:txBody>
      </p:sp>
      <p:sp>
        <p:nvSpPr>
          <p:cNvPr id="9" name="矩形 8"/>
          <p:cNvSpPr/>
          <p:nvPr/>
        </p:nvSpPr>
        <p:spPr>
          <a:xfrm>
            <a:off x="571472" y="1357304"/>
            <a:ext cx="928694" cy="422358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功能</a:t>
            </a:r>
          </a:p>
        </p:txBody>
      </p:sp>
      <p:sp>
        <p:nvSpPr>
          <p:cNvPr id="10" name="矩形 9"/>
          <p:cNvSpPr/>
          <p:nvPr/>
        </p:nvSpPr>
        <p:spPr>
          <a:xfrm>
            <a:off x="3851921" y="1520583"/>
            <a:ext cx="4824536" cy="2523130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419872" y="1299999"/>
            <a:ext cx="1368151" cy="4796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硬件设计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6768" y="4155926"/>
            <a:ext cx="421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     </a:t>
            </a:r>
            <a:r>
              <a:rPr lang="en-US" altLang="zh-CN" b="1" dirty="0"/>
              <a:t>LED</a:t>
            </a:r>
            <a:r>
              <a:rPr lang="zh-CN" altLang="en-US" b="1" dirty="0"/>
              <a:t>连接在</a:t>
            </a:r>
            <a:r>
              <a:rPr lang="en-US" altLang="zh-CN" b="1" dirty="0"/>
              <a:t>STM32F103</a:t>
            </a:r>
            <a:r>
              <a:rPr lang="zh-CN" altLang="en-US" b="1" dirty="0"/>
              <a:t>的</a:t>
            </a:r>
            <a:r>
              <a:rPr lang="en-US" altLang="zh-CN" b="1" dirty="0"/>
              <a:t>PB5</a:t>
            </a:r>
            <a:r>
              <a:rPr lang="zh-CN" altLang="en-US" b="1" dirty="0"/>
              <a:t>引脚上，按键</a:t>
            </a:r>
            <a:r>
              <a:rPr lang="en-US" altLang="zh-CN" b="1" dirty="0"/>
              <a:t>K1</a:t>
            </a:r>
            <a:r>
              <a:rPr lang="zh-CN" altLang="en-US" b="1" dirty="0"/>
              <a:t>连接在</a:t>
            </a:r>
            <a:r>
              <a:rPr lang="en-US" altLang="zh-CN" b="1" dirty="0"/>
              <a:t>STM32F103</a:t>
            </a:r>
            <a:r>
              <a:rPr lang="zh-CN" altLang="en-US" b="1" dirty="0"/>
              <a:t>的</a:t>
            </a:r>
            <a:r>
              <a:rPr lang="en-US" altLang="zh-CN" b="1" dirty="0"/>
              <a:t>PE3</a:t>
            </a:r>
            <a:r>
              <a:rPr lang="zh-CN" altLang="en-US" b="1" dirty="0"/>
              <a:t>引脚上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548374"/>
              </p:ext>
            </p:extLst>
          </p:nvPr>
        </p:nvGraphicFramePr>
        <p:xfrm>
          <a:off x="3867017" y="2113248"/>
          <a:ext cx="4722331" cy="1460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084267" imgH="954849" progId="Visio.Drawing.11">
                  <p:embed/>
                </p:oleObj>
              </mc:Choice>
              <mc:Fallback>
                <p:oleObj name="Visio" r:id="rId2" imgW="3084267" imgH="95484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7017" y="2113248"/>
                        <a:ext cx="4722331" cy="14602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104167AD-AA24-BBC1-EDD4-E665372F61AC}"/>
                  </a:ext>
                </a:extLst>
              </p14:cNvPr>
              <p14:cNvContentPartPr/>
              <p14:nvPr/>
            </p14:nvContentPartPr>
            <p14:xfrm>
              <a:off x="1380960" y="1986120"/>
              <a:ext cx="1495800" cy="161928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104167AD-AA24-BBC1-EDD4-E665372F61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1600" y="1976760"/>
                <a:ext cx="1514520" cy="163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35759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775405" y="915566"/>
            <a:ext cx="2880320" cy="39395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chemeClr val="dk1"/>
                </a:solidFill>
              </a:rPr>
              <a:t>     在</a:t>
            </a:r>
            <a:r>
              <a:rPr lang="en-GB" altLang="zh-CN" sz="2000" b="1" dirty="0">
                <a:solidFill>
                  <a:schemeClr val="dk1"/>
                </a:solidFill>
              </a:rPr>
              <a:t>BSP</a:t>
            </a:r>
            <a:r>
              <a:rPr lang="zh-CN" altLang="en-US" sz="2000" b="1" dirty="0">
                <a:solidFill>
                  <a:schemeClr val="dk1"/>
                </a:solidFill>
              </a:rPr>
              <a:t>文件夹下新建</a:t>
            </a:r>
            <a:r>
              <a:rPr lang="en-GB" altLang="zh-CN" sz="2000" b="1" dirty="0" err="1">
                <a:solidFill>
                  <a:schemeClr val="dk1"/>
                </a:solidFill>
              </a:rPr>
              <a:t>exti_key.h</a:t>
            </a:r>
            <a:r>
              <a:rPr lang="zh-CN" altLang="en-US" sz="2000" b="1" dirty="0">
                <a:solidFill>
                  <a:schemeClr val="dk1"/>
                </a:solidFill>
              </a:rPr>
              <a:t>和</a:t>
            </a:r>
            <a:r>
              <a:rPr lang="en-GB" altLang="zh-CN" sz="2000" b="1" dirty="0" err="1">
                <a:solidFill>
                  <a:schemeClr val="dk1"/>
                </a:solidFill>
              </a:rPr>
              <a:t>exti_key.c</a:t>
            </a:r>
            <a:r>
              <a:rPr lang="zh-CN" altLang="en-US" sz="2000" b="1" dirty="0">
                <a:solidFill>
                  <a:schemeClr val="dk1"/>
                </a:solidFill>
              </a:rPr>
              <a:t>文件，并加入到工程中，添加方法为：在快捷功能栏中找到 ，单击进入，在“</a:t>
            </a:r>
            <a:r>
              <a:rPr lang="en-GB" altLang="zh-CN" sz="2000" b="1" dirty="0">
                <a:solidFill>
                  <a:schemeClr val="dk1"/>
                </a:solidFill>
              </a:rPr>
              <a:t>Groups”</a:t>
            </a:r>
            <a:r>
              <a:rPr lang="zh-CN" altLang="en-US" sz="2000" b="1" dirty="0">
                <a:solidFill>
                  <a:schemeClr val="dk1"/>
                </a:solidFill>
              </a:rPr>
              <a:t>一栏中找到“</a:t>
            </a:r>
            <a:r>
              <a:rPr lang="en-GB" altLang="zh-CN" sz="2000" b="1" dirty="0">
                <a:solidFill>
                  <a:schemeClr val="dk1"/>
                </a:solidFill>
              </a:rPr>
              <a:t>BSP”</a:t>
            </a:r>
            <a:r>
              <a:rPr lang="zh-CN" altLang="en-GB" sz="2000" b="1" dirty="0">
                <a:solidFill>
                  <a:schemeClr val="dk1"/>
                </a:solidFill>
              </a:rPr>
              <a:t>，</a:t>
            </a:r>
            <a:r>
              <a:rPr lang="zh-CN" altLang="en-US" sz="2000" b="1" dirty="0">
                <a:solidFill>
                  <a:schemeClr val="dk1"/>
                </a:solidFill>
              </a:rPr>
              <a:t>选中，然后单击“</a:t>
            </a:r>
            <a:r>
              <a:rPr lang="en-GB" altLang="zh-CN" sz="2000" b="1" dirty="0">
                <a:solidFill>
                  <a:schemeClr val="dk1"/>
                </a:solidFill>
              </a:rPr>
              <a:t>Add Files”</a:t>
            </a:r>
            <a:r>
              <a:rPr lang="zh-CN" altLang="en-GB" sz="2000" b="1" dirty="0">
                <a:solidFill>
                  <a:schemeClr val="dk1"/>
                </a:solidFill>
              </a:rPr>
              <a:t>，</a:t>
            </a:r>
            <a:r>
              <a:rPr lang="zh-CN" altLang="en-US" sz="2000" b="1" dirty="0">
                <a:solidFill>
                  <a:schemeClr val="dk1"/>
                </a:solidFill>
              </a:rPr>
              <a:t>添加要加入工程的</a:t>
            </a:r>
            <a:r>
              <a:rPr lang="en-US" altLang="zh-CN" sz="2000" b="1" dirty="0">
                <a:solidFill>
                  <a:schemeClr val="dk1"/>
                </a:solidFill>
              </a:rPr>
              <a:t>.</a:t>
            </a:r>
            <a:r>
              <a:rPr lang="en-GB" altLang="zh-CN" sz="2000" b="1" dirty="0">
                <a:solidFill>
                  <a:schemeClr val="dk1"/>
                </a:solidFill>
              </a:rPr>
              <a:t>c</a:t>
            </a:r>
            <a:r>
              <a:rPr lang="zh-CN" altLang="en-US" sz="2000" b="1" dirty="0">
                <a:solidFill>
                  <a:schemeClr val="dk1"/>
                </a:solidFill>
              </a:rPr>
              <a:t>文件，具体操作如图所示。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119492" y="435903"/>
            <a:ext cx="1368151" cy="4796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软件设计</a:t>
            </a:r>
          </a:p>
        </p:txBody>
      </p:sp>
      <p:pic>
        <p:nvPicPr>
          <p:cNvPr id="14" name="图片 13" descr="F:\STM32书稿2019-9编\教材编写2019-8-29刘备份\2019-09-09_152320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059582"/>
            <a:ext cx="4661531" cy="344377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/>
          <p:cNvSpPr/>
          <p:nvPr/>
        </p:nvSpPr>
        <p:spPr>
          <a:xfrm>
            <a:off x="1557232" y="4587974"/>
            <a:ext cx="25181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添加</a:t>
            </a:r>
            <a:r>
              <a:rPr lang="en-GB" altLang="zh-CN" b="1" dirty="0" err="1"/>
              <a:t>exti_key.c</a:t>
            </a:r>
            <a:r>
              <a:rPr lang="zh-CN" altLang="en-US" b="1" dirty="0"/>
              <a:t>到工程中</a:t>
            </a:r>
          </a:p>
        </p:txBody>
      </p:sp>
    </p:spTree>
    <p:extLst>
      <p:ext uri="{BB962C8B-B14F-4D97-AF65-F5344CB8AC3E}">
        <p14:creationId xmlns:p14="http://schemas.microsoft.com/office/powerpoint/2010/main" val="3025145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827695" y="1799897"/>
            <a:ext cx="3096344" cy="1987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chemeClr val="dk1"/>
                </a:solidFill>
              </a:rPr>
              <a:t>#</a:t>
            </a:r>
            <a:r>
              <a:rPr lang="en-GB" altLang="zh-CN" sz="2000" b="1" dirty="0" err="1">
                <a:solidFill>
                  <a:schemeClr val="dk1"/>
                </a:solidFill>
              </a:rPr>
              <a:t>ifndef</a:t>
            </a:r>
            <a:r>
              <a:rPr lang="en-GB" altLang="zh-CN" sz="2000" b="1" dirty="0">
                <a:solidFill>
                  <a:schemeClr val="dk1"/>
                </a:solidFill>
              </a:rPr>
              <a:t> __EXTI_KEY_H</a:t>
            </a:r>
          </a:p>
          <a:p>
            <a:pPr>
              <a:lnSpc>
                <a:spcPct val="125000"/>
              </a:lnSpc>
            </a:pPr>
            <a:r>
              <a:rPr lang="en-GB" altLang="zh-CN" sz="2000" b="1" dirty="0">
                <a:solidFill>
                  <a:schemeClr val="dk1"/>
                </a:solidFill>
              </a:rPr>
              <a:t>#define __EXTI_KEY_H</a:t>
            </a:r>
          </a:p>
          <a:p>
            <a:pPr>
              <a:lnSpc>
                <a:spcPct val="125000"/>
              </a:lnSpc>
            </a:pPr>
            <a:r>
              <a:rPr lang="en-GB" altLang="zh-CN" sz="2000" b="1" dirty="0">
                <a:solidFill>
                  <a:schemeClr val="dk1"/>
                </a:solidFill>
              </a:rPr>
              <a:t>#include "stm32f10x.h"</a:t>
            </a:r>
          </a:p>
          <a:p>
            <a:pPr>
              <a:lnSpc>
                <a:spcPct val="125000"/>
              </a:lnSpc>
            </a:pPr>
            <a:r>
              <a:rPr lang="en-GB" altLang="zh-CN" sz="2000" b="1" dirty="0">
                <a:solidFill>
                  <a:schemeClr val="dk1"/>
                </a:solidFill>
              </a:rPr>
              <a:t>void </a:t>
            </a:r>
            <a:r>
              <a:rPr lang="en-GB" altLang="zh-CN" sz="2000" b="1" dirty="0" err="1">
                <a:solidFill>
                  <a:schemeClr val="dk1"/>
                </a:solidFill>
              </a:rPr>
              <a:t>EXTI_Key_Init</a:t>
            </a:r>
            <a:r>
              <a:rPr lang="en-GB" altLang="zh-CN" sz="2000" b="1" dirty="0">
                <a:solidFill>
                  <a:schemeClr val="dk1"/>
                </a:solidFill>
              </a:rPr>
              <a:t>(void);</a:t>
            </a:r>
          </a:p>
          <a:p>
            <a:pPr>
              <a:lnSpc>
                <a:spcPct val="125000"/>
              </a:lnSpc>
            </a:pPr>
            <a:r>
              <a:rPr lang="en-GB" altLang="zh-CN" sz="2000" b="1" dirty="0">
                <a:solidFill>
                  <a:schemeClr val="dk1"/>
                </a:solidFill>
              </a:rPr>
              <a:t>#</a:t>
            </a:r>
            <a:r>
              <a:rPr lang="en-GB" altLang="zh-CN" sz="2000" b="1" dirty="0" err="1">
                <a:solidFill>
                  <a:schemeClr val="dk1"/>
                </a:solidFill>
              </a:rPr>
              <a:t>endif</a:t>
            </a:r>
            <a:endParaRPr lang="en-GB" altLang="zh-CN" sz="2000" b="1" dirty="0">
              <a:solidFill>
                <a:schemeClr val="dk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70521" y="1166327"/>
            <a:ext cx="31014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1.  </a:t>
            </a:r>
            <a:r>
              <a:rPr lang="zh-CN" altLang="en-US" b="1" dirty="0">
                <a:solidFill>
                  <a:srgbClr val="C00000"/>
                </a:solidFill>
              </a:rPr>
              <a:t>新建</a:t>
            </a:r>
            <a:r>
              <a:rPr lang="en-GB" altLang="zh-CN" b="1" dirty="0" err="1">
                <a:solidFill>
                  <a:srgbClr val="C00000"/>
                </a:solidFill>
              </a:rPr>
              <a:t>exti_key.h</a:t>
            </a:r>
            <a:r>
              <a:rPr lang="zh-CN" altLang="en-US" b="1" dirty="0">
                <a:solidFill>
                  <a:srgbClr val="C00000"/>
                </a:solidFill>
              </a:rPr>
              <a:t>文件</a:t>
            </a:r>
          </a:p>
        </p:txBody>
      </p:sp>
      <p:grpSp>
        <p:nvGrpSpPr>
          <p:cNvPr id="13" name="组合 12"/>
          <p:cNvGrpSpPr/>
          <p:nvPr/>
        </p:nvGrpSpPr>
        <p:grpSpPr>
          <a:xfrm rot="5400000">
            <a:off x="7276236" y="2509896"/>
            <a:ext cx="986940" cy="986938"/>
            <a:chOff x="4804687" y="2294038"/>
            <a:chExt cx="1354015" cy="1354012"/>
          </a:xfrm>
        </p:grpSpPr>
        <p:sp>
          <p:nvSpPr>
            <p:cNvPr id="15" name="ïṧḷïḓê-任意多边形: 形状 4">
              <a:extLst>
                <a:ext uri="{FF2B5EF4-FFF2-40B4-BE49-F238E27FC236}">
                  <a16:creationId xmlns:a16="http://schemas.microsoft.com/office/drawing/2014/main" id="{86A49E6A-6B1A-47FB-9631-DCE52C050E4F}"/>
                </a:ext>
              </a:extLst>
            </p:cNvPr>
            <p:cNvSpPr/>
            <p:nvPr/>
          </p:nvSpPr>
          <p:spPr>
            <a:xfrm>
              <a:off x="4804687" y="2294038"/>
              <a:ext cx="1354015" cy="1354012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6" name="ïṧḷïḓê-Oval 5">
              <a:extLst>
                <a:ext uri="{FF2B5EF4-FFF2-40B4-BE49-F238E27FC236}">
                  <a16:creationId xmlns:a16="http://schemas.microsoft.com/office/drawing/2014/main" id="{6908010F-8E5D-45DA-8274-EB48CB6B3B2E}"/>
                </a:ext>
              </a:extLst>
            </p:cNvPr>
            <p:cNvSpPr/>
            <p:nvPr/>
          </p:nvSpPr>
          <p:spPr>
            <a:xfrm>
              <a:off x="5061660" y="2551010"/>
              <a:ext cx="840068" cy="840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 anchorCtr="1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 rot="5400000">
            <a:off x="5004047" y="3787365"/>
            <a:ext cx="986940" cy="986938"/>
            <a:chOff x="7966176" y="2311291"/>
            <a:chExt cx="1354015" cy="1354012"/>
          </a:xfrm>
        </p:grpSpPr>
        <p:sp>
          <p:nvSpPr>
            <p:cNvPr id="18" name="ïṧḷïḓê-任意多边形: 形状 10">
              <a:extLst>
                <a:ext uri="{FF2B5EF4-FFF2-40B4-BE49-F238E27FC236}">
                  <a16:creationId xmlns:a16="http://schemas.microsoft.com/office/drawing/2014/main" id="{7F6911B1-DDB8-44F4-B77D-5F96FD427A1E}"/>
                </a:ext>
              </a:extLst>
            </p:cNvPr>
            <p:cNvSpPr/>
            <p:nvPr/>
          </p:nvSpPr>
          <p:spPr>
            <a:xfrm>
              <a:off x="7966176" y="2311291"/>
              <a:ext cx="1354015" cy="1354012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none" lIns="0" tIns="0" rIns="0" bIns="0" anchor="ctr" anchorCtr="1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1777956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chemeClr val="tx1"/>
                  </a:solidFill>
                </a:rPr>
                <a:t>关键词</a:t>
              </a:r>
            </a:p>
          </p:txBody>
        </p:sp>
        <p:sp>
          <p:nvSpPr>
            <p:cNvPr id="19" name="ïṧḷïḓê-Oval 9">
              <a:extLst>
                <a:ext uri="{FF2B5EF4-FFF2-40B4-BE49-F238E27FC236}">
                  <a16:creationId xmlns:a16="http://schemas.microsoft.com/office/drawing/2014/main" id="{551677DA-F3B4-49DE-9269-24DF7B72F6B3}"/>
                </a:ext>
              </a:extLst>
            </p:cNvPr>
            <p:cNvSpPr/>
            <p:nvPr/>
          </p:nvSpPr>
          <p:spPr>
            <a:xfrm>
              <a:off x="8223149" y="2568263"/>
              <a:ext cx="840068" cy="840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 anchorCtr="1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 rot="5400000">
            <a:off x="5924037" y="548260"/>
            <a:ext cx="1422186" cy="1422183"/>
            <a:chOff x="2871809" y="2252236"/>
            <a:chExt cx="1951143" cy="1951139"/>
          </a:xfrm>
        </p:grpSpPr>
        <p:sp>
          <p:nvSpPr>
            <p:cNvPr id="24" name="ïṧḷïḓê-任意多边形: 形状 2">
              <a:extLst>
                <a:ext uri="{FF2B5EF4-FFF2-40B4-BE49-F238E27FC236}">
                  <a16:creationId xmlns:a16="http://schemas.microsoft.com/office/drawing/2014/main" id="{B7EA278B-2D6F-4202-89AC-28C9D71241FD}"/>
                </a:ext>
              </a:extLst>
            </p:cNvPr>
            <p:cNvSpPr/>
            <p:nvPr/>
          </p:nvSpPr>
          <p:spPr>
            <a:xfrm>
              <a:off x="2871809" y="2252236"/>
              <a:ext cx="1951143" cy="1951139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25" name="ïṧḷïḓê-Oval 3">
              <a:extLst>
                <a:ext uri="{FF2B5EF4-FFF2-40B4-BE49-F238E27FC236}">
                  <a16:creationId xmlns:a16="http://schemas.microsoft.com/office/drawing/2014/main" id="{36AF8AB7-F6B7-430D-A380-29D73DB8853E}"/>
                </a:ext>
              </a:extLst>
            </p:cNvPr>
            <p:cNvSpPr/>
            <p:nvPr/>
          </p:nvSpPr>
          <p:spPr>
            <a:xfrm>
              <a:off x="3242109" y="2622534"/>
              <a:ext cx="1210543" cy="121054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27" name="is1ide-任意多边形: 形状 23">
              <a:extLst>
                <a:ext uri="{FF2B5EF4-FFF2-40B4-BE49-F238E27FC236}">
                  <a16:creationId xmlns:a16="http://schemas.microsoft.com/office/drawing/2014/main" id="{C6AED1AC-4D16-4490-88C0-1E73F34D203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694335" y="3082987"/>
              <a:ext cx="306090" cy="291916"/>
            </a:xfrm>
            <a:custGeom>
              <a:avLst/>
              <a:gdLst>
                <a:gd name="connsiteX0" fmla="*/ 315778 w 607639"/>
                <a:gd name="connsiteY0" fmla="*/ 173080 h 579502"/>
                <a:gd name="connsiteX1" fmla="*/ 315778 w 607639"/>
                <a:gd name="connsiteY1" fmla="*/ 266058 h 579502"/>
                <a:gd name="connsiteX2" fmla="*/ 303493 w 607639"/>
                <a:gd name="connsiteY2" fmla="*/ 278325 h 579502"/>
                <a:gd name="connsiteX3" fmla="*/ 210375 w 607639"/>
                <a:gd name="connsiteY3" fmla="*/ 278325 h 579502"/>
                <a:gd name="connsiteX4" fmla="*/ 303493 w 607639"/>
                <a:gd name="connsiteY4" fmla="*/ 359925 h 579502"/>
                <a:gd name="connsiteX5" fmla="*/ 397500 w 607639"/>
                <a:gd name="connsiteY5" fmla="*/ 266058 h 579502"/>
                <a:gd name="connsiteX6" fmla="*/ 315778 w 607639"/>
                <a:gd name="connsiteY6" fmla="*/ 173080 h 579502"/>
                <a:gd name="connsiteX7" fmla="*/ 249814 w 607639"/>
                <a:gd name="connsiteY7" fmla="*/ 160816 h 579502"/>
                <a:gd name="connsiteX8" fmla="*/ 198110 w 607639"/>
                <a:gd name="connsiteY8" fmla="*/ 212449 h 579502"/>
                <a:gd name="connsiteX9" fmla="*/ 249814 w 607639"/>
                <a:gd name="connsiteY9" fmla="*/ 212449 h 579502"/>
                <a:gd name="connsiteX10" fmla="*/ 303493 w 607639"/>
                <a:gd name="connsiteY10" fmla="*/ 147835 h 579502"/>
                <a:gd name="connsiteX11" fmla="*/ 421981 w 607639"/>
                <a:gd name="connsiteY11" fmla="*/ 266058 h 579502"/>
                <a:gd name="connsiteX12" fmla="*/ 303493 w 607639"/>
                <a:gd name="connsiteY12" fmla="*/ 384370 h 579502"/>
                <a:gd name="connsiteX13" fmla="*/ 185093 w 607639"/>
                <a:gd name="connsiteY13" fmla="*/ 266058 h 579502"/>
                <a:gd name="connsiteX14" fmla="*/ 197289 w 607639"/>
                <a:gd name="connsiteY14" fmla="*/ 253880 h 579502"/>
                <a:gd name="connsiteX15" fmla="*/ 291297 w 607639"/>
                <a:gd name="connsiteY15" fmla="*/ 253880 h 579502"/>
                <a:gd name="connsiteX16" fmla="*/ 291297 w 607639"/>
                <a:gd name="connsiteY16" fmla="*/ 160013 h 579502"/>
                <a:gd name="connsiteX17" fmla="*/ 303493 w 607639"/>
                <a:gd name="connsiteY17" fmla="*/ 147835 h 579502"/>
                <a:gd name="connsiteX18" fmla="*/ 262095 w 607639"/>
                <a:gd name="connsiteY18" fmla="*/ 135133 h 579502"/>
                <a:gd name="connsiteX19" fmla="*/ 274287 w 607639"/>
                <a:gd name="connsiteY19" fmla="*/ 147397 h 579502"/>
                <a:gd name="connsiteX20" fmla="*/ 274287 w 607639"/>
                <a:gd name="connsiteY20" fmla="*/ 224713 h 579502"/>
                <a:gd name="connsiteX21" fmla="*/ 262095 w 607639"/>
                <a:gd name="connsiteY21" fmla="*/ 236888 h 579502"/>
                <a:gd name="connsiteX22" fmla="*/ 184672 w 607639"/>
                <a:gd name="connsiteY22" fmla="*/ 236888 h 579502"/>
                <a:gd name="connsiteX23" fmla="*/ 172391 w 607639"/>
                <a:gd name="connsiteY23" fmla="*/ 224713 h 579502"/>
                <a:gd name="connsiteX24" fmla="*/ 262095 w 607639"/>
                <a:gd name="connsiteY24" fmla="*/ 135133 h 579502"/>
                <a:gd name="connsiteX25" fmla="*/ 58120 w 607639"/>
                <a:gd name="connsiteY25" fmla="*/ 108514 h 579502"/>
                <a:gd name="connsiteX26" fmla="*/ 58120 w 607639"/>
                <a:gd name="connsiteY26" fmla="*/ 413970 h 579502"/>
                <a:gd name="connsiteX27" fmla="*/ 549430 w 607639"/>
                <a:gd name="connsiteY27" fmla="*/ 413970 h 579502"/>
                <a:gd name="connsiteX28" fmla="*/ 549430 w 607639"/>
                <a:gd name="connsiteY28" fmla="*/ 108514 h 579502"/>
                <a:gd name="connsiteX29" fmla="*/ 27236 w 607639"/>
                <a:gd name="connsiteY29" fmla="*/ 56079 h 579502"/>
                <a:gd name="connsiteX30" fmla="*/ 27236 w 607639"/>
                <a:gd name="connsiteY30" fmla="*/ 81319 h 579502"/>
                <a:gd name="connsiteX31" fmla="*/ 580403 w 607639"/>
                <a:gd name="connsiteY31" fmla="*/ 81319 h 579502"/>
                <a:gd name="connsiteX32" fmla="*/ 580403 w 607639"/>
                <a:gd name="connsiteY32" fmla="*/ 56079 h 579502"/>
                <a:gd name="connsiteX33" fmla="*/ 303775 w 607639"/>
                <a:gd name="connsiteY33" fmla="*/ 0 h 579502"/>
                <a:gd name="connsiteX34" fmla="*/ 317393 w 607639"/>
                <a:gd name="connsiteY34" fmla="*/ 13597 h 579502"/>
                <a:gd name="connsiteX35" fmla="*/ 317393 w 607639"/>
                <a:gd name="connsiteY35" fmla="*/ 28884 h 579502"/>
                <a:gd name="connsiteX36" fmla="*/ 580403 w 607639"/>
                <a:gd name="connsiteY36" fmla="*/ 28884 h 579502"/>
                <a:gd name="connsiteX37" fmla="*/ 607639 w 607639"/>
                <a:gd name="connsiteY37" fmla="*/ 56079 h 579502"/>
                <a:gd name="connsiteX38" fmla="*/ 607639 w 607639"/>
                <a:gd name="connsiteY38" fmla="*/ 81319 h 579502"/>
                <a:gd name="connsiteX39" fmla="*/ 580403 w 607639"/>
                <a:gd name="connsiteY39" fmla="*/ 108514 h 579502"/>
                <a:gd name="connsiteX40" fmla="*/ 576665 w 607639"/>
                <a:gd name="connsiteY40" fmla="*/ 108514 h 579502"/>
                <a:gd name="connsiteX41" fmla="*/ 576665 w 607639"/>
                <a:gd name="connsiteY41" fmla="*/ 413970 h 579502"/>
                <a:gd name="connsiteX42" fmla="*/ 549430 w 607639"/>
                <a:gd name="connsiteY42" fmla="*/ 441165 h 579502"/>
                <a:gd name="connsiteX43" fmla="*/ 317393 w 607639"/>
                <a:gd name="connsiteY43" fmla="*/ 441165 h 579502"/>
                <a:gd name="connsiteX44" fmla="*/ 317393 w 607639"/>
                <a:gd name="connsiteY44" fmla="*/ 481069 h 579502"/>
                <a:gd name="connsiteX45" fmla="*/ 418236 w 607639"/>
                <a:gd name="connsiteY45" fmla="*/ 554923 h 579502"/>
                <a:gd name="connsiteX46" fmla="*/ 421173 w 607639"/>
                <a:gd name="connsiteY46" fmla="*/ 573942 h 579502"/>
                <a:gd name="connsiteX47" fmla="*/ 410225 w 607639"/>
                <a:gd name="connsiteY47" fmla="*/ 579452 h 579502"/>
                <a:gd name="connsiteX48" fmla="*/ 402215 w 607639"/>
                <a:gd name="connsiteY48" fmla="*/ 576874 h 579502"/>
                <a:gd name="connsiteX49" fmla="*/ 317393 w 607639"/>
                <a:gd name="connsiteY49" fmla="*/ 514752 h 579502"/>
                <a:gd name="connsiteX50" fmla="*/ 317393 w 607639"/>
                <a:gd name="connsiteY50" fmla="*/ 565854 h 579502"/>
                <a:gd name="connsiteX51" fmla="*/ 303775 w 607639"/>
                <a:gd name="connsiteY51" fmla="*/ 579452 h 579502"/>
                <a:gd name="connsiteX52" fmla="*/ 290157 w 607639"/>
                <a:gd name="connsiteY52" fmla="*/ 565854 h 579502"/>
                <a:gd name="connsiteX53" fmla="*/ 290157 w 607639"/>
                <a:gd name="connsiteY53" fmla="*/ 514752 h 579502"/>
                <a:gd name="connsiteX54" fmla="*/ 205424 w 607639"/>
                <a:gd name="connsiteY54" fmla="*/ 576874 h 579502"/>
                <a:gd name="connsiteX55" fmla="*/ 186377 w 607639"/>
                <a:gd name="connsiteY55" fmla="*/ 573942 h 579502"/>
                <a:gd name="connsiteX56" fmla="*/ 189314 w 607639"/>
                <a:gd name="connsiteY56" fmla="*/ 554923 h 579502"/>
                <a:gd name="connsiteX57" fmla="*/ 290157 w 607639"/>
                <a:gd name="connsiteY57" fmla="*/ 481069 h 579502"/>
                <a:gd name="connsiteX58" fmla="*/ 290157 w 607639"/>
                <a:gd name="connsiteY58" fmla="*/ 441165 h 579502"/>
                <a:gd name="connsiteX59" fmla="*/ 58120 w 607639"/>
                <a:gd name="connsiteY59" fmla="*/ 441165 h 579502"/>
                <a:gd name="connsiteX60" fmla="*/ 30885 w 607639"/>
                <a:gd name="connsiteY60" fmla="*/ 413970 h 579502"/>
                <a:gd name="connsiteX61" fmla="*/ 30885 w 607639"/>
                <a:gd name="connsiteY61" fmla="*/ 108514 h 579502"/>
                <a:gd name="connsiteX62" fmla="*/ 27236 w 607639"/>
                <a:gd name="connsiteY62" fmla="*/ 108514 h 579502"/>
                <a:gd name="connsiteX63" fmla="*/ 0 w 607639"/>
                <a:gd name="connsiteY63" fmla="*/ 81319 h 579502"/>
                <a:gd name="connsiteX64" fmla="*/ 0 w 607639"/>
                <a:gd name="connsiteY64" fmla="*/ 56079 h 579502"/>
                <a:gd name="connsiteX65" fmla="*/ 27236 w 607639"/>
                <a:gd name="connsiteY65" fmla="*/ 28884 h 579502"/>
                <a:gd name="connsiteX66" fmla="*/ 290157 w 607639"/>
                <a:gd name="connsiteY66" fmla="*/ 28884 h 579502"/>
                <a:gd name="connsiteX67" fmla="*/ 290157 w 607639"/>
                <a:gd name="connsiteY67" fmla="*/ 13597 h 579502"/>
                <a:gd name="connsiteX68" fmla="*/ 303775 w 607639"/>
                <a:gd name="connsiteY68" fmla="*/ 0 h 57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</p:grpSp>
      <p:grpSp>
        <p:nvGrpSpPr>
          <p:cNvPr id="29" name="组合 28"/>
          <p:cNvGrpSpPr/>
          <p:nvPr/>
        </p:nvGrpSpPr>
        <p:grpSpPr>
          <a:xfrm rot="5400000">
            <a:off x="395534" y="3226926"/>
            <a:ext cx="1422186" cy="1422183"/>
            <a:chOff x="6092077" y="2252236"/>
            <a:chExt cx="1951143" cy="1951139"/>
          </a:xfrm>
        </p:grpSpPr>
        <p:sp>
          <p:nvSpPr>
            <p:cNvPr id="30" name="ïṧḷïḓê-任意多边形: 形状 7">
              <a:extLst>
                <a:ext uri="{FF2B5EF4-FFF2-40B4-BE49-F238E27FC236}">
                  <a16:creationId xmlns:a16="http://schemas.microsoft.com/office/drawing/2014/main" id="{4DB22554-44D5-465A-AA70-E88B03498F67}"/>
                </a:ext>
              </a:extLst>
            </p:cNvPr>
            <p:cNvSpPr/>
            <p:nvPr/>
          </p:nvSpPr>
          <p:spPr>
            <a:xfrm>
              <a:off x="6092077" y="2252236"/>
              <a:ext cx="1951143" cy="1951139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31" name="ïṧḷïḓê-Oval 7">
              <a:extLst>
                <a:ext uri="{FF2B5EF4-FFF2-40B4-BE49-F238E27FC236}">
                  <a16:creationId xmlns:a16="http://schemas.microsoft.com/office/drawing/2014/main" id="{36463783-8109-4AD4-964A-7B6255CE15B6}"/>
                </a:ext>
              </a:extLst>
            </p:cNvPr>
            <p:cNvSpPr/>
            <p:nvPr/>
          </p:nvSpPr>
          <p:spPr>
            <a:xfrm>
              <a:off x="6462377" y="2622534"/>
              <a:ext cx="1210543" cy="1210542"/>
            </a:xfrm>
            <a:prstGeom prst="ellipse">
              <a:avLst/>
            </a:prstGeom>
            <a:solidFill>
              <a:schemeClr val="accent3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33" name="is1ide-任意多边形: 形状 58">
              <a:extLst>
                <a:ext uri="{FF2B5EF4-FFF2-40B4-BE49-F238E27FC236}">
                  <a16:creationId xmlns:a16="http://schemas.microsoft.com/office/drawing/2014/main" id="{C3301749-9DD3-46FB-976C-7737718C736A}"/>
                </a:ext>
              </a:extLst>
            </p:cNvPr>
            <p:cNvSpPr>
              <a:spLocks/>
            </p:cNvSpPr>
            <p:nvPr/>
          </p:nvSpPr>
          <p:spPr bwMode="auto">
            <a:xfrm rot="16357291">
              <a:off x="6853189" y="3089390"/>
              <a:ext cx="306090" cy="276833"/>
            </a:xfrm>
            <a:custGeom>
              <a:avLst/>
              <a:gdLst>
                <a:gd name="connsiteX0" fmla="*/ 503202 w 607568"/>
                <a:gd name="connsiteY0" fmla="*/ 459310 h 549494"/>
                <a:gd name="connsiteX1" fmla="*/ 548364 w 607568"/>
                <a:gd name="connsiteY1" fmla="*/ 504402 h 549494"/>
                <a:gd name="connsiteX2" fmla="*/ 503202 w 607568"/>
                <a:gd name="connsiteY2" fmla="*/ 549494 h 549494"/>
                <a:gd name="connsiteX3" fmla="*/ 458040 w 607568"/>
                <a:gd name="connsiteY3" fmla="*/ 504402 h 549494"/>
                <a:gd name="connsiteX4" fmla="*/ 503202 w 607568"/>
                <a:gd name="connsiteY4" fmla="*/ 459310 h 549494"/>
                <a:gd name="connsiteX5" fmla="*/ 197795 w 607568"/>
                <a:gd name="connsiteY5" fmla="*/ 459310 h 549494"/>
                <a:gd name="connsiteX6" fmla="*/ 242957 w 607568"/>
                <a:gd name="connsiteY6" fmla="*/ 504402 h 549494"/>
                <a:gd name="connsiteX7" fmla="*/ 197795 w 607568"/>
                <a:gd name="connsiteY7" fmla="*/ 549494 h 549494"/>
                <a:gd name="connsiteX8" fmla="*/ 152633 w 607568"/>
                <a:gd name="connsiteY8" fmla="*/ 504402 h 549494"/>
                <a:gd name="connsiteX9" fmla="*/ 197795 w 607568"/>
                <a:gd name="connsiteY9" fmla="*/ 459310 h 549494"/>
                <a:gd name="connsiteX10" fmla="*/ 143318 w 607568"/>
                <a:gd name="connsiteY10" fmla="*/ 390791 h 549494"/>
                <a:gd name="connsiteX11" fmla="*/ 554573 w 607568"/>
                <a:gd name="connsiteY11" fmla="*/ 390791 h 549494"/>
                <a:gd name="connsiteX12" fmla="*/ 554573 w 607568"/>
                <a:gd name="connsiteY12" fmla="*/ 437435 h 549494"/>
                <a:gd name="connsiteX13" fmla="*/ 143318 w 607568"/>
                <a:gd name="connsiteY13" fmla="*/ 437435 h 549494"/>
                <a:gd name="connsiteX14" fmla="*/ 115304 w 607568"/>
                <a:gd name="connsiteY14" fmla="*/ 313028 h 549494"/>
                <a:gd name="connsiteX15" fmla="*/ 582659 w 607568"/>
                <a:gd name="connsiteY15" fmla="*/ 313028 h 549494"/>
                <a:gd name="connsiteX16" fmla="*/ 582659 w 607568"/>
                <a:gd name="connsiteY16" fmla="*/ 359672 h 549494"/>
                <a:gd name="connsiteX17" fmla="*/ 115304 w 607568"/>
                <a:gd name="connsiteY17" fmla="*/ 359672 h 549494"/>
                <a:gd name="connsiteX18" fmla="*/ 0 w 607568"/>
                <a:gd name="connsiteY18" fmla="*/ 169922 h 549494"/>
                <a:gd name="connsiteX19" fmla="*/ 78962 w 607568"/>
                <a:gd name="connsiteY19" fmla="*/ 169922 h 549494"/>
                <a:gd name="connsiteX20" fmla="*/ 108516 w 607568"/>
                <a:gd name="connsiteY20" fmla="*/ 235254 h 549494"/>
                <a:gd name="connsiteX21" fmla="*/ 607568 w 607568"/>
                <a:gd name="connsiteY21" fmla="*/ 235254 h 549494"/>
                <a:gd name="connsiteX22" fmla="*/ 607568 w 607568"/>
                <a:gd name="connsiteY22" fmla="*/ 281909 h 549494"/>
                <a:gd name="connsiteX23" fmla="*/ 78428 w 607568"/>
                <a:gd name="connsiteY23" fmla="*/ 281909 h 549494"/>
                <a:gd name="connsiteX24" fmla="*/ 48798 w 607568"/>
                <a:gd name="connsiteY24" fmla="*/ 216577 h 549494"/>
                <a:gd name="connsiteX25" fmla="*/ 0 w 607568"/>
                <a:gd name="connsiteY25" fmla="*/ 216577 h 549494"/>
                <a:gd name="connsiteX26" fmla="*/ 257720 w 607568"/>
                <a:gd name="connsiteY26" fmla="*/ 0 h 549494"/>
                <a:gd name="connsiteX27" fmla="*/ 254207 w 607568"/>
                <a:gd name="connsiteY27" fmla="*/ 30201 h 549494"/>
                <a:gd name="connsiteX28" fmla="*/ 407797 w 607568"/>
                <a:gd name="connsiteY28" fmla="*/ 197372 h 549494"/>
                <a:gd name="connsiteX29" fmla="*/ 241147 w 607568"/>
                <a:gd name="connsiteY29" fmla="*/ 144063 h 549494"/>
                <a:gd name="connsiteX30" fmla="*/ 237633 w 607568"/>
                <a:gd name="connsiteY30" fmla="*/ 174264 h 549494"/>
                <a:gd name="connsiteX31" fmla="*/ 115586 w 607568"/>
                <a:gd name="connsiteY31" fmla="*/ 71993 h 54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07568" h="549494">
                  <a:moveTo>
                    <a:pt x="503202" y="459310"/>
                  </a:moveTo>
                  <a:cubicBezTo>
                    <a:pt x="528144" y="459310"/>
                    <a:pt x="548364" y="479498"/>
                    <a:pt x="548364" y="504402"/>
                  </a:cubicBezTo>
                  <a:cubicBezTo>
                    <a:pt x="548364" y="529306"/>
                    <a:pt x="528144" y="549494"/>
                    <a:pt x="503202" y="549494"/>
                  </a:cubicBezTo>
                  <a:cubicBezTo>
                    <a:pt x="478260" y="549494"/>
                    <a:pt x="458040" y="529306"/>
                    <a:pt x="458040" y="504402"/>
                  </a:cubicBezTo>
                  <a:cubicBezTo>
                    <a:pt x="458040" y="479498"/>
                    <a:pt x="478260" y="459310"/>
                    <a:pt x="503202" y="459310"/>
                  </a:cubicBezTo>
                  <a:close/>
                  <a:moveTo>
                    <a:pt x="197795" y="459310"/>
                  </a:moveTo>
                  <a:cubicBezTo>
                    <a:pt x="222737" y="459310"/>
                    <a:pt x="242957" y="479498"/>
                    <a:pt x="242957" y="504402"/>
                  </a:cubicBezTo>
                  <a:cubicBezTo>
                    <a:pt x="242957" y="529306"/>
                    <a:pt x="222737" y="549494"/>
                    <a:pt x="197795" y="549494"/>
                  </a:cubicBezTo>
                  <a:cubicBezTo>
                    <a:pt x="172853" y="549494"/>
                    <a:pt x="152633" y="529306"/>
                    <a:pt x="152633" y="504402"/>
                  </a:cubicBezTo>
                  <a:cubicBezTo>
                    <a:pt x="152633" y="479498"/>
                    <a:pt x="172853" y="459310"/>
                    <a:pt x="197795" y="459310"/>
                  </a:cubicBezTo>
                  <a:close/>
                  <a:moveTo>
                    <a:pt x="143318" y="390791"/>
                  </a:moveTo>
                  <a:lnTo>
                    <a:pt x="554573" y="390791"/>
                  </a:lnTo>
                  <a:lnTo>
                    <a:pt x="554573" y="437435"/>
                  </a:lnTo>
                  <a:lnTo>
                    <a:pt x="143318" y="437435"/>
                  </a:lnTo>
                  <a:close/>
                  <a:moveTo>
                    <a:pt x="115304" y="313028"/>
                  </a:moveTo>
                  <a:lnTo>
                    <a:pt x="582659" y="313028"/>
                  </a:lnTo>
                  <a:lnTo>
                    <a:pt x="582659" y="359672"/>
                  </a:lnTo>
                  <a:lnTo>
                    <a:pt x="115304" y="359672"/>
                  </a:lnTo>
                  <a:close/>
                  <a:moveTo>
                    <a:pt x="0" y="169922"/>
                  </a:moveTo>
                  <a:lnTo>
                    <a:pt x="78962" y="169922"/>
                  </a:lnTo>
                  <a:lnTo>
                    <a:pt x="108516" y="235254"/>
                  </a:lnTo>
                  <a:lnTo>
                    <a:pt x="607568" y="235254"/>
                  </a:lnTo>
                  <a:lnTo>
                    <a:pt x="607568" y="281909"/>
                  </a:lnTo>
                  <a:lnTo>
                    <a:pt x="78428" y="281909"/>
                  </a:lnTo>
                  <a:lnTo>
                    <a:pt x="48798" y="216577"/>
                  </a:lnTo>
                  <a:lnTo>
                    <a:pt x="0" y="216577"/>
                  </a:lnTo>
                  <a:close/>
                  <a:moveTo>
                    <a:pt x="257720" y="0"/>
                  </a:moveTo>
                  <a:lnTo>
                    <a:pt x="254207" y="30201"/>
                  </a:lnTo>
                  <a:cubicBezTo>
                    <a:pt x="405964" y="47665"/>
                    <a:pt x="407797" y="197372"/>
                    <a:pt x="407797" y="197372"/>
                  </a:cubicBezTo>
                  <a:cubicBezTo>
                    <a:pt x="407797" y="197372"/>
                    <a:pt x="364340" y="158248"/>
                    <a:pt x="241147" y="144063"/>
                  </a:cubicBezTo>
                  <a:lnTo>
                    <a:pt x="237633" y="174264"/>
                  </a:lnTo>
                  <a:lnTo>
                    <a:pt x="115586" y="719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</p:grpSp>
      <p:sp>
        <p:nvSpPr>
          <p:cNvPr id="35" name="Freeform 143"/>
          <p:cNvSpPr>
            <a:spLocks noEditPoints="1"/>
          </p:cNvSpPr>
          <p:nvPr/>
        </p:nvSpPr>
        <p:spPr bwMode="auto">
          <a:xfrm>
            <a:off x="5343650" y="4145878"/>
            <a:ext cx="307733" cy="269911"/>
          </a:xfrm>
          <a:custGeom>
            <a:avLst/>
            <a:gdLst>
              <a:gd name="T0" fmla="*/ 151 w 157"/>
              <a:gd name="T1" fmla="*/ 59 h 145"/>
              <a:gd name="T2" fmla="*/ 130 w 157"/>
              <a:gd name="T3" fmla="*/ 41 h 145"/>
              <a:gd name="T4" fmla="*/ 110 w 157"/>
              <a:gd name="T5" fmla="*/ 23 h 145"/>
              <a:gd name="T6" fmla="*/ 88 w 157"/>
              <a:gd name="T7" fmla="*/ 5 h 145"/>
              <a:gd name="T8" fmla="*/ 69 w 157"/>
              <a:gd name="T9" fmla="*/ 5 h 145"/>
              <a:gd name="T10" fmla="*/ 47 w 157"/>
              <a:gd name="T11" fmla="*/ 23 h 145"/>
              <a:gd name="T12" fmla="*/ 27 w 157"/>
              <a:gd name="T13" fmla="*/ 41 h 145"/>
              <a:gd name="T14" fmla="*/ 6 w 157"/>
              <a:gd name="T15" fmla="*/ 59 h 145"/>
              <a:gd name="T16" fmla="*/ 9 w 157"/>
              <a:gd name="T17" fmla="*/ 68 h 145"/>
              <a:gd name="T18" fmla="*/ 21 w 157"/>
              <a:gd name="T19" fmla="*/ 68 h 145"/>
              <a:gd name="T20" fmla="*/ 21 w 157"/>
              <a:gd name="T21" fmla="*/ 139 h 145"/>
              <a:gd name="T22" fmla="*/ 27 w 157"/>
              <a:gd name="T23" fmla="*/ 145 h 145"/>
              <a:gd name="T24" fmla="*/ 38 w 157"/>
              <a:gd name="T25" fmla="*/ 145 h 145"/>
              <a:gd name="T26" fmla="*/ 38 w 157"/>
              <a:gd name="T27" fmla="*/ 81 h 145"/>
              <a:gd name="T28" fmla="*/ 71 w 157"/>
              <a:gd name="T29" fmla="*/ 81 h 145"/>
              <a:gd name="T30" fmla="*/ 71 w 157"/>
              <a:gd name="T31" fmla="*/ 145 h 145"/>
              <a:gd name="T32" fmla="*/ 130 w 157"/>
              <a:gd name="T33" fmla="*/ 145 h 145"/>
              <a:gd name="T34" fmla="*/ 136 w 157"/>
              <a:gd name="T35" fmla="*/ 139 h 145"/>
              <a:gd name="T36" fmla="*/ 136 w 157"/>
              <a:gd name="T37" fmla="*/ 68 h 145"/>
              <a:gd name="T38" fmla="*/ 148 w 157"/>
              <a:gd name="T39" fmla="*/ 68 h 145"/>
              <a:gd name="T40" fmla="*/ 151 w 157"/>
              <a:gd name="T41" fmla="*/ 59 h 145"/>
              <a:gd name="T42" fmla="*/ 118 w 157"/>
              <a:gd name="T43" fmla="*/ 97 h 145"/>
              <a:gd name="T44" fmla="*/ 89 w 157"/>
              <a:gd name="T45" fmla="*/ 97 h 145"/>
              <a:gd name="T46" fmla="*/ 89 w 157"/>
              <a:gd name="T47" fmla="*/ 72 h 145"/>
              <a:gd name="T48" fmla="*/ 118 w 157"/>
              <a:gd name="T49" fmla="*/ 72 h 145"/>
              <a:gd name="T50" fmla="*/ 118 w 157"/>
              <a:gd name="T51" fmla="*/ 97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57" h="145">
                <a:moveTo>
                  <a:pt x="151" y="59"/>
                </a:moveTo>
                <a:cubicBezTo>
                  <a:pt x="130" y="41"/>
                  <a:pt x="130" y="41"/>
                  <a:pt x="130" y="41"/>
                </a:cubicBezTo>
                <a:cubicBezTo>
                  <a:pt x="124" y="36"/>
                  <a:pt x="115" y="28"/>
                  <a:pt x="110" y="23"/>
                </a:cubicBezTo>
                <a:cubicBezTo>
                  <a:pt x="88" y="5"/>
                  <a:pt x="88" y="5"/>
                  <a:pt x="88" y="5"/>
                </a:cubicBezTo>
                <a:cubicBezTo>
                  <a:pt x="83" y="0"/>
                  <a:pt x="74" y="0"/>
                  <a:pt x="69" y="5"/>
                </a:cubicBezTo>
                <a:cubicBezTo>
                  <a:pt x="47" y="23"/>
                  <a:pt x="47" y="23"/>
                  <a:pt x="47" y="23"/>
                </a:cubicBezTo>
                <a:cubicBezTo>
                  <a:pt x="42" y="28"/>
                  <a:pt x="33" y="36"/>
                  <a:pt x="27" y="41"/>
                </a:cubicBezTo>
                <a:cubicBezTo>
                  <a:pt x="6" y="59"/>
                  <a:pt x="6" y="59"/>
                  <a:pt x="6" y="59"/>
                </a:cubicBezTo>
                <a:cubicBezTo>
                  <a:pt x="0" y="64"/>
                  <a:pt x="2" y="68"/>
                  <a:pt x="9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1" y="139"/>
                  <a:pt x="21" y="139"/>
                  <a:pt x="21" y="139"/>
                </a:cubicBezTo>
                <a:cubicBezTo>
                  <a:pt x="21" y="142"/>
                  <a:pt x="24" y="145"/>
                  <a:pt x="27" y="145"/>
                </a:cubicBezTo>
                <a:cubicBezTo>
                  <a:pt x="38" y="145"/>
                  <a:pt x="38" y="145"/>
                  <a:pt x="38" y="145"/>
                </a:cubicBezTo>
                <a:cubicBezTo>
                  <a:pt x="38" y="81"/>
                  <a:pt x="38" y="81"/>
                  <a:pt x="38" y="81"/>
                </a:cubicBezTo>
                <a:cubicBezTo>
                  <a:pt x="71" y="81"/>
                  <a:pt x="71" y="81"/>
                  <a:pt x="71" y="81"/>
                </a:cubicBezTo>
                <a:cubicBezTo>
                  <a:pt x="71" y="145"/>
                  <a:pt x="71" y="145"/>
                  <a:pt x="71" y="145"/>
                </a:cubicBezTo>
                <a:cubicBezTo>
                  <a:pt x="130" y="145"/>
                  <a:pt x="130" y="145"/>
                  <a:pt x="130" y="145"/>
                </a:cubicBezTo>
                <a:cubicBezTo>
                  <a:pt x="134" y="145"/>
                  <a:pt x="136" y="142"/>
                  <a:pt x="136" y="139"/>
                </a:cubicBezTo>
                <a:cubicBezTo>
                  <a:pt x="136" y="68"/>
                  <a:pt x="136" y="68"/>
                  <a:pt x="136" y="68"/>
                </a:cubicBezTo>
                <a:cubicBezTo>
                  <a:pt x="148" y="68"/>
                  <a:pt x="148" y="68"/>
                  <a:pt x="148" y="68"/>
                </a:cubicBezTo>
                <a:cubicBezTo>
                  <a:pt x="155" y="68"/>
                  <a:pt x="157" y="64"/>
                  <a:pt x="151" y="59"/>
                </a:cubicBezTo>
                <a:close/>
                <a:moveTo>
                  <a:pt x="118" y="97"/>
                </a:moveTo>
                <a:cubicBezTo>
                  <a:pt x="89" y="97"/>
                  <a:pt x="89" y="97"/>
                  <a:pt x="89" y="97"/>
                </a:cubicBezTo>
                <a:cubicBezTo>
                  <a:pt x="89" y="72"/>
                  <a:pt x="89" y="72"/>
                  <a:pt x="89" y="72"/>
                </a:cubicBezTo>
                <a:cubicBezTo>
                  <a:pt x="118" y="72"/>
                  <a:pt x="118" y="72"/>
                  <a:pt x="118" y="72"/>
                </a:cubicBezTo>
                <a:lnTo>
                  <a:pt x="118" y="9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121908" tIns="60954" rIns="121908" bIns="60954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ea"/>
              <a:ea typeface="+mn-ea"/>
              <a:cs typeface="+mn-ea"/>
            </a:endParaRPr>
          </a:p>
        </p:txBody>
      </p:sp>
      <p:sp>
        <p:nvSpPr>
          <p:cNvPr id="36" name="KSO_Shape"/>
          <p:cNvSpPr>
            <a:spLocks/>
          </p:cNvSpPr>
          <p:nvPr/>
        </p:nvSpPr>
        <p:spPr bwMode="auto">
          <a:xfrm>
            <a:off x="7617600" y="2859782"/>
            <a:ext cx="299146" cy="253712"/>
          </a:xfrm>
          <a:custGeom>
            <a:avLst/>
            <a:gdLst>
              <a:gd name="T0" fmla="*/ 151004 w 5185"/>
              <a:gd name="T1" fmla="*/ 1065477 h 3880"/>
              <a:gd name="T2" fmla="*/ 1873403 w 5185"/>
              <a:gd name="T3" fmla="*/ 1297678 h 3880"/>
              <a:gd name="T4" fmla="*/ 751713 w 5185"/>
              <a:gd name="T5" fmla="*/ 1241832 h 3880"/>
              <a:gd name="T6" fmla="*/ 1108464 w 5185"/>
              <a:gd name="T7" fmla="*/ 1148144 h 3880"/>
              <a:gd name="T8" fmla="*/ 751713 w 5185"/>
              <a:gd name="T9" fmla="*/ 1241832 h 3880"/>
              <a:gd name="T10" fmla="*/ 1726808 w 5185"/>
              <a:gd name="T11" fmla="*/ 1012203 h 3880"/>
              <a:gd name="T12" fmla="*/ 1726073 w 5185"/>
              <a:gd name="T13" fmla="*/ 1007794 h 3880"/>
              <a:gd name="T14" fmla="*/ 1726808 w 5185"/>
              <a:gd name="T15" fmla="*/ 44089 h 3880"/>
              <a:gd name="T16" fmla="*/ 1726441 w 5185"/>
              <a:gd name="T17" fmla="*/ 39680 h 3880"/>
              <a:gd name="T18" fmla="*/ 1724604 w 5185"/>
              <a:gd name="T19" fmla="*/ 30862 h 3880"/>
              <a:gd name="T20" fmla="*/ 1721297 w 5185"/>
              <a:gd name="T21" fmla="*/ 23147 h 3880"/>
              <a:gd name="T22" fmla="*/ 1716888 w 5185"/>
              <a:gd name="T23" fmla="*/ 15798 h 3880"/>
              <a:gd name="T24" fmla="*/ 1711010 w 5185"/>
              <a:gd name="T25" fmla="*/ 9920 h 3880"/>
              <a:gd name="T26" fmla="*/ 1703662 w 5185"/>
              <a:gd name="T27" fmla="*/ 5144 h 3880"/>
              <a:gd name="T28" fmla="*/ 1695946 w 5185"/>
              <a:gd name="T29" fmla="*/ 1837 h 3880"/>
              <a:gd name="T30" fmla="*/ 1687128 w 5185"/>
              <a:gd name="T31" fmla="*/ 367 h 3880"/>
              <a:gd name="T32" fmla="*/ 222281 w 5185"/>
              <a:gd name="T33" fmla="*/ 0 h 3880"/>
              <a:gd name="T34" fmla="*/ 217872 w 5185"/>
              <a:gd name="T35" fmla="*/ 367 h 3880"/>
              <a:gd name="T36" fmla="*/ 209054 w 5185"/>
              <a:gd name="T37" fmla="*/ 1837 h 3880"/>
              <a:gd name="T38" fmla="*/ 201338 w 5185"/>
              <a:gd name="T39" fmla="*/ 5144 h 3880"/>
              <a:gd name="T40" fmla="*/ 194358 w 5185"/>
              <a:gd name="T41" fmla="*/ 9920 h 3880"/>
              <a:gd name="T42" fmla="*/ 188112 w 5185"/>
              <a:gd name="T43" fmla="*/ 15798 h 3880"/>
              <a:gd name="T44" fmla="*/ 183336 w 5185"/>
              <a:gd name="T45" fmla="*/ 23147 h 3880"/>
              <a:gd name="T46" fmla="*/ 180029 w 5185"/>
              <a:gd name="T47" fmla="*/ 30862 h 3880"/>
              <a:gd name="T48" fmla="*/ 178559 w 5185"/>
              <a:gd name="T49" fmla="*/ 39680 h 3880"/>
              <a:gd name="T50" fmla="*/ 178192 w 5185"/>
              <a:gd name="T51" fmla="*/ 1003386 h 3880"/>
              <a:gd name="T52" fmla="*/ 178559 w 5185"/>
              <a:gd name="T53" fmla="*/ 1007794 h 3880"/>
              <a:gd name="T54" fmla="*/ 178192 w 5185"/>
              <a:gd name="T55" fmla="*/ 1012203 h 3880"/>
              <a:gd name="T56" fmla="*/ 1727176 w 5185"/>
              <a:gd name="T57" fmla="*/ 1012571 h 3880"/>
              <a:gd name="T58" fmla="*/ 1616954 w 5185"/>
              <a:gd name="T59" fmla="*/ 937620 h 3880"/>
              <a:gd name="T60" fmla="*/ 288046 w 5185"/>
              <a:gd name="T61" fmla="*/ 109854 h 3880"/>
              <a:gd name="T62" fmla="*/ 1616954 w 5185"/>
              <a:gd name="T63" fmla="*/ 937620 h 3880"/>
              <a:gd name="T64" fmla="*/ 4409 w 5185"/>
              <a:gd name="T65" fmla="*/ 1350584 h 3880"/>
              <a:gd name="T66" fmla="*/ 0 w 5185"/>
              <a:gd name="T67" fmla="*/ 1359402 h 3880"/>
              <a:gd name="T68" fmla="*/ 735 w 5185"/>
              <a:gd name="T69" fmla="*/ 1369322 h 3880"/>
              <a:gd name="T70" fmla="*/ 3307 w 5185"/>
              <a:gd name="T71" fmla="*/ 1379977 h 3880"/>
              <a:gd name="T72" fmla="*/ 7348 w 5185"/>
              <a:gd name="T73" fmla="*/ 1390999 h 3880"/>
              <a:gd name="T74" fmla="*/ 13227 w 5185"/>
              <a:gd name="T75" fmla="*/ 1401654 h 3880"/>
              <a:gd name="T76" fmla="*/ 19473 w 5185"/>
              <a:gd name="T77" fmla="*/ 1411206 h 3880"/>
              <a:gd name="T78" fmla="*/ 26821 w 5185"/>
              <a:gd name="T79" fmla="*/ 1418554 h 3880"/>
              <a:gd name="T80" fmla="*/ 35271 w 5185"/>
              <a:gd name="T81" fmla="*/ 1423698 h 3880"/>
              <a:gd name="T82" fmla="*/ 41884 w 5185"/>
              <a:gd name="T83" fmla="*/ 1425168 h 3880"/>
              <a:gd name="T84" fmla="*/ 1860911 w 5185"/>
              <a:gd name="T85" fmla="*/ 1425535 h 3880"/>
              <a:gd name="T86" fmla="*/ 1863116 w 5185"/>
              <a:gd name="T87" fmla="*/ 1425168 h 3880"/>
              <a:gd name="T88" fmla="*/ 1869729 w 5185"/>
              <a:gd name="T89" fmla="*/ 1423698 h 3880"/>
              <a:gd name="T90" fmla="*/ 1878179 w 5185"/>
              <a:gd name="T91" fmla="*/ 1418554 h 3880"/>
              <a:gd name="T92" fmla="*/ 1885527 w 5185"/>
              <a:gd name="T93" fmla="*/ 1411206 h 3880"/>
              <a:gd name="T94" fmla="*/ 1892141 w 5185"/>
              <a:gd name="T95" fmla="*/ 1401654 h 3880"/>
              <a:gd name="T96" fmla="*/ 1897652 w 5185"/>
              <a:gd name="T97" fmla="*/ 1390999 h 3880"/>
              <a:gd name="T98" fmla="*/ 1901693 w 5185"/>
              <a:gd name="T99" fmla="*/ 1379977 h 3880"/>
              <a:gd name="T100" fmla="*/ 1903898 w 5185"/>
              <a:gd name="T101" fmla="*/ 1369322 h 3880"/>
              <a:gd name="T102" fmla="*/ 1905000 w 5185"/>
              <a:gd name="T103" fmla="*/ 1359402 h 388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185" h="3880">
                <a:moveTo>
                  <a:pt x="4775" y="2900"/>
                </a:moveTo>
                <a:lnTo>
                  <a:pt x="411" y="2900"/>
                </a:lnTo>
                <a:lnTo>
                  <a:pt x="87" y="3532"/>
                </a:lnTo>
                <a:lnTo>
                  <a:pt x="5099" y="3532"/>
                </a:lnTo>
                <a:lnTo>
                  <a:pt x="4775" y="2900"/>
                </a:lnTo>
                <a:close/>
                <a:moveTo>
                  <a:pt x="2046" y="3380"/>
                </a:moveTo>
                <a:lnTo>
                  <a:pt x="2181" y="3125"/>
                </a:lnTo>
                <a:lnTo>
                  <a:pt x="3017" y="3125"/>
                </a:lnTo>
                <a:lnTo>
                  <a:pt x="3139" y="3380"/>
                </a:lnTo>
                <a:lnTo>
                  <a:pt x="2046" y="3380"/>
                </a:lnTo>
                <a:close/>
                <a:moveTo>
                  <a:pt x="4700" y="2755"/>
                </a:moveTo>
                <a:lnTo>
                  <a:pt x="4700" y="2755"/>
                </a:lnTo>
                <a:lnTo>
                  <a:pt x="4698" y="2743"/>
                </a:lnTo>
                <a:lnTo>
                  <a:pt x="4700" y="2731"/>
                </a:lnTo>
                <a:lnTo>
                  <a:pt x="4700" y="120"/>
                </a:lnTo>
                <a:lnTo>
                  <a:pt x="4699" y="108"/>
                </a:lnTo>
                <a:lnTo>
                  <a:pt x="4697" y="95"/>
                </a:lnTo>
                <a:lnTo>
                  <a:pt x="4694" y="84"/>
                </a:lnTo>
                <a:lnTo>
                  <a:pt x="4690" y="73"/>
                </a:lnTo>
                <a:lnTo>
                  <a:pt x="4685" y="63"/>
                </a:lnTo>
                <a:lnTo>
                  <a:pt x="4680" y="53"/>
                </a:lnTo>
                <a:lnTo>
                  <a:pt x="4673" y="43"/>
                </a:lnTo>
                <a:lnTo>
                  <a:pt x="4665" y="34"/>
                </a:lnTo>
                <a:lnTo>
                  <a:pt x="4657" y="27"/>
                </a:lnTo>
                <a:lnTo>
                  <a:pt x="4647" y="20"/>
                </a:lnTo>
                <a:lnTo>
                  <a:pt x="4637" y="14"/>
                </a:lnTo>
                <a:lnTo>
                  <a:pt x="4627" y="9"/>
                </a:lnTo>
                <a:lnTo>
                  <a:pt x="4616" y="5"/>
                </a:lnTo>
                <a:lnTo>
                  <a:pt x="4605" y="2"/>
                </a:lnTo>
                <a:lnTo>
                  <a:pt x="4592" y="1"/>
                </a:lnTo>
                <a:lnTo>
                  <a:pt x="4580" y="0"/>
                </a:lnTo>
                <a:lnTo>
                  <a:pt x="605" y="0"/>
                </a:lnTo>
                <a:lnTo>
                  <a:pt x="593" y="1"/>
                </a:lnTo>
                <a:lnTo>
                  <a:pt x="581" y="2"/>
                </a:lnTo>
                <a:lnTo>
                  <a:pt x="569" y="5"/>
                </a:lnTo>
                <a:lnTo>
                  <a:pt x="558" y="9"/>
                </a:lnTo>
                <a:lnTo>
                  <a:pt x="548" y="14"/>
                </a:lnTo>
                <a:lnTo>
                  <a:pt x="538" y="20"/>
                </a:lnTo>
                <a:lnTo>
                  <a:pt x="529" y="27"/>
                </a:lnTo>
                <a:lnTo>
                  <a:pt x="521" y="34"/>
                </a:lnTo>
                <a:lnTo>
                  <a:pt x="512" y="43"/>
                </a:lnTo>
                <a:lnTo>
                  <a:pt x="505" y="53"/>
                </a:lnTo>
                <a:lnTo>
                  <a:pt x="499" y="63"/>
                </a:lnTo>
                <a:lnTo>
                  <a:pt x="494" y="73"/>
                </a:lnTo>
                <a:lnTo>
                  <a:pt x="490" y="84"/>
                </a:lnTo>
                <a:lnTo>
                  <a:pt x="488" y="95"/>
                </a:lnTo>
                <a:lnTo>
                  <a:pt x="486" y="108"/>
                </a:lnTo>
                <a:lnTo>
                  <a:pt x="485" y="120"/>
                </a:lnTo>
                <a:lnTo>
                  <a:pt x="485" y="2731"/>
                </a:lnTo>
                <a:lnTo>
                  <a:pt x="486" y="2743"/>
                </a:lnTo>
                <a:lnTo>
                  <a:pt x="485" y="2755"/>
                </a:lnTo>
                <a:lnTo>
                  <a:pt x="484" y="2756"/>
                </a:lnTo>
                <a:lnTo>
                  <a:pt x="4701" y="2756"/>
                </a:lnTo>
                <a:lnTo>
                  <a:pt x="4700" y="2755"/>
                </a:lnTo>
                <a:close/>
                <a:moveTo>
                  <a:pt x="4401" y="2552"/>
                </a:moveTo>
                <a:lnTo>
                  <a:pt x="784" y="2552"/>
                </a:lnTo>
                <a:lnTo>
                  <a:pt x="784" y="299"/>
                </a:lnTo>
                <a:lnTo>
                  <a:pt x="4401" y="299"/>
                </a:lnTo>
                <a:lnTo>
                  <a:pt x="4401" y="2552"/>
                </a:lnTo>
                <a:close/>
                <a:moveTo>
                  <a:pt x="5172" y="3676"/>
                </a:moveTo>
                <a:lnTo>
                  <a:pt x="12" y="3676"/>
                </a:lnTo>
                <a:lnTo>
                  <a:pt x="0" y="3700"/>
                </a:lnTo>
                <a:lnTo>
                  <a:pt x="1" y="3713"/>
                </a:lnTo>
                <a:lnTo>
                  <a:pt x="2" y="3727"/>
                </a:lnTo>
                <a:lnTo>
                  <a:pt x="5" y="3741"/>
                </a:lnTo>
                <a:lnTo>
                  <a:pt x="9" y="3756"/>
                </a:lnTo>
                <a:lnTo>
                  <a:pt x="14" y="3771"/>
                </a:lnTo>
                <a:lnTo>
                  <a:pt x="20" y="3786"/>
                </a:lnTo>
                <a:lnTo>
                  <a:pt x="28" y="3801"/>
                </a:lnTo>
                <a:lnTo>
                  <a:pt x="36" y="3815"/>
                </a:lnTo>
                <a:lnTo>
                  <a:pt x="44" y="3828"/>
                </a:lnTo>
                <a:lnTo>
                  <a:pt x="53" y="3841"/>
                </a:lnTo>
                <a:lnTo>
                  <a:pt x="63" y="3852"/>
                </a:lnTo>
                <a:lnTo>
                  <a:pt x="73" y="3861"/>
                </a:lnTo>
                <a:lnTo>
                  <a:pt x="85" y="3869"/>
                </a:lnTo>
                <a:lnTo>
                  <a:pt x="96" y="3875"/>
                </a:lnTo>
                <a:lnTo>
                  <a:pt x="108" y="3878"/>
                </a:lnTo>
                <a:lnTo>
                  <a:pt x="114" y="3879"/>
                </a:lnTo>
                <a:lnTo>
                  <a:pt x="120" y="3880"/>
                </a:lnTo>
                <a:lnTo>
                  <a:pt x="5065" y="3880"/>
                </a:lnTo>
                <a:lnTo>
                  <a:pt x="5071" y="3879"/>
                </a:lnTo>
                <a:lnTo>
                  <a:pt x="5077" y="3878"/>
                </a:lnTo>
                <a:lnTo>
                  <a:pt x="5089" y="3875"/>
                </a:lnTo>
                <a:lnTo>
                  <a:pt x="5101" y="3869"/>
                </a:lnTo>
                <a:lnTo>
                  <a:pt x="5112" y="3861"/>
                </a:lnTo>
                <a:lnTo>
                  <a:pt x="5122" y="3852"/>
                </a:lnTo>
                <a:lnTo>
                  <a:pt x="5132" y="3841"/>
                </a:lnTo>
                <a:lnTo>
                  <a:pt x="5141" y="3828"/>
                </a:lnTo>
                <a:lnTo>
                  <a:pt x="5150" y="3815"/>
                </a:lnTo>
                <a:lnTo>
                  <a:pt x="5158" y="3801"/>
                </a:lnTo>
                <a:lnTo>
                  <a:pt x="5165" y="3786"/>
                </a:lnTo>
                <a:lnTo>
                  <a:pt x="5171" y="3771"/>
                </a:lnTo>
                <a:lnTo>
                  <a:pt x="5176" y="3756"/>
                </a:lnTo>
                <a:lnTo>
                  <a:pt x="5180" y="3741"/>
                </a:lnTo>
                <a:lnTo>
                  <a:pt x="5182" y="3727"/>
                </a:lnTo>
                <a:lnTo>
                  <a:pt x="5184" y="3713"/>
                </a:lnTo>
                <a:lnTo>
                  <a:pt x="5185" y="3700"/>
                </a:lnTo>
                <a:lnTo>
                  <a:pt x="5172" y="367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bIns="36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552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1520" y="995432"/>
            <a:ext cx="4240315" cy="376859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200" b="1" dirty="0"/>
              <a:t>#</a:t>
            </a:r>
            <a:r>
              <a:rPr lang="en-GB" altLang="zh-CN" sz="1200" b="1" dirty="0"/>
              <a:t>include "</a:t>
            </a:r>
            <a:r>
              <a:rPr lang="en-GB" altLang="zh-CN" sz="1200" b="1" dirty="0" err="1"/>
              <a:t>exti_key.h</a:t>
            </a:r>
            <a:r>
              <a:rPr lang="en-GB" altLang="zh-CN" sz="1200" b="1" dirty="0"/>
              <a:t>"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#include "</a:t>
            </a:r>
            <a:r>
              <a:rPr lang="en-GB" altLang="zh-CN" sz="1200" b="1" dirty="0" err="1"/>
              <a:t>misc.h</a:t>
            </a:r>
            <a:r>
              <a:rPr lang="en-GB" altLang="zh-CN" sz="1200" b="1" dirty="0"/>
              <a:t>"</a:t>
            </a:r>
          </a:p>
          <a:p>
            <a:pPr>
              <a:lnSpc>
                <a:spcPct val="125000"/>
              </a:lnSpc>
            </a:pPr>
            <a:endParaRPr lang="en-GB" altLang="zh-CN" sz="1200" b="1" dirty="0"/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void </a:t>
            </a:r>
            <a:r>
              <a:rPr lang="en-GB" altLang="zh-CN" sz="1200" b="1" dirty="0" err="1"/>
              <a:t>EXTI_Key_Init</a:t>
            </a:r>
            <a:r>
              <a:rPr lang="en-GB" altLang="zh-CN" sz="1200" b="1" dirty="0"/>
              <a:t>(void)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{	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    </a:t>
            </a:r>
            <a:r>
              <a:rPr lang="en-GB" altLang="zh-CN" sz="1200" b="1" dirty="0" err="1"/>
              <a:t>GPIO_InitTypeDef</a:t>
            </a:r>
            <a:r>
              <a:rPr lang="en-GB" altLang="zh-CN" sz="1200" b="1" dirty="0"/>
              <a:t> </a:t>
            </a:r>
            <a:r>
              <a:rPr lang="en-GB" altLang="zh-CN" sz="1200" b="1" dirty="0" err="1"/>
              <a:t>GPIO_InitStructure</a:t>
            </a:r>
            <a:r>
              <a:rPr lang="en-GB" altLang="zh-CN" sz="1200" b="1" dirty="0"/>
              <a:t>;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           RCC_APB2PeriphClockCmd(RCC_APB2Periph_GPIOE|RCC_APB2Periph_AFIO,ENABLE);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    </a:t>
            </a:r>
            <a:r>
              <a:rPr lang="en-GB" altLang="zh-CN" sz="1200" b="1" dirty="0" err="1"/>
              <a:t>GPIO_InitStructure.GPIO_Pin</a:t>
            </a:r>
            <a:r>
              <a:rPr lang="en-GB" altLang="zh-CN" sz="1200" b="1" dirty="0"/>
              <a:t> = GPIO_Pin_3;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    </a:t>
            </a:r>
            <a:r>
              <a:rPr lang="en-GB" altLang="zh-CN" sz="1200" b="1" dirty="0" err="1"/>
              <a:t>GPIO_InitStructure.GPIO_Mode</a:t>
            </a:r>
            <a:r>
              <a:rPr lang="en-GB" altLang="zh-CN" sz="1200" b="1" dirty="0"/>
              <a:t> = </a:t>
            </a:r>
            <a:r>
              <a:rPr lang="en-GB" altLang="zh-CN" sz="1200" b="1" dirty="0" err="1"/>
              <a:t>GPIO_Mode_IN_FLOATING</a:t>
            </a:r>
            <a:r>
              <a:rPr lang="en-GB" altLang="zh-CN" sz="1200" b="1" dirty="0"/>
              <a:t>;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    </a:t>
            </a:r>
            <a:r>
              <a:rPr lang="en-GB" altLang="zh-CN" sz="1200" b="1" dirty="0" err="1"/>
              <a:t>GPIO_Init</a:t>
            </a:r>
            <a:r>
              <a:rPr lang="en-GB" altLang="zh-CN" sz="1200" b="1" dirty="0"/>
              <a:t>(GPIOE,&amp;</a:t>
            </a:r>
            <a:r>
              <a:rPr lang="en-GB" altLang="zh-CN" sz="1200" b="1" dirty="0" err="1"/>
              <a:t>GPIO_InitStructure</a:t>
            </a:r>
            <a:r>
              <a:rPr lang="en-GB" altLang="zh-CN" sz="1200" b="1" dirty="0"/>
              <a:t>);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    </a:t>
            </a:r>
            <a:r>
              <a:rPr lang="en-GB" altLang="zh-CN" sz="1200" b="1" dirty="0" err="1"/>
              <a:t>NVIC_InitTypeDef</a:t>
            </a:r>
            <a:r>
              <a:rPr lang="en-GB" altLang="zh-CN" sz="1200" b="1" dirty="0"/>
              <a:t> </a:t>
            </a:r>
            <a:r>
              <a:rPr lang="en-GB" altLang="zh-CN" sz="1200" b="1" dirty="0" err="1"/>
              <a:t>NVIC_InitStructure</a:t>
            </a:r>
            <a:r>
              <a:rPr lang="en-GB" altLang="zh-CN" sz="1200" b="1" dirty="0"/>
              <a:t>;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    </a:t>
            </a:r>
            <a:r>
              <a:rPr lang="en-GB" altLang="zh-CN" sz="1200" b="1" dirty="0" err="1"/>
              <a:t>NVIC_PriorityGroupConfig</a:t>
            </a:r>
            <a:r>
              <a:rPr lang="en-GB" altLang="zh-CN" sz="1200" b="1" dirty="0"/>
              <a:t>(NVIC_PriorityGroup_2);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    </a:t>
            </a:r>
            <a:r>
              <a:rPr lang="en-GB" altLang="zh-CN" sz="1200" b="1" dirty="0" err="1"/>
              <a:t>NVIC_InitStructure.NVIC_IRQChannel</a:t>
            </a:r>
            <a:r>
              <a:rPr lang="en-GB" altLang="zh-CN" sz="1200" b="1" dirty="0"/>
              <a:t> = EXTI3_IRQn;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    </a:t>
            </a:r>
            <a:r>
              <a:rPr lang="en-GB" altLang="zh-CN" sz="1200" b="1" dirty="0" err="1"/>
              <a:t>NVIC_InitStructure.NVIC_IRQChannelPreemptionPriority</a:t>
            </a:r>
            <a:r>
              <a:rPr lang="en-GB" altLang="zh-CN" sz="1200" b="1" dirty="0"/>
              <a:t> = 0;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788024" y="499982"/>
            <a:ext cx="2402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2</a:t>
            </a:r>
            <a:r>
              <a:rPr lang="zh-CN" altLang="en-US" b="1" dirty="0">
                <a:solidFill>
                  <a:srgbClr val="C00000"/>
                </a:solidFill>
              </a:rPr>
              <a:t>．新建</a:t>
            </a:r>
            <a:r>
              <a:rPr lang="en-GB" altLang="zh-CN" b="1" dirty="0" err="1">
                <a:solidFill>
                  <a:srgbClr val="C00000"/>
                </a:solidFill>
              </a:rPr>
              <a:t>exti_key.c</a:t>
            </a:r>
            <a:r>
              <a:rPr lang="zh-CN" altLang="en-US" b="1" dirty="0">
                <a:solidFill>
                  <a:srgbClr val="C00000"/>
                </a:solidFill>
              </a:rPr>
              <a:t>文件</a:t>
            </a:r>
            <a:endParaRPr lang="zh-CN" altLang="en-US" sz="44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97035" y="1266698"/>
            <a:ext cx="4368734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NVIC_InitStructure.NVIC_IRQChannelSubPriority</a:t>
            </a:r>
            <a:r>
              <a:rPr lang="en-GB" altLang="zh-CN" sz="1200" b="1" dirty="0">
                <a:solidFill>
                  <a:prstClr val="black"/>
                </a:solidFill>
              </a:rPr>
              <a:t> = 1;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NVIC_InitStructure.NVIC_IRQChannelCmd</a:t>
            </a:r>
            <a:r>
              <a:rPr lang="en-GB" altLang="zh-CN" sz="1200" b="1" dirty="0">
                <a:solidFill>
                  <a:prstClr val="black"/>
                </a:solidFill>
              </a:rPr>
              <a:t> = ENABLE;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NVIC_Init</a:t>
            </a:r>
            <a:r>
              <a:rPr lang="en-GB" altLang="zh-CN" sz="1200" b="1" dirty="0">
                <a:solidFill>
                  <a:prstClr val="black"/>
                </a:solidFill>
              </a:rPr>
              <a:t>(&amp;</a:t>
            </a:r>
            <a:r>
              <a:rPr lang="en-GB" altLang="zh-CN" sz="1200" b="1" dirty="0" err="1">
                <a:solidFill>
                  <a:prstClr val="black"/>
                </a:solidFill>
              </a:rPr>
              <a:t>NVIC_InitStructure</a:t>
            </a:r>
            <a:r>
              <a:rPr lang="en-GB" altLang="zh-CN" sz="1200" b="1" dirty="0">
                <a:solidFill>
                  <a:prstClr val="black"/>
                </a:solidFill>
              </a:rPr>
              <a:t>); 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EXTI_InitTypeDef</a:t>
            </a:r>
            <a:r>
              <a:rPr lang="en-GB" altLang="zh-CN" sz="1200" b="1" dirty="0">
                <a:solidFill>
                  <a:prstClr val="black"/>
                </a:solidFill>
              </a:rPr>
              <a:t>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EXTI_InitStructure</a:t>
            </a:r>
            <a:r>
              <a:rPr lang="en-GB" altLang="zh-CN" sz="1200" b="1" dirty="0">
                <a:solidFill>
                  <a:prstClr val="black"/>
                </a:solidFill>
              </a:rPr>
              <a:t>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EXTI_ClearITPendingBit</a:t>
            </a:r>
            <a:r>
              <a:rPr lang="en-GB" altLang="zh-CN" sz="1200" b="1" dirty="0">
                <a:solidFill>
                  <a:prstClr val="black"/>
                </a:solidFill>
              </a:rPr>
              <a:t>(EXTI_Line3);  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</a:t>
            </a:r>
            <a:r>
              <a:rPr lang="en-GB" altLang="zh-CN" sz="1200" b="1" dirty="0" err="1">
                <a:solidFill>
                  <a:prstClr val="black"/>
                </a:solidFill>
              </a:rPr>
              <a:t>GPIO_EXTILineConfig</a:t>
            </a:r>
            <a:r>
              <a:rPr lang="en-GB" altLang="zh-CN" sz="1200" b="1" dirty="0">
                <a:solidFill>
                  <a:prstClr val="black"/>
                </a:solidFill>
              </a:rPr>
              <a:t>(GPIO_PortSourceGPIOE,GPIO_PinSource3);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EXTI_InitStructure.EXTI_Line</a:t>
            </a:r>
            <a:r>
              <a:rPr lang="en-GB" altLang="zh-CN" sz="1200" b="1" dirty="0">
                <a:solidFill>
                  <a:prstClr val="black"/>
                </a:solidFill>
              </a:rPr>
              <a:t> = EXTI_Line3;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EXTI_InitStructure.EXTI_Mode</a:t>
            </a:r>
            <a:r>
              <a:rPr lang="en-GB" altLang="zh-CN" sz="1200" b="1" dirty="0">
                <a:solidFill>
                  <a:prstClr val="black"/>
                </a:solidFill>
              </a:rPr>
              <a:t> =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EXTI_Mode_Interrupt</a:t>
            </a:r>
            <a:r>
              <a:rPr lang="en-GB" altLang="zh-CN" sz="1200" b="1" dirty="0">
                <a:solidFill>
                  <a:prstClr val="black"/>
                </a:solidFill>
              </a:rPr>
              <a:t>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EXTI_InitStructure.EXTI_Trigger</a:t>
            </a:r>
            <a:r>
              <a:rPr lang="en-GB" altLang="zh-CN" sz="1200" b="1" dirty="0">
                <a:solidFill>
                  <a:prstClr val="black"/>
                </a:solidFill>
              </a:rPr>
              <a:t> =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EXTI_Trigger_Falling</a:t>
            </a:r>
            <a:r>
              <a:rPr lang="en-GB" altLang="zh-CN" sz="1200" b="1" dirty="0">
                <a:solidFill>
                  <a:prstClr val="black"/>
                </a:solidFill>
              </a:rPr>
              <a:t>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EXTI_InitStructure.EXTI_LineCmd</a:t>
            </a:r>
            <a:r>
              <a:rPr lang="en-GB" altLang="zh-CN" sz="1200" b="1" dirty="0">
                <a:solidFill>
                  <a:prstClr val="black"/>
                </a:solidFill>
              </a:rPr>
              <a:t> = ENABLE;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EXTI_Init</a:t>
            </a:r>
            <a:r>
              <a:rPr lang="en-GB" altLang="zh-CN" sz="1200" b="1" dirty="0">
                <a:solidFill>
                  <a:prstClr val="black"/>
                </a:solidFill>
              </a:rPr>
              <a:t>(&amp;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EXTI_InitStructure</a:t>
            </a:r>
            <a:r>
              <a:rPr lang="en-GB" altLang="zh-CN" sz="1200" b="1" dirty="0">
                <a:solidFill>
                  <a:prstClr val="black"/>
                </a:solidFill>
              </a:rPr>
              <a:t>);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}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2325425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83568" y="995430"/>
            <a:ext cx="3312368" cy="384265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400" b="1" dirty="0"/>
              <a:t>#include "stm32f10x.h"</a:t>
            </a:r>
          </a:p>
          <a:p>
            <a:pPr>
              <a:lnSpc>
                <a:spcPct val="125000"/>
              </a:lnSpc>
            </a:pPr>
            <a:endParaRPr lang="en-US" altLang="zh-CN" sz="1400" b="1" dirty="0"/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#include "</a:t>
            </a:r>
            <a:r>
              <a:rPr lang="en-US" altLang="zh-CN" sz="1400" b="1" dirty="0" err="1"/>
              <a:t>led.h</a:t>
            </a:r>
            <a:r>
              <a:rPr lang="en-US" altLang="zh-CN" sz="1400" b="1" dirty="0"/>
              <a:t>"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#include "</a:t>
            </a:r>
            <a:r>
              <a:rPr lang="en-US" altLang="zh-CN" sz="1400" b="1" dirty="0" err="1"/>
              <a:t>exti_key.h</a:t>
            </a:r>
            <a:r>
              <a:rPr lang="en-US" altLang="zh-CN" sz="1400" b="1" dirty="0"/>
              <a:t>"</a:t>
            </a:r>
          </a:p>
          <a:p>
            <a:pPr>
              <a:lnSpc>
                <a:spcPct val="125000"/>
              </a:lnSpc>
            </a:pPr>
            <a:endParaRPr lang="en-US" altLang="zh-CN" sz="1400" b="1" dirty="0"/>
          </a:p>
          <a:p>
            <a:pPr>
              <a:lnSpc>
                <a:spcPct val="125000"/>
              </a:lnSpc>
            </a:pPr>
            <a:r>
              <a:rPr lang="en-US" altLang="zh-CN" sz="1400" b="1" dirty="0" err="1"/>
              <a:t>int</a:t>
            </a:r>
            <a:r>
              <a:rPr lang="en-US" altLang="zh-CN" sz="1400" b="1" dirty="0"/>
              <a:t> main(void)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{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</a:t>
            </a:r>
            <a:r>
              <a:rPr lang="en-US" altLang="zh-CN" sz="1400" b="1" dirty="0" err="1"/>
              <a:t>LED_Init</a:t>
            </a:r>
            <a:r>
              <a:rPr lang="en-US" altLang="zh-CN" sz="1400" b="1" dirty="0"/>
              <a:t>();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</a:t>
            </a:r>
            <a:r>
              <a:rPr lang="en-US" altLang="zh-CN" sz="1400" b="1" dirty="0" err="1"/>
              <a:t>GPIO_ResetBits</a:t>
            </a:r>
            <a:r>
              <a:rPr lang="en-US" altLang="zh-CN" sz="1400" b="1" dirty="0"/>
              <a:t>(GPIOB,GPIO_Pin_5);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 err="1"/>
              <a:t>EXTI_Key_Init</a:t>
            </a:r>
            <a:r>
              <a:rPr lang="en-US" altLang="zh-CN" sz="1400" b="1" dirty="0"/>
              <a:t>();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while(1)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{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}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}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788024" y="499982"/>
            <a:ext cx="15712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3.  </a:t>
            </a:r>
            <a:r>
              <a:rPr lang="en-US" altLang="zh-CN" b="1" dirty="0" err="1">
                <a:solidFill>
                  <a:srgbClr val="C00000"/>
                </a:solidFill>
              </a:rPr>
              <a:t>main.c</a:t>
            </a:r>
            <a:r>
              <a:rPr lang="zh-CN" altLang="en-US" b="1" dirty="0">
                <a:solidFill>
                  <a:srgbClr val="C00000"/>
                </a:solidFill>
              </a:rPr>
              <a:t>文件</a:t>
            </a:r>
            <a:endParaRPr lang="zh-CN" altLang="en-US" sz="44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30424" y="1419622"/>
            <a:ext cx="4320481" cy="251607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void EXTI3_IRQHandler(void)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    if(</a:t>
            </a:r>
            <a:r>
              <a:rPr lang="en-GB" altLang="zh-CN" sz="1400" b="1" dirty="0" err="1">
                <a:solidFill>
                  <a:prstClr val="black"/>
                </a:solidFill>
              </a:rPr>
              <a:t>EXTI_GetITStatus</a:t>
            </a:r>
            <a:r>
              <a:rPr lang="en-GB" altLang="zh-CN" sz="1400" b="1" dirty="0">
                <a:solidFill>
                  <a:prstClr val="black"/>
                </a:solidFill>
              </a:rPr>
              <a:t>(EXTI_Line3) != RESET)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    {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        </a:t>
            </a:r>
            <a:r>
              <a:rPr lang="en-GB" altLang="zh-CN" sz="1400" b="1" dirty="0" err="1">
                <a:solidFill>
                  <a:prstClr val="black"/>
                </a:solidFill>
              </a:rPr>
              <a:t>GPIO_WriteBit</a:t>
            </a:r>
            <a:r>
              <a:rPr lang="en-GB" altLang="zh-CN" sz="1400" b="1" dirty="0">
                <a:solidFill>
                  <a:prstClr val="black"/>
                </a:solidFill>
              </a:rPr>
              <a:t>(GPIOB,GPIO_Pin_5,(</a:t>
            </a:r>
            <a:r>
              <a:rPr lang="en-GB" altLang="zh-CN" sz="1400" b="1" dirty="0" err="1">
                <a:solidFill>
                  <a:prstClr val="black"/>
                </a:solidFill>
              </a:rPr>
              <a:t>BitAction</a:t>
            </a:r>
            <a:r>
              <a:rPr lang="en-GB" altLang="zh-CN" sz="1400" b="1" dirty="0">
                <a:solidFill>
                  <a:prstClr val="black"/>
                </a:solidFill>
              </a:rPr>
              <a:t>)((1-GPIO_ReadOutputDataBit(GPIOB,GPIO_Pin_5))));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        </a:t>
            </a:r>
            <a:r>
              <a:rPr lang="en-GB" altLang="zh-CN" sz="1400" b="1" dirty="0" err="1">
                <a:solidFill>
                  <a:prstClr val="black"/>
                </a:solidFill>
              </a:rPr>
              <a:t>EXTI_ClearITPendingBit</a:t>
            </a:r>
            <a:r>
              <a:rPr lang="en-GB" altLang="zh-CN" sz="1400" b="1" dirty="0">
                <a:solidFill>
                  <a:prstClr val="black"/>
                </a:solidFill>
              </a:rPr>
              <a:t>(EXTI_Line3);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    }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7722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925705" y="975688"/>
            <a:ext cx="5292590" cy="386259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400" b="1" dirty="0"/>
              <a:t>uint8_t led =1;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void EXTI3_IRQHandler(void)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{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  if(</a:t>
            </a:r>
            <a:r>
              <a:rPr lang="en-US" altLang="zh-CN" sz="1400" b="1" dirty="0" err="1"/>
              <a:t>EXTI_GetITStatus</a:t>
            </a:r>
            <a:r>
              <a:rPr lang="en-US" altLang="zh-CN" sz="1400" b="1" dirty="0"/>
              <a:t>(EXTI_Line3) != RESET)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  {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       led = ~led; //</a:t>
            </a:r>
            <a:r>
              <a:rPr lang="zh-CN" altLang="en-US" sz="1400" b="1" dirty="0"/>
              <a:t>状态翻转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       //</a:t>
            </a:r>
            <a:r>
              <a:rPr lang="zh-CN" altLang="en-US" sz="1400" b="1" dirty="0"/>
              <a:t>如果等于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，则</a:t>
            </a:r>
            <a:r>
              <a:rPr lang="en-US" altLang="zh-CN" sz="1400" b="1" dirty="0"/>
              <a:t>PB5</a:t>
            </a:r>
            <a:r>
              <a:rPr lang="zh-CN" altLang="en-US" sz="1400" b="1" dirty="0"/>
              <a:t>复位点亮，否则置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熄灭</a:t>
            </a:r>
          </a:p>
          <a:p>
            <a:pPr>
              <a:lnSpc>
                <a:spcPct val="125000"/>
              </a:lnSpc>
            </a:pPr>
            <a:r>
              <a:rPr lang="zh-CN" altLang="en-US" sz="1400" b="1" dirty="0"/>
              <a:t>        </a:t>
            </a:r>
            <a:r>
              <a:rPr lang="en-US" altLang="zh-CN" sz="1400" b="1" dirty="0"/>
              <a:t>if(led  == 1)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        </a:t>
            </a:r>
            <a:r>
              <a:rPr lang="en-US" altLang="zh-CN" sz="1400" b="1" dirty="0" err="1"/>
              <a:t>GPIO_ResetBits</a:t>
            </a:r>
            <a:r>
              <a:rPr lang="en-US" altLang="zh-CN" sz="1400" b="1" dirty="0"/>
              <a:t>(GPIOB,GPIO_Pin_5);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    else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        </a:t>
            </a:r>
            <a:r>
              <a:rPr lang="en-US" altLang="zh-CN" sz="1400" b="1" dirty="0" err="1"/>
              <a:t>GPIO_SetBits</a:t>
            </a:r>
            <a:r>
              <a:rPr lang="en-US" altLang="zh-CN" sz="1400" b="1" dirty="0"/>
              <a:t>(GPIOB,GPIO_Pin_5);    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 }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 </a:t>
            </a:r>
            <a:r>
              <a:rPr lang="en-US" altLang="zh-CN" sz="1400" b="1" dirty="0" err="1"/>
              <a:t>EXTI_ClearITPendingBit</a:t>
            </a:r>
            <a:r>
              <a:rPr lang="en-US" altLang="zh-CN" sz="1400" b="1" dirty="0"/>
              <a:t>(EXTI_Line3); //</a:t>
            </a:r>
            <a:r>
              <a:rPr lang="zh-CN" altLang="en-US" sz="1400" b="1" dirty="0"/>
              <a:t>清除</a:t>
            </a:r>
            <a:r>
              <a:rPr lang="en-US" altLang="zh-CN" sz="1400" b="1" dirty="0"/>
              <a:t>EXTI3</a:t>
            </a:r>
            <a:r>
              <a:rPr lang="zh-CN" altLang="en-US" sz="1400" b="1" dirty="0"/>
              <a:t>的中断标志位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}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644008" y="478023"/>
            <a:ext cx="4259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另外一种中断处理程序，实现</a:t>
            </a:r>
            <a:r>
              <a:rPr lang="en-US" altLang="zh-CN" b="1" dirty="0">
                <a:solidFill>
                  <a:srgbClr val="C00000"/>
                </a:solidFill>
              </a:rPr>
              <a:t>LED</a:t>
            </a:r>
            <a:r>
              <a:rPr lang="zh-CN" altLang="en-US" b="1" dirty="0">
                <a:solidFill>
                  <a:srgbClr val="C00000"/>
                </a:solidFill>
              </a:rPr>
              <a:t>灯翻转</a:t>
            </a:r>
            <a:endParaRPr lang="zh-CN" altLang="en-US" sz="4400" dirty="0">
              <a:solidFill>
                <a:srgbClr val="C00000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 rot="5400000">
            <a:off x="467543" y="1203601"/>
            <a:ext cx="1008114" cy="1008112"/>
            <a:chOff x="6092077" y="2252236"/>
            <a:chExt cx="1951143" cy="1951139"/>
          </a:xfrm>
        </p:grpSpPr>
        <p:sp>
          <p:nvSpPr>
            <p:cNvPr id="10" name="ïṧḷïḓê-任意多边形: 形状 7">
              <a:extLst>
                <a:ext uri="{FF2B5EF4-FFF2-40B4-BE49-F238E27FC236}">
                  <a16:creationId xmlns:a16="http://schemas.microsoft.com/office/drawing/2014/main" id="{4DB22554-44D5-465A-AA70-E88B03498F67}"/>
                </a:ext>
              </a:extLst>
            </p:cNvPr>
            <p:cNvSpPr/>
            <p:nvPr/>
          </p:nvSpPr>
          <p:spPr>
            <a:xfrm>
              <a:off x="6092077" y="2252236"/>
              <a:ext cx="1951143" cy="1951139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1" name="ïṧḷïḓê-Oval 7">
              <a:extLst>
                <a:ext uri="{FF2B5EF4-FFF2-40B4-BE49-F238E27FC236}">
                  <a16:creationId xmlns:a16="http://schemas.microsoft.com/office/drawing/2014/main" id="{36463783-8109-4AD4-964A-7B6255CE15B6}"/>
                </a:ext>
              </a:extLst>
            </p:cNvPr>
            <p:cNvSpPr/>
            <p:nvPr/>
          </p:nvSpPr>
          <p:spPr>
            <a:xfrm>
              <a:off x="6462377" y="2622534"/>
              <a:ext cx="1210543" cy="1210542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2" name="is1ide-任意多边形: 形状 58">
              <a:extLst>
                <a:ext uri="{FF2B5EF4-FFF2-40B4-BE49-F238E27FC236}">
                  <a16:creationId xmlns:a16="http://schemas.microsoft.com/office/drawing/2014/main" id="{C3301749-9DD3-46FB-976C-7737718C736A}"/>
                </a:ext>
              </a:extLst>
            </p:cNvPr>
            <p:cNvSpPr>
              <a:spLocks/>
            </p:cNvSpPr>
            <p:nvPr/>
          </p:nvSpPr>
          <p:spPr bwMode="auto">
            <a:xfrm rot="16357291">
              <a:off x="6853189" y="3089390"/>
              <a:ext cx="306090" cy="276833"/>
            </a:xfrm>
            <a:custGeom>
              <a:avLst/>
              <a:gdLst>
                <a:gd name="connsiteX0" fmla="*/ 503202 w 607568"/>
                <a:gd name="connsiteY0" fmla="*/ 459310 h 549494"/>
                <a:gd name="connsiteX1" fmla="*/ 548364 w 607568"/>
                <a:gd name="connsiteY1" fmla="*/ 504402 h 549494"/>
                <a:gd name="connsiteX2" fmla="*/ 503202 w 607568"/>
                <a:gd name="connsiteY2" fmla="*/ 549494 h 549494"/>
                <a:gd name="connsiteX3" fmla="*/ 458040 w 607568"/>
                <a:gd name="connsiteY3" fmla="*/ 504402 h 549494"/>
                <a:gd name="connsiteX4" fmla="*/ 503202 w 607568"/>
                <a:gd name="connsiteY4" fmla="*/ 459310 h 549494"/>
                <a:gd name="connsiteX5" fmla="*/ 197795 w 607568"/>
                <a:gd name="connsiteY5" fmla="*/ 459310 h 549494"/>
                <a:gd name="connsiteX6" fmla="*/ 242957 w 607568"/>
                <a:gd name="connsiteY6" fmla="*/ 504402 h 549494"/>
                <a:gd name="connsiteX7" fmla="*/ 197795 w 607568"/>
                <a:gd name="connsiteY7" fmla="*/ 549494 h 549494"/>
                <a:gd name="connsiteX8" fmla="*/ 152633 w 607568"/>
                <a:gd name="connsiteY8" fmla="*/ 504402 h 549494"/>
                <a:gd name="connsiteX9" fmla="*/ 197795 w 607568"/>
                <a:gd name="connsiteY9" fmla="*/ 459310 h 549494"/>
                <a:gd name="connsiteX10" fmla="*/ 143318 w 607568"/>
                <a:gd name="connsiteY10" fmla="*/ 390791 h 549494"/>
                <a:gd name="connsiteX11" fmla="*/ 554573 w 607568"/>
                <a:gd name="connsiteY11" fmla="*/ 390791 h 549494"/>
                <a:gd name="connsiteX12" fmla="*/ 554573 w 607568"/>
                <a:gd name="connsiteY12" fmla="*/ 437435 h 549494"/>
                <a:gd name="connsiteX13" fmla="*/ 143318 w 607568"/>
                <a:gd name="connsiteY13" fmla="*/ 437435 h 549494"/>
                <a:gd name="connsiteX14" fmla="*/ 115304 w 607568"/>
                <a:gd name="connsiteY14" fmla="*/ 313028 h 549494"/>
                <a:gd name="connsiteX15" fmla="*/ 582659 w 607568"/>
                <a:gd name="connsiteY15" fmla="*/ 313028 h 549494"/>
                <a:gd name="connsiteX16" fmla="*/ 582659 w 607568"/>
                <a:gd name="connsiteY16" fmla="*/ 359672 h 549494"/>
                <a:gd name="connsiteX17" fmla="*/ 115304 w 607568"/>
                <a:gd name="connsiteY17" fmla="*/ 359672 h 549494"/>
                <a:gd name="connsiteX18" fmla="*/ 0 w 607568"/>
                <a:gd name="connsiteY18" fmla="*/ 169922 h 549494"/>
                <a:gd name="connsiteX19" fmla="*/ 78962 w 607568"/>
                <a:gd name="connsiteY19" fmla="*/ 169922 h 549494"/>
                <a:gd name="connsiteX20" fmla="*/ 108516 w 607568"/>
                <a:gd name="connsiteY20" fmla="*/ 235254 h 549494"/>
                <a:gd name="connsiteX21" fmla="*/ 607568 w 607568"/>
                <a:gd name="connsiteY21" fmla="*/ 235254 h 549494"/>
                <a:gd name="connsiteX22" fmla="*/ 607568 w 607568"/>
                <a:gd name="connsiteY22" fmla="*/ 281909 h 549494"/>
                <a:gd name="connsiteX23" fmla="*/ 78428 w 607568"/>
                <a:gd name="connsiteY23" fmla="*/ 281909 h 549494"/>
                <a:gd name="connsiteX24" fmla="*/ 48798 w 607568"/>
                <a:gd name="connsiteY24" fmla="*/ 216577 h 549494"/>
                <a:gd name="connsiteX25" fmla="*/ 0 w 607568"/>
                <a:gd name="connsiteY25" fmla="*/ 216577 h 549494"/>
                <a:gd name="connsiteX26" fmla="*/ 257720 w 607568"/>
                <a:gd name="connsiteY26" fmla="*/ 0 h 549494"/>
                <a:gd name="connsiteX27" fmla="*/ 254207 w 607568"/>
                <a:gd name="connsiteY27" fmla="*/ 30201 h 549494"/>
                <a:gd name="connsiteX28" fmla="*/ 407797 w 607568"/>
                <a:gd name="connsiteY28" fmla="*/ 197372 h 549494"/>
                <a:gd name="connsiteX29" fmla="*/ 241147 w 607568"/>
                <a:gd name="connsiteY29" fmla="*/ 144063 h 549494"/>
                <a:gd name="connsiteX30" fmla="*/ 237633 w 607568"/>
                <a:gd name="connsiteY30" fmla="*/ 174264 h 549494"/>
                <a:gd name="connsiteX31" fmla="*/ 115586 w 607568"/>
                <a:gd name="connsiteY31" fmla="*/ 71993 h 54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07568" h="549494">
                  <a:moveTo>
                    <a:pt x="503202" y="459310"/>
                  </a:moveTo>
                  <a:cubicBezTo>
                    <a:pt x="528144" y="459310"/>
                    <a:pt x="548364" y="479498"/>
                    <a:pt x="548364" y="504402"/>
                  </a:cubicBezTo>
                  <a:cubicBezTo>
                    <a:pt x="548364" y="529306"/>
                    <a:pt x="528144" y="549494"/>
                    <a:pt x="503202" y="549494"/>
                  </a:cubicBezTo>
                  <a:cubicBezTo>
                    <a:pt x="478260" y="549494"/>
                    <a:pt x="458040" y="529306"/>
                    <a:pt x="458040" y="504402"/>
                  </a:cubicBezTo>
                  <a:cubicBezTo>
                    <a:pt x="458040" y="479498"/>
                    <a:pt x="478260" y="459310"/>
                    <a:pt x="503202" y="459310"/>
                  </a:cubicBezTo>
                  <a:close/>
                  <a:moveTo>
                    <a:pt x="197795" y="459310"/>
                  </a:moveTo>
                  <a:cubicBezTo>
                    <a:pt x="222737" y="459310"/>
                    <a:pt x="242957" y="479498"/>
                    <a:pt x="242957" y="504402"/>
                  </a:cubicBezTo>
                  <a:cubicBezTo>
                    <a:pt x="242957" y="529306"/>
                    <a:pt x="222737" y="549494"/>
                    <a:pt x="197795" y="549494"/>
                  </a:cubicBezTo>
                  <a:cubicBezTo>
                    <a:pt x="172853" y="549494"/>
                    <a:pt x="152633" y="529306"/>
                    <a:pt x="152633" y="504402"/>
                  </a:cubicBezTo>
                  <a:cubicBezTo>
                    <a:pt x="152633" y="479498"/>
                    <a:pt x="172853" y="459310"/>
                    <a:pt x="197795" y="459310"/>
                  </a:cubicBezTo>
                  <a:close/>
                  <a:moveTo>
                    <a:pt x="143318" y="390791"/>
                  </a:moveTo>
                  <a:lnTo>
                    <a:pt x="554573" y="390791"/>
                  </a:lnTo>
                  <a:lnTo>
                    <a:pt x="554573" y="437435"/>
                  </a:lnTo>
                  <a:lnTo>
                    <a:pt x="143318" y="437435"/>
                  </a:lnTo>
                  <a:close/>
                  <a:moveTo>
                    <a:pt x="115304" y="313028"/>
                  </a:moveTo>
                  <a:lnTo>
                    <a:pt x="582659" y="313028"/>
                  </a:lnTo>
                  <a:lnTo>
                    <a:pt x="582659" y="359672"/>
                  </a:lnTo>
                  <a:lnTo>
                    <a:pt x="115304" y="359672"/>
                  </a:lnTo>
                  <a:close/>
                  <a:moveTo>
                    <a:pt x="0" y="169922"/>
                  </a:moveTo>
                  <a:lnTo>
                    <a:pt x="78962" y="169922"/>
                  </a:lnTo>
                  <a:lnTo>
                    <a:pt x="108516" y="235254"/>
                  </a:lnTo>
                  <a:lnTo>
                    <a:pt x="607568" y="235254"/>
                  </a:lnTo>
                  <a:lnTo>
                    <a:pt x="607568" y="281909"/>
                  </a:lnTo>
                  <a:lnTo>
                    <a:pt x="78428" y="281909"/>
                  </a:lnTo>
                  <a:lnTo>
                    <a:pt x="48798" y="216577"/>
                  </a:lnTo>
                  <a:lnTo>
                    <a:pt x="0" y="216577"/>
                  </a:lnTo>
                  <a:close/>
                  <a:moveTo>
                    <a:pt x="257720" y="0"/>
                  </a:moveTo>
                  <a:lnTo>
                    <a:pt x="254207" y="30201"/>
                  </a:lnTo>
                  <a:cubicBezTo>
                    <a:pt x="405964" y="47665"/>
                    <a:pt x="407797" y="197372"/>
                    <a:pt x="407797" y="197372"/>
                  </a:cubicBezTo>
                  <a:cubicBezTo>
                    <a:pt x="407797" y="197372"/>
                    <a:pt x="364340" y="158248"/>
                    <a:pt x="241147" y="144063"/>
                  </a:cubicBezTo>
                  <a:lnTo>
                    <a:pt x="237633" y="174264"/>
                  </a:lnTo>
                  <a:lnTo>
                    <a:pt x="115586" y="719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</p:grpSp>
      <p:grpSp>
        <p:nvGrpSpPr>
          <p:cNvPr id="3" name="组合 2"/>
          <p:cNvGrpSpPr>
            <a:grpSpLocks noChangeAspect="1"/>
          </p:cNvGrpSpPr>
          <p:nvPr/>
        </p:nvGrpSpPr>
        <p:grpSpPr>
          <a:xfrm>
            <a:off x="7958048" y="3845956"/>
            <a:ext cx="608948" cy="910744"/>
            <a:chOff x="647481" y="1597933"/>
            <a:chExt cx="2857720" cy="4274016"/>
          </a:xfrm>
          <a:solidFill>
            <a:schemeClr val="bg1">
              <a:lumMod val="75000"/>
            </a:schemeClr>
          </a:solidFill>
        </p:grpSpPr>
        <p:sp>
          <p:nvSpPr>
            <p:cNvPr id="24" name="矩形 15"/>
            <p:cNvSpPr/>
            <p:nvPr/>
          </p:nvSpPr>
          <p:spPr>
            <a:xfrm>
              <a:off x="943278" y="5141521"/>
              <a:ext cx="2268149" cy="695131"/>
            </a:xfrm>
            <a:custGeom>
              <a:avLst/>
              <a:gdLst>
                <a:gd name="connsiteX0" fmla="*/ 0 w 1332964"/>
                <a:gd name="connsiteY0" fmla="*/ 0 h 319087"/>
                <a:gd name="connsiteX1" fmla="*/ 1332964 w 1332964"/>
                <a:gd name="connsiteY1" fmla="*/ 0 h 319087"/>
                <a:gd name="connsiteX2" fmla="*/ 1332964 w 1332964"/>
                <a:gd name="connsiteY2" fmla="*/ 319087 h 319087"/>
                <a:gd name="connsiteX3" fmla="*/ 0 w 1332964"/>
                <a:gd name="connsiteY3" fmla="*/ 319087 h 319087"/>
                <a:gd name="connsiteX4" fmla="*/ 0 w 1332964"/>
                <a:gd name="connsiteY4" fmla="*/ 0 h 319087"/>
                <a:gd name="connsiteX0" fmla="*/ 0 w 1332964"/>
                <a:gd name="connsiteY0" fmla="*/ 0 h 319087"/>
                <a:gd name="connsiteX1" fmla="*/ 658064 w 1332964"/>
                <a:gd name="connsiteY1" fmla="*/ 0 h 319087"/>
                <a:gd name="connsiteX2" fmla="*/ 1332964 w 1332964"/>
                <a:gd name="connsiteY2" fmla="*/ 0 h 319087"/>
                <a:gd name="connsiteX3" fmla="*/ 1332964 w 1332964"/>
                <a:gd name="connsiteY3" fmla="*/ 319087 h 319087"/>
                <a:gd name="connsiteX4" fmla="*/ 0 w 1332964"/>
                <a:gd name="connsiteY4" fmla="*/ 319087 h 319087"/>
                <a:gd name="connsiteX5" fmla="*/ 0 w 1332964"/>
                <a:gd name="connsiteY5" fmla="*/ 0 h 319087"/>
                <a:gd name="connsiteX0" fmla="*/ 0 w 1332964"/>
                <a:gd name="connsiteY0" fmla="*/ 130969 h 450056"/>
                <a:gd name="connsiteX1" fmla="*/ 655683 w 1332964"/>
                <a:gd name="connsiteY1" fmla="*/ 0 h 450056"/>
                <a:gd name="connsiteX2" fmla="*/ 1332964 w 1332964"/>
                <a:gd name="connsiteY2" fmla="*/ 130969 h 450056"/>
                <a:gd name="connsiteX3" fmla="*/ 1332964 w 1332964"/>
                <a:gd name="connsiteY3" fmla="*/ 450056 h 450056"/>
                <a:gd name="connsiteX4" fmla="*/ 0 w 1332964"/>
                <a:gd name="connsiteY4" fmla="*/ 450056 h 450056"/>
                <a:gd name="connsiteX5" fmla="*/ 0 w 1332964"/>
                <a:gd name="connsiteY5" fmla="*/ 130969 h 450056"/>
                <a:gd name="connsiteX0" fmla="*/ 0 w 1332964"/>
                <a:gd name="connsiteY0" fmla="*/ 130969 h 450056"/>
                <a:gd name="connsiteX1" fmla="*/ 655683 w 1332964"/>
                <a:gd name="connsiteY1" fmla="*/ 0 h 450056"/>
                <a:gd name="connsiteX2" fmla="*/ 1332964 w 1332964"/>
                <a:gd name="connsiteY2" fmla="*/ 130969 h 450056"/>
                <a:gd name="connsiteX3" fmla="*/ 1332964 w 1332964"/>
                <a:gd name="connsiteY3" fmla="*/ 450056 h 450056"/>
                <a:gd name="connsiteX4" fmla="*/ 0 w 1332964"/>
                <a:gd name="connsiteY4" fmla="*/ 450056 h 450056"/>
                <a:gd name="connsiteX5" fmla="*/ 0 w 1332964"/>
                <a:gd name="connsiteY5" fmla="*/ 130969 h 450056"/>
                <a:gd name="connsiteX0" fmla="*/ 0 w 1332964"/>
                <a:gd name="connsiteY0" fmla="*/ 217876 h 536963"/>
                <a:gd name="connsiteX1" fmla="*/ 655683 w 1332964"/>
                <a:gd name="connsiteY1" fmla="*/ 0 h 536963"/>
                <a:gd name="connsiteX2" fmla="*/ 1332964 w 1332964"/>
                <a:gd name="connsiteY2" fmla="*/ 217876 h 536963"/>
                <a:gd name="connsiteX3" fmla="*/ 1332964 w 1332964"/>
                <a:gd name="connsiteY3" fmla="*/ 536963 h 536963"/>
                <a:gd name="connsiteX4" fmla="*/ 0 w 1332964"/>
                <a:gd name="connsiteY4" fmla="*/ 536963 h 536963"/>
                <a:gd name="connsiteX5" fmla="*/ 0 w 1332964"/>
                <a:gd name="connsiteY5" fmla="*/ 217876 h 536963"/>
                <a:gd name="connsiteX0" fmla="*/ 0 w 1332964"/>
                <a:gd name="connsiteY0" fmla="*/ 217876 h 536963"/>
                <a:gd name="connsiteX1" fmla="*/ 655683 w 1332964"/>
                <a:gd name="connsiteY1" fmla="*/ 0 h 536963"/>
                <a:gd name="connsiteX2" fmla="*/ 1332964 w 1332964"/>
                <a:gd name="connsiteY2" fmla="*/ 217876 h 536963"/>
                <a:gd name="connsiteX3" fmla="*/ 1332964 w 1332964"/>
                <a:gd name="connsiteY3" fmla="*/ 536963 h 536963"/>
                <a:gd name="connsiteX4" fmla="*/ 0 w 1332964"/>
                <a:gd name="connsiteY4" fmla="*/ 536963 h 536963"/>
                <a:gd name="connsiteX5" fmla="*/ 0 w 1332964"/>
                <a:gd name="connsiteY5" fmla="*/ 217876 h 536963"/>
                <a:gd name="connsiteX0" fmla="*/ 0 w 1332964"/>
                <a:gd name="connsiteY0" fmla="*/ 217876 h 536963"/>
                <a:gd name="connsiteX1" fmla="*/ 655683 w 1332964"/>
                <a:gd name="connsiteY1" fmla="*/ 0 h 536963"/>
                <a:gd name="connsiteX2" fmla="*/ 1332964 w 1332964"/>
                <a:gd name="connsiteY2" fmla="*/ 217876 h 536963"/>
                <a:gd name="connsiteX3" fmla="*/ 1332964 w 1332964"/>
                <a:gd name="connsiteY3" fmla="*/ 536963 h 536963"/>
                <a:gd name="connsiteX4" fmla="*/ 0 w 1332964"/>
                <a:gd name="connsiteY4" fmla="*/ 536963 h 536963"/>
                <a:gd name="connsiteX5" fmla="*/ 0 w 1332964"/>
                <a:gd name="connsiteY5" fmla="*/ 217876 h 536963"/>
                <a:gd name="connsiteX0" fmla="*/ 99255 w 1432219"/>
                <a:gd name="connsiteY0" fmla="*/ 217876 h 536963"/>
                <a:gd name="connsiteX1" fmla="*/ 754938 w 1432219"/>
                <a:gd name="connsiteY1" fmla="*/ 0 h 536963"/>
                <a:gd name="connsiteX2" fmla="*/ 1432219 w 1432219"/>
                <a:gd name="connsiteY2" fmla="*/ 217876 h 536963"/>
                <a:gd name="connsiteX3" fmla="*/ 1432219 w 1432219"/>
                <a:gd name="connsiteY3" fmla="*/ 536963 h 536963"/>
                <a:gd name="connsiteX4" fmla="*/ 99255 w 1432219"/>
                <a:gd name="connsiteY4" fmla="*/ 536963 h 536963"/>
                <a:gd name="connsiteX5" fmla="*/ 99255 w 1432219"/>
                <a:gd name="connsiteY5" fmla="*/ 217876 h 536963"/>
                <a:gd name="connsiteX0" fmla="*/ 99255 w 1538907"/>
                <a:gd name="connsiteY0" fmla="*/ 217876 h 536963"/>
                <a:gd name="connsiteX1" fmla="*/ 754938 w 1538907"/>
                <a:gd name="connsiteY1" fmla="*/ 0 h 536963"/>
                <a:gd name="connsiteX2" fmla="*/ 1432219 w 1538907"/>
                <a:gd name="connsiteY2" fmla="*/ 217876 h 536963"/>
                <a:gd name="connsiteX3" fmla="*/ 1432219 w 1538907"/>
                <a:gd name="connsiteY3" fmla="*/ 536963 h 536963"/>
                <a:gd name="connsiteX4" fmla="*/ 99255 w 1538907"/>
                <a:gd name="connsiteY4" fmla="*/ 536963 h 536963"/>
                <a:gd name="connsiteX5" fmla="*/ 99255 w 1538907"/>
                <a:gd name="connsiteY5" fmla="*/ 217876 h 536963"/>
                <a:gd name="connsiteX0" fmla="*/ 99255 w 1538907"/>
                <a:gd name="connsiteY0" fmla="*/ 217876 h 536963"/>
                <a:gd name="connsiteX1" fmla="*/ 754938 w 1538907"/>
                <a:gd name="connsiteY1" fmla="*/ 0 h 536963"/>
                <a:gd name="connsiteX2" fmla="*/ 1432219 w 1538907"/>
                <a:gd name="connsiteY2" fmla="*/ 217876 h 536963"/>
                <a:gd name="connsiteX3" fmla="*/ 1432219 w 1538907"/>
                <a:gd name="connsiteY3" fmla="*/ 536963 h 536963"/>
                <a:gd name="connsiteX4" fmla="*/ 99255 w 1538907"/>
                <a:gd name="connsiteY4" fmla="*/ 536963 h 536963"/>
                <a:gd name="connsiteX5" fmla="*/ 99255 w 1538907"/>
                <a:gd name="connsiteY5" fmla="*/ 217876 h 536963"/>
                <a:gd name="connsiteX0" fmla="*/ 99255 w 1538907"/>
                <a:gd name="connsiteY0" fmla="*/ 217876 h 536963"/>
                <a:gd name="connsiteX1" fmla="*/ 754938 w 1538907"/>
                <a:gd name="connsiteY1" fmla="*/ 0 h 536963"/>
                <a:gd name="connsiteX2" fmla="*/ 1432219 w 1538907"/>
                <a:gd name="connsiteY2" fmla="*/ 217876 h 536963"/>
                <a:gd name="connsiteX3" fmla="*/ 1432219 w 1538907"/>
                <a:gd name="connsiteY3" fmla="*/ 536963 h 536963"/>
                <a:gd name="connsiteX4" fmla="*/ 99255 w 1538907"/>
                <a:gd name="connsiteY4" fmla="*/ 536963 h 536963"/>
                <a:gd name="connsiteX5" fmla="*/ 99255 w 1538907"/>
                <a:gd name="connsiteY5" fmla="*/ 217876 h 536963"/>
                <a:gd name="connsiteX0" fmla="*/ 99255 w 1538907"/>
                <a:gd name="connsiteY0" fmla="*/ 217876 h 536963"/>
                <a:gd name="connsiteX1" fmla="*/ 754938 w 1538907"/>
                <a:gd name="connsiteY1" fmla="*/ 0 h 536963"/>
                <a:gd name="connsiteX2" fmla="*/ 1432219 w 1538907"/>
                <a:gd name="connsiteY2" fmla="*/ 217876 h 536963"/>
                <a:gd name="connsiteX3" fmla="*/ 1432219 w 1538907"/>
                <a:gd name="connsiteY3" fmla="*/ 536963 h 536963"/>
                <a:gd name="connsiteX4" fmla="*/ 99255 w 1538907"/>
                <a:gd name="connsiteY4" fmla="*/ 536963 h 536963"/>
                <a:gd name="connsiteX5" fmla="*/ 99255 w 1538907"/>
                <a:gd name="connsiteY5" fmla="*/ 217876 h 536963"/>
                <a:gd name="connsiteX0" fmla="*/ 5064 w 1444716"/>
                <a:gd name="connsiteY0" fmla="*/ 217876 h 536963"/>
                <a:gd name="connsiteX1" fmla="*/ 660747 w 1444716"/>
                <a:gd name="connsiteY1" fmla="*/ 0 h 536963"/>
                <a:gd name="connsiteX2" fmla="*/ 1338028 w 1444716"/>
                <a:gd name="connsiteY2" fmla="*/ 217876 h 536963"/>
                <a:gd name="connsiteX3" fmla="*/ 1338028 w 1444716"/>
                <a:gd name="connsiteY3" fmla="*/ 536963 h 536963"/>
                <a:gd name="connsiteX4" fmla="*/ 5064 w 1444716"/>
                <a:gd name="connsiteY4" fmla="*/ 536963 h 536963"/>
                <a:gd name="connsiteX5" fmla="*/ 5064 w 1444716"/>
                <a:gd name="connsiteY5" fmla="*/ 217876 h 536963"/>
                <a:gd name="connsiteX0" fmla="*/ 5064 w 1344174"/>
                <a:gd name="connsiteY0" fmla="*/ 217876 h 536963"/>
                <a:gd name="connsiteX1" fmla="*/ 660747 w 1344174"/>
                <a:gd name="connsiteY1" fmla="*/ 0 h 536963"/>
                <a:gd name="connsiteX2" fmla="*/ 1338028 w 1344174"/>
                <a:gd name="connsiteY2" fmla="*/ 217876 h 536963"/>
                <a:gd name="connsiteX3" fmla="*/ 1338028 w 1344174"/>
                <a:gd name="connsiteY3" fmla="*/ 536963 h 536963"/>
                <a:gd name="connsiteX4" fmla="*/ 5064 w 1344174"/>
                <a:gd name="connsiteY4" fmla="*/ 536963 h 536963"/>
                <a:gd name="connsiteX5" fmla="*/ 5064 w 1344174"/>
                <a:gd name="connsiteY5" fmla="*/ 217876 h 53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4174" h="536963">
                  <a:moveTo>
                    <a:pt x="5064" y="217876"/>
                  </a:moveTo>
                  <a:cubicBezTo>
                    <a:pt x="228388" y="216639"/>
                    <a:pt x="427898" y="187467"/>
                    <a:pt x="660747" y="0"/>
                  </a:cubicBezTo>
                  <a:cubicBezTo>
                    <a:pt x="910319" y="190571"/>
                    <a:pt x="1097980" y="216638"/>
                    <a:pt x="1338028" y="217876"/>
                  </a:cubicBezTo>
                  <a:cubicBezTo>
                    <a:pt x="1351857" y="318436"/>
                    <a:pt x="1338028" y="430601"/>
                    <a:pt x="1338028" y="536963"/>
                  </a:cubicBezTo>
                  <a:lnTo>
                    <a:pt x="5064" y="536963"/>
                  </a:lnTo>
                  <a:cubicBezTo>
                    <a:pt x="5064" y="430601"/>
                    <a:pt x="-6329" y="324644"/>
                    <a:pt x="5064" y="21787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cs typeface="+mn-ea"/>
              </a:endParaRPr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1277519" y="3009537"/>
              <a:ext cx="1575096" cy="823709"/>
            </a:xfrm>
            <a:custGeom>
              <a:avLst/>
              <a:gdLst>
                <a:gd name="connsiteX0" fmla="*/ 26273 w 990146"/>
                <a:gd name="connsiteY0" fmla="*/ 18150 h 506557"/>
                <a:gd name="connsiteX1" fmla="*/ 269161 w 990146"/>
                <a:gd name="connsiteY1" fmla="*/ 253894 h 506557"/>
                <a:gd name="connsiteX2" fmla="*/ 419179 w 990146"/>
                <a:gd name="connsiteY2" fmla="*/ 413438 h 506557"/>
                <a:gd name="connsiteX3" fmla="*/ 476329 w 990146"/>
                <a:gd name="connsiteY3" fmla="*/ 506306 h 506557"/>
                <a:gd name="connsiteX4" fmla="*/ 554911 w 990146"/>
                <a:gd name="connsiteY4" fmla="*/ 432488 h 506557"/>
                <a:gd name="connsiteX5" fmla="*/ 771604 w 990146"/>
                <a:gd name="connsiteY5" fmla="*/ 206269 h 506557"/>
                <a:gd name="connsiteX6" fmla="*/ 954961 w 990146"/>
                <a:gd name="connsiteY6" fmla="*/ 37200 h 506557"/>
                <a:gd name="connsiteX7" fmla="*/ 26273 w 990146"/>
                <a:gd name="connsiteY7" fmla="*/ 18150 h 506557"/>
                <a:gd name="connsiteX0" fmla="*/ 27909 w 991782"/>
                <a:gd name="connsiteY0" fmla="*/ 730 h 489137"/>
                <a:gd name="connsiteX1" fmla="*/ 270797 w 991782"/>
                <a:gd name="connsiteY1" fmla="*/ 236474 h 489137"/>
                <a:gd name="connsiteX2" fmla="*/ 420815 w 991782"/>
                <a:gd name="connsiteY2" fmla="*/ 396018 h 489137"/>
                <a:gd name="connsiteX3" fmla="*/ 477965 w 991782"/>
                <a:gd name="connsiteY3" fmla="*/ 488886 h 489137"/>
                <a:gd name="connsiteX4" fmla="*/ 556547 w 991782"/>
                <a:gd name="connsiteY4" fmla="*/ 415068 h 489137"/>
                <a:gd name="connsiteX5" fmla="*/ 773240 w 991782"/>
                <a:gd name="connsiteY5" fmla="*/ 188849 h 489137"/>
                <a:gd name="connsiteX6" fmla="*/ 956597 w 991782"/>
                <a:gd name="connsiteY6" fmla="*/ 19780 h 489137"/>
                <a:gd name="connsiteX7" fmla="*/ 27909 w 991782"/>
                <a:gd name="connsiteY7" fmla="*/ 730 h 489137"/>
                <a:gd name="connsiteX0" fmla="*/ 26004 w 985616"/>
                <a:gd name="connsiteY0" fmla="*/ 19976 h 508383"/>
                <a:gd name="connsiteX1" fmla="*/ 268892 w 985616"/>
                <a:gd name="connsiteY1" fmla="*/ 255720 h 508383"/>
                <a:gd name="connsiteX2" fmla="*/ 418910 w 985616"/>
                <a:gd name="connsiteY2" fmla="*/ 415264 h 508383"/>
                <a:gd name="connsiteX3" fmla="*/ 476060 w 985616"/>
                <a:gd name="connsiteY3" fmla="*/ 508132 h 508383"/>
                <a:gd name="connsiteX4" fmla="*/ 554642 w 985616"/>
                <a:gd name="connsiteY4" fmla="*/ 434314 h 508383"/>
                <a:gd name="connsiteX5" fmla="*/ 771335 w 985616"/>
                <a:gd name="connsiteY5" fmla="*/ 208095 h 508383"/>
                <a:gd name="connsiteX6" fmla="*/ 949930 w 985616"/>
                <a:gd name="connsiteY6" fmla="*/ 34263 h 508383"/>
                <a:gd name="connsiteX7" fmla="*/ 26004 w 985616"/>
                <a:gd name="connsiteY7" fmla="*/ 19976 h 508383"/>
                <a:gd name="connsiteX0" fmla="*/ 26004 w 987464"/>
                <a:gd name="connsiteY0" fmla="*/ 18135 h 506542"/>
                <a:gd name="connsiteX1" fmla="*/ 268892 w 987464"/>
                <a:gd name="connsiteY1" fmla="*/ 253879 h 506542"/>
                <a:gd name="connsiteX2" fmla="*/ 418910 w 987464"/>
                <a:gd name="connsiteY2" fmla="*/ 413423 h 506542"/>
                <a:gd name="connsiteX3" fmla="*/ 476060 w 987464"/>
                <a:gd name="connsiteY3" fmla="*/ 506291 h 506542"/>
                <a:gd name="connsiteX4" fmla="*/ 554642 w 987464"/>
                <a:gd name="connsiteY4" fmla="*/ 432473 h 506542"/>
                <a:gd name="connsiteX5" fmla="*/ 771335 w 987464"/>
                <a:gd name="connsiteY5" fmla="*/ 206254 h 506542"/>
                <a:gd name="connsiteX6" fmla="*/ 949930 w 987464"/>
                <a:gd name="connsiteY6" fmla="*/ 32422 h 506542"/>
                <a:gd name="connsiteX7" fmla="*/ 26004 w 987464"/>
                <a:gd name="connsiteY7" fmla="*/ 18135 h 506542"/>
                <a:gd name="connsiteX0" fmla="*/ 26004 w 987464"/>
                <a:gd name="connsiteY0" fmla="*/ 7233 h 495640"/>
                <a:gd name="connsiteX1" fmla="*/ 268892 w 987464"/>
                <a:gd name="connsiteY1" fmla="*/ 242977 h 495640"/>
                <a:gd name="connsiteX2" fmla="*/ 418910 w 987464"/>
                <a:gd name="connsiteY2" fmla="*/ 402521 h 495640"/>
                <a:gd name="connsiteX3" fmla="*/ 476060 w 987464"/>
                <a:gd name="connsiteY3" fmla="*/ 495389 h 495640"/>
                <a:gd name="connsiteX4" fmla="*/ 554642 w 987464"/>
                <a:gd name="connsiteY4" fmla="*/ 421571 h 495640"/>
                <a:gd name="connsiteX5" fmla="*/ 771335 w 987464"/>
                <a:gd name="connsiteY5" fmla="*/ 195352 h 495640"/>
                <a:gd name="connsiteX6" fmla="*/ 949930 w 987464"/>
                <a:gd name="connsiteY6" fmla="*/ 21520 h 495640"/>
                <a:gd name="connsiteX7" fmla="*/ 26004 w 987464"/>
                <a:gd name="connsiteY7" fmla="*/ 7233 h 495640"/>
                <a:gd name="connsiteX0" fmla="*/ 26004 w 987464"/>
                <a:gd name="connsiteY0" fmla="*/ 0 h 488407"/>
                <a:gd name="connsiteX1" fmla="*/ 268892 w 987464"/>
                <a:gd name="connsiteY1" fmla="*/ 235744 h 488407"/>
                <a:gd name="connsiteX2" fmla="*/ 418910 w 987464"/>
                <a:gd name="connsiteY2" fmla="*/ 395288 h 488407"/>
                <a:gd name="connsiteX3" fmla="*/ 476060 w 987464"/>
                <a:gd name="connsiteY3" fmla="*/ 488156 h 488407"/>
                <a:gd name="connsiteX4" fmla="*/ 554642 w 987464"/>
                <a:gd name="connsiteY4" fmla="*/ 414338 h 488407"/>
                <a:gd name="connsiteX5" fmla="*/ 771335 w 987464"/>
                <a:gd name="connsiteY5" fmla="*/ 188119 h 488407"/>
                <a:gd name="connsiteX6" fmla="*/ 949930 w 987464"/>
                <a:gd name="connsiteY6" fmla="*/ 14287 h 488407"/>
                <a:gd name="connsiteX7" fmla="*/ 26004 w 987464"/>
                <a:gd name="connsiteY7" fmla="*/ 0 h 488407"/>
                <a:gd name="connsiteX0" fmla="*/ 26004 w 995974"/>
                <a:gd name="connsiteY0" fmla="*/ 2382 h 490789"/>
                <a:gd name="connsiteX1" fmla="*/ 268892 w 995974"/>
                <a:gd name="connsiteY1" fmla="*/ 238126 h 490789"/>
                <a:gd name="connsiteX2" fmla="*/ 418910 w 995974"/>
                <a:gd name="connsiteY2" fmla="*/ 397670 h 490789"/>
                <a:gd name="connsiteX3" fmla="*/ 476060 w 995974"/>
                <a:gd name="connsiteY3" fmla="*/ 490538 h 490789"/>
                <a:gd name="connsiteX4" fmla="*/ 554642 w 995974"/>
                <a:gd name="connsiteY4" fmla="*/ 416720 h 490789"/>
                <a:gd name="connsiteX5" fmla="*/ 771335 w 995974"/>
                <a:gd name="connsiteY5" fmla="*/ 190501 h 490789"/>
                <a:gd name="connsiteX6" fmla="*/ 959455 w 995974"/>
                <a:gd name="connsiteY6" fmla="*/ 0 h 490789"/>
                <a:gd name="connsiteX7" fmla="*/ 26004 w 995974"/>
                <a:gd name="connsiteY7" fmla="*/ 2382 h 490789"/>
                <a:gd name="connsiteX0" fmla="*/ 26004 w 959455"/>
                <a:gd name="connsiteY0" fmla="*/ 2382 h 490789"/>
                <a:gd name="connsiteX1" fmla="*/ 268892 w 959455"/>
                <a:gd name="connsiteY1" fmla="*/ 238126 h 490789"/>
                <a:gd name="connsiteX2" fmla="*/ 418910 w 959455"/>
                <a:gd name="connsiteY2" fmla="*/ 397670 h 490789"/>
                <a:gd name="connsiteX3" fmla="*/ 476060 w 959455"/>
                <a:gd name="connsiteY3" fmla="*/ 490538 h 490789"/>
                <a:gd name="connsiteX4" fmla="*/ 554642 w 959455"/>
                <a:gd name="connsiteY4" fmla="*/ 416720 h 490789"/>
                <a:gd name="connsiteX5" fmla="*/ 771335 w 959455"/>
                <a:gd name="connsiteY5" fmla="*/ 190501 h 490789"/>
                <a:gd name="connsiteX6" fmla="*/ 959455 w 959455"/>
                <a:gd name="connsiteY6" fmla="*/ 0 h 490789"/>
                <a:gd name="connsiteX7" fmla="*/ 26004 w 959455"/>
                <a:gd name="connsiteY7" fmla="*/ 2382 h 490789"/>
                <a:gd name="connsiteX0" fmla="*/ 0 w 933451"/>
                <a:gd name="connsiteY0" fmla="*/ 2382 h 490789"/>
                <a:gd name="connsiteX1" fmla="*/ 242888 w 933451"/>
                <a:gd name="connsiteY1" fmla="*/ 238126 h 490789"/>
                <a:gd name="connsiteX2" fmla="*/ 392906 w 933451"/>
                <a:gd name="connsiteY2" fmla="*/ 397670 h 490789"/>
                <a:gd name="connsiteX3" fmla="*/ 450056 w 933451"/>
                <a:gd name="connsiteY3" fmla="*/ 490538 h 490789"/>
                <a:gd name="connsiteX4" fmla="*/ 528638 w 933451"/>
                <a:gd name="connsiteY4" fmla="*/ 416720 h 490789"/>
                <a:gd name="connsiteX5" fmla="*/ 745331 w 933451"/>
                <a:gd name="connsiteY5" fmla="*/ 190501 h 490789"/>
                <a:gd name="connsiteX6" fmla="*/ 933451 w 933451"/>
                <a:gd name="connsiteY6" fmla="*/ 0 h 490789"/>
                <a:gd name="connsiteX7" fmla="*/ 0 w 933451"/>
                <a:gd name="connsiteY7" fmla="*/ 2382 h 490789"/>
                <a:gd name="connsiteX0" fmla="*/ 0 w 933451"/>
                <a:gd name="connsiteY0" fmla="*/ 2382 h 488425"/>
                <a:gd name="connsiteX1" fmla="*/ 242888 w 933451"/>
                <a:gd name="connsiteY1" fmla="*/ 238126 h 488425"/>
                <a:gd name="connsiteX2" fmla="*/ 392906 w 933451"/>
                <a:gd name="connsiteY2" fmla="*/ 397670 h 488425"/>
                <a:gd name="connsiteX3" fmla="*/ 469106 w 933451"/>
                <a:gd name="connsiteY3" fmla="*/ 488157 h 488425"/>
                <a:gd name="connsiteX4" fmla="*/ 528638 w 933451"/>
                <a:gd name="connsiteY4" fmla="*/ 416720 h 488425"/>
                <a:gd name="connsiteX5" fmla="*/ 745331 w 933451"/>
                <a:gd name="connsiteY5" fmla="*/ 190501 h 488425"/>
                <a:gd name="connsiteX6" fmla="*/ 933451 w 933451"/>
                <a:gd name="connsiteY6" fmla="*/ 0 h 488425"/>
                <a:gd name="connsiteX7" fmla="*/ 0 w 933451"/>
                <a:gd name="connsiteY7" fmla="*/ 2382 h 488425"/>
                <a:gd name="connsiteX0" fmla="*/ 0 w 933451"/>
                <a:gd name="connsiteY0" fmla="*/ 2382 h 488425"/>
                <a:gd name="connsiteX1" fmla="*/ 242888 w 933451"/>
                <a:gd name="connsiteY1" fmla="*/ 238126 h 488425"/>
                <a:gd name="connsiteX2" fmla="*/ 392906 w 933451"/>
                <a:gd name="connsiteY2" fmla="*/ 397670 h 488425"/>
                <a:gd name="connsiteX3" fmla="*/ 469106 w 933451"/>
                <a:gd name="connsiteY3" fmla="*/ 488157 h 488425"/>
                <a:gd name="connsiteX4" fmla="*/ 528638 w 933451"/>
                <a:gd name="connsiteY4" fmla="*/ 416720 h 488425"/>
                <a:gd name="connsiteX5" fmla="*/ 745331 w 933451"/>
                <a:gd name="connsiteY5" fmla="*/ 190501 h 488425"/>
                <a:gd name="connsiteX6" fmla="*/ 933451 w 933451"/>
                <a:gd name="connsiteY6" fmla="*/ 0 h 488425"/>
                <a:gd name="connsiteX7" fmla="*/ 0 w 933451"/>
                <a:gd name="connsiteY7" fmla="*/ 2382 h 488425"/>
                <a:gd name="connsiteX0" fmla="*/ 0 w 933451"/>
                <a:gd name="connsiteY0" fmla="*/ 2382 h 488368"/>
                <a:gd name="connsiteX1" fmla="*/ 242888 w 933451"/>
                <a:gd name="connsiteY1" fmla="*/ 238126 h 488368"/>
                <a:gd name="connsiteX2" fmla="*/ 392906 w 933451"/>
                <a:gd name="connsiteY2" fmla="*/ 397670 h 488368"/>
                <a:gd name="connsiteX3" fmla="*/ 469106 w 933451"/>
                <a:gd name="connsiteY3" fmla="*/ 488157 h 488368"/>
                <a:gd name="connsiteX4" fmla="*/ 552451 w 933451"/>
                <a:gd name="connsiteY4" fmla="*/ 373857 h 488368"/>
                <a:gd name="connsiteX5" fmla="*/ 745331 w 933451"/>
                <a:gd name="connsiteY5" fmla="*/ 190501 h 488368"/>
                <a:gd name="connsiteX6" fmla="*/ 933451 w 933451"/>
                <a:gd name="connsiteY6" fmla="*/ 0 h 488368"/>
                <a:gd name="connsiteX7" fmla="*/ 0 w 933451"/>
                <a:gd name="connsiteY7" fmla="*/ 2382 h 488368"/>
                <a:gd name="connsiteX0" fmla="*/ 0 w 933451"/>
                <a:gd name="connsiteY0" fmla="*/ 2382 h 488368"/>
                <a:gd name="connsiteX1" fmla="*/ 242888 w 933451"/>
                <a:gd name="connsiteY1" fmla="*/ 238126 h 488368"/>
                <a:gd name="connsiteX2" fmla="*/ 392906 w 933451"/>
                <a:gd name="connsiteY2" fmla="*/ 397670 h 488368"/>
                <a:gd name="connsiteX3" fmla="*/ 469106 w 933451"/>
                <a:gd name="connsiteY3" fmla="*/ 488157 h 488368"/>
                <a:gd name="connsiteX4" fmla="*/ 552451 w 933451"/>
                <a:gd name="connsiteY4" fmla="*/ 373857 h 488368"/>
                <a:gd name="connsiteX5" fmla="*/ 745331 w 933451"/>
                <a:gd name="connsiteY5" fmla="*/ 190501 h 488368"/>
                <a:gd name="connsiteX6" fmla="*/ 933451 w 933451"/>
                <a:gd name="connsiteY6" fmla="*/ 0 h 488368"/>
                <a:gd name="connsiteX7" fmla="*/ 0 w 933451"/>
                <a:gd name="connsiteY7" fmla="*/ 2382 h 488368"/>
                <a:gd name="connsiteX0" fmla="*/ 0 w 933451"/>
                <a:gd name="connsiteY0" fmla="*/ 2382 h 488368"/>
                <a:gd name="connsiteX1" fmla="*/ 242888 w 933451"/>
                <a:gd name="connsiteY1" fmla="*/ 238126 h 488368"/>
                <a:gd name="connsiteX2" fmla="*/ 392906 w 933451"/>
                <a:gd name="connsiteY2" fmla="*/ 397670 h 488368"/>
                <a:gd name="connsiteX3" fmla="*/ 469106 w 933451"/>
                <a:gd name="connsiteY3" fmla="*/ 488157 h 488368"/>
                <a:gd name="connsiteX4" fmla="*/ 552451 w 933451"/>
                <a:gd name="connsiteY4" fmla="*/ 373857 h 488368"/>
                <a:gd name="connsiteX5" fmla="*/ 745331 w 933451"/>
                <a:gd name="connsiteY5" fmla="*/ 190501 h 488368"/>
                <a:gd name="connsiteX6" fmla="*/ 933451 w 933451"/>
                <a:gd name="connsiteY6" fmla="*/ 0 h 488368"/>
                <a:gd name="connsiteX7" fmla="*/ 0 w 933451"/>
                <a:gd name="connsiteY7" fmla="*/ 2382 h 488368"/>
                <a:gd name="connsiteX0" fmla="*/ 0 w 933451"/>
                <a:gd name="connsiteY0" fmla="*/ 2382 h 488368"/>
                <a:gd name="connsiteX1" fmla="*/ 235745 w 933451"/>
                <a:gd name="connsiteY1" fmla="*/ 238126 h 488368"/>
                <a:gd name="connsiteX2" fmla="*/ 392906 w 933451"/>
                <a:gd name="connsiteY2" fmla="*/ 397670 h 488368"/>
                <a:gd name="connsiteX3" fmla="*/ 469106 w 933451"/>
                <a:gd name="connsiteY3" fmla="*/ 488157 h 488368"/>
                <a:gd name="connsiteX4" fmla="*/ 552451 w 933451"/>
                <a:gd name="connsiteY4" fmla="*/ 373857 h 488368"/>
                <a:gd name="connsiteX5" fmla="*/ 745331 w 933451"/>
                <a:gd name="connsiteY5" fmla="*/ 190501 h 488368"/>
                <a:gd name="connsiteX6" fmla="*/ 933451 w 933451"/>
                <a:gd name="connsiteY6" fmla="*/ 0 h 488368"/>
                <a:gd name="connsiteX7" fmla="*/ 0 w 933451"/>
                <a:gd name="connsiteY7" fmla="*/ 2382 h 488368"/>
                <a:gd name="connsiteX0" fmla="*/ 0 w 933451"/>
                <a:gd name="connsiteY0" fmla="*/ 2382 h 488172"/>
                <a:gd name="connsiteX1" fmla="*/ 235745 w 933451"/>
                <a:gd name="connsiteY1" fmla="*/ 238126 h 488172"/>
                <a:gd name="connsiteX2" fmla="*/ 376237 w 933451"/>
                <a:gd name="connsiteY2" fmla="*/ 366714 h 488172"/>
                <a:gd name="connsiteX3" fmla="*/ 469106 w 933451"/>
                <a:gd name="connsiteY3" fmla="*/ 488157 h 488172"/>
                <a:gd name="connsiteX4" fmla="*/ 552451 w 933451"/>
                <a:gd name="connsiteY4" fmla="*/ 373857 h 488172"/>
                <a:gd name="connsiteX5" fmla="*/ 745331 w 933451"/>
                <a:gd name="connsiteY5" fmla="*/ 190501 h 488172"/>
                <a:gd name="connsiteX6" fmla="*/ 933451 w 933451"/>
                <a:gd name="connsiteY6" fmla="*/ 0 h 488172"/>
                <a:gd name="connsiteX7" fmla="*/ 0 w 933451"/>
                <a:gd name="connsiteY7" fmla="*/ 2382 h 488172"/>
                <a:gd name="connsiteX0" fmla="*/ 0 w 933451"/>
                <a:gd name="connsiteY0" fmla="*/ 2382 h 488207"/>
                <a:gd name="connsiteX1" fmla="*/ 235745 w 933451"/>
                <a:gd name="connsiteY1" fmla="*/ 238126 h 488207"/>
                <a:gd name="connsiteX2" fmla="*/ 376237 w 933451"/>
                <a:gd name="connsiteY2" fmla="*/ 366714 h 488207"/>
                <a:gd name="connsiteX3" fmla="*/ 469106 w 933451"/>
                <a:gd name="connsiteY3" fmla="*/ 488157 h 488207"/>
                <a:gd name="connsiteX4" fmla="*/ 554833 w 933451"/>
                <a:gd name="connsiteY4" fmla="*/ 352426 h 488207"/>
                <a:gd name="connsiteX5" fmla="*/ 745331 w 933451"/>
                <a:gd name="connsiteY5" fmla="*/ 190501 h 488207"/>
                <a:gd name="connsiteX6" fmla="*/ 933451 w 933451"/>
                <a:gd name="connsiteY6" fmla="*/ 0 h 488207"/>
                <a:gd name="connsiteX7" fmla="*/ 0 w 933451"/>
                <a:gd name="connsiteY7" fmla="*/ 2382 h 488207"/>
                <a:gd name="connsiteX0" fmla="*/ 0 w 933451"/>
                <a:gd name="connsiteY0" fmla="*/ 2382 h 488207"/>
                <a:gd name="connsiteX1" fmla="*/ 235745 w 933451"/>
                <a:gd name="connsiteY1" fmla="*/ 238126 h 488207"/>
                <a:gd name="connsiteX2" fmla="*/ 376237 w 933451"/>
                <a:gd name="connsiteY2" fmla="*/ 366714 h 488207"/>
                <a:gd name="connsiteX3" fmla="*/ 469106 w 933451"/>
                <a:gd name="connsiteY3" fmla="*/ 488157 h 488207"/>
                <a:gd name="connsiteX4" fmla="*/ 554833 w 933451"/>
                <a:gd name="connsiteY4" fmla="*/ 352426 h 488207"/>
                <a:gd name="connsiteX5" fmla="*/ 745331 w 933451"/>
                <a:gd name="connsiteY5" fmla="*/ 190501 h 488207"/>
                <a:gd name="connsiteX6" fmla="*/ 933451 w 933451"/>
                <a:gd name="connsiteY6" fmla="*/ 0 h 488207"/>
                <a:gd name="connsiteX7" fmla="*/ 0 w 933451"/>
                <a:gd name="connsiteY7" fmla="*/ 2382 h 488207"/>
                <a:gd name="connsiteX0" fmla="*/ 0 w 933451"/>
                <a:gd name="connsiteY0" fmla="*/ 2382 h 488157"/>
                <a:gd name="connsiteX1" fmla="*/ 235745 w 933451"/>
                <a:gd name="connsiteY1" fmla="*/ 238126 h 488157"/>
                <a:gd name="connsiteX2" fmla="*/ 376237 w 933451"/>
                <a:gd name="connsiteY2" fmla="*/ 366714 h 488157"/>
                <a:gd name="connsiteX3" fmla="*/ 469106 w 933451"/>
                <a:gd name="connsiteY3" fmla="*/ 488157 h 488157"/>
                <a:gd name="connsiteX4" fmla="*/ 554833 w 933451"/>
                <a:gd name="connsiteY4" fmla="*/ 352426 h 488157"/>
                <a:gd name="connsiteX5" fmla="*/ 745331 w 933451"/>
                <a:gd name="connsiteY5" fmla="*/ 190501 h 488157"/>
                <a:gd name="connsiteX6" fmla="*/ 933451 w 933451"/>
                <a:gd name="connsiteY6" fmla="*/ 0 h 488157"/>
                <a:gd name="connsiteX7" fmla="*/ 0 w 933451"/>
                <a:gd name="connsiteY7" fmla="*/ 2382 h 488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3451" h="488157">
                  <a:moveTo>
                    <a:pt x="0" y="2382"/>
                  </a:moveTo>
                  <a:cubicBezTo>
                    <a:pt x="55562" y="77392"/>
                    <a:pt x="173039" y="177404"/>
                    <a:pt x="235745" y="238126"/>
                  </a:cubicBezTo>
                  <a:cubicBezTo>
                    <a:pt x="298451" y="298848"/>
                    <a:pt x="337344" y="325042"/>
                    <a:pt x="376237" y="366714"/>
                  </a:cubicBezTo>
                  <a:cubicBezTo>
                    <a:pt x="415130" y="408386"/>
                    <a:pt x="420290" y="488157"/>
                    <a:pt x="469106" y="488157"/>
                  </a:cubicBezTo>
                  <a:cubicBezTo>
                    <a:pt x="517922" y="488157"/>
                    <a:pt x="523083" y="402035"/>
                    <a:pt x="554833" y="352426"/>
                  </a:cubicBezTo>
                  <a:cubicBezTo>
                    <a:pt x="586583" y="302817"/>
                    <a:pt x="678656" y="256382"/>
                    <a:pt x="745331" y="190501"/>
                  </a:cubicBezTo>
                  <a:cubicBezTo>
                    <a:pt x="812006" y="124620"/>
                    <a:pt x="903290" y="69453"/>
                    <a:pt x="933451" y="0"/>
                  </a:cubicBezTo>
                  <a:cubicBezTo>
                    <a:pt x="575469" y="68659"/>
                    <a:pt x="332581" y="67865"/>
                    <a:pt x="0" y="238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cs typeface="+mn-ea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647481" y="1597933"/>
              <a:ext cx="2857720" cy="4274016"/>
              <a:chOff x="457037" y="1023995"/>
              <a:chExt cx="2371887" cy="3547404"/>
            </a:xfrm>
            <a:grpFill/>
          </p:grpSpPr>
          <p:sp>
            <p:nvSpPr>
              <p:cNvPr id="27" name="圆角矩形 26"/>
              <p:cNvSpPr/>
              <p:nvPr/>
            </p:nvSpPr>
            <p:spPr>
              <a:xfrm>
                <a:off x="744081" y="1193324"/>
                <a:ext cx="1780889" cy="2525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>
                <a:off x="709557" y="1110130"/>
                <a:ext cx="1866847" cy="252521"/>
              </a:xfrm>
              <a:prstGeom prst="roundRect">
                <a:avLst>
                  <a:gd name="adj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</a:endParaRPr>
              </a:p>
            </p:txBody>
          </p:sp>
          <p:sp>
            <p:nvSpPr>
              <p:cNvPr id="29" name="任意多边形 28"/>
              <p:cNvSpPr/>
              <p:nvPr/>
            </p:nvSpPr>
            <p:spPr>
              <a:xfrm>
                <a:off x="609216" y="1172343"/>
                <a:ext cx="957816" cy="3272796"/>
              </a:xfrm>
              <a:custGeom>
                <a:avLst/>
                <a:gdLst>
                  <a:gd name="connsiteX0" fmla="*/ 38 w 624974"/>
                  <a:gd name="connsiteY0" fmla="*/ 74612 h 2488535"/>
                  <a:gd name="connsiteX1" fmla="*/ 111163 w 624974"/>
                  <a:gd name="connsiteY1" fmla="*/ 681037 h 2488535"/>
                  <a:gd name="connsiteX2" fmla="*/ 571538 w 624974"/>
                  <a:gd name="connsiteY2" fmla="*/ 1144587 h 2488535"/>
                  <a:gd name="connsiteX3" fmla="*/ 577888 w 624974"/>
                  <a:gd name="connsiteY3" fmla="*/ 1335087 h 2488535"/>
                  <a:gd name="connsiteX4" fmla="*/ 234988 w 624974"/>
                  <a:gd name="connsiteY4" fmla="*/ 1636712 h 2488535"/>
                  <a:gd name="connsiteX5" fmla="*/ 3213 w 624974"/>
                  <a:gd name="connsiteY5" fmla="*/ 2411412 h 2488535"/>
                  <a:gd name="connsiteX6" fmla="*/ 104813 w 624974"/>
                  <a:gd name="connsiteY6" fmla="*/ 2401887 h 2488535"/>
                  <a:gd name="connsiteX7" fmla="*/ 177838 w 624974"/>
                  <a:gd name="connsiteY7" fmla="*/ 1890712 h 2488535"/>
                  <a:gd name="connsiteX8" fmla="*/ 565188 w 624974"/>
                  <a:gd name="connsiteY8" fmla="*/ 1398587 h 2488535"/>
                  <a:gd name="connsiteX9" fmla="*/ 568363 w 624974"/>
                  <a:gd name="connsiteY9" fmla="*/ 1049337 h 2488535"/>
                  <a:gd name="connsiteX10" fmla="*/ 174663 w 624974"/>
                  <a:gd name="connsiteY10" fmla="*/ 566737 h 2488535"/>
                  <a:gd name="connsiteX11" fmla="*/ 104813 w 624974"/>
                  <a:gd name="connsiteY11" fmla="*/ 65087 h 2488535"/>
                  <a:gd name="connsiteX12" fmla="*/ 38 w 624974"/>
                  <a:gd name="connsiteY12" fmla="*/ 74612 h 2488535"/>
                  <a:gd name="connsiteX0" fmla="*/ 38 w 624974"/>
                  <a:gd name="connsiteY0" fmla="*/ 74612 h 2488535"/>
                  <a:gd name="connsiteX1" fmla="*/ 111163 w 624974"/>
                  <a:gd name="connsiteY1" fmla="*/ 681037 h 2488535"/>
                  <a:gd name="connsiteX2" fmla="*/ 571538 w 624974"/>
                  <a:gd name="connsiteY2" fmla="*/ 1144587 h 2488535"/>
                  <a:gd name="connsiteX3" fmla="*/ 577888 w 624974"/>
                  <a:gd name="connsiteY3" fmla="*/ 1335087 h 2488535"/>
                  <a:gd name="connsiteX4" fmla="*/ 234988 w 624974"/>
                  <a:gd name="connsiteY4" fmla="*/ 1636712 h 2488535"/>
                  <a:gd name="connsiteX5" fmla="*/ 3213 w 624974"/>
                  <a:gd name="connsiteY5" fmla="*/ 2411412 h 2488535"/>
                  <a:gd name="connsiteX6" fmla="*/ 104813 w 624974"/>
                  <a:gd name="connsiteY6" fmla="*/ 2401887 h 2488535"/>
                  <a:gd name="connsiteX7" fmla="*/ 177838 w 624974"/>
                  <a:gd name="connsiteY7" fmla="*/ 1890712 h 2488535"/>
                  <a:gd name="connsiteX8" fmla="*/ 565188 w 624974"/>
                  <a:gd name="connsiteY8" fmla="*/ 1398587 h 2488535"/>
                  <a:gd name="connsiteX9" fmla="*/ 568363 w 624974"/>
                  <a:gd name="connsiteY9" fmla="*/ 1049337 h 2488535"/>
                  <a:gd name="connsiteX10" fmla="*/ 174663 w 624974"/>
                  <a:gd name="connsiteY10" fmla="*/ 566737 h 2488535"/>
                  <a:gd name="connsiteX11" fmla="*/ 104813 w 624974"/>
                  <a:gd name="connsiteY11" fmla="*/ 65087 h 2488535"/>
                  <a:gd name="connsiteX12" fmla="*/ 38 w 624974"/>
                  <a:gd name="connsiteY12" fmla="*/ 74612 h 2488535"/>
                  <a:gd name="connsiteX0" fmla="*/ 23714 w 648650"/>
                  <a:gd name="connsiteY0" fmla="*/ 43040 h 2456963"/>
                  <a:gd name="connsiteX1" fmla="*/ 134839 w 648650"/>
                  <a:gd name="connsiteY1" fmla="*/ 649465 h 2456963"/>
                  <a:gd name="connsiteX2" fmla="*/ 595214 w 648650"/>
                  <a:gd name="connsiteY2" fmla="*/ 1113015 h 2456963"/>
                  <a:gd name="connsiteX3" fmla="*/ 601564 w 648650"/>
                  <a:gd name="connsiteY3" fmla="*/ 1303515 h 2456963"/>
                  <a:gd name="connsiteX4" fmla="*/ 258664 w 648650"/>
                  <a:gd name="connsiteY4" fmla="*/ 1605140 h 2456963"/>
                  <a:gd name="connsiteX5" fmla="*/ 26889 w 648650"/>
                  <a:gd name="connsiteY5" fmla="*/ 2379840 h 2456963"/>
                  <a:gd name="connsiteX6" fmla="*/ 128489 w 648650"/>
                  <a:gd name="connsiteY6" fmla="*/ 2370315 h 2456963"/>
                  <a:gd name="connsiteX7" fmla="*/ 201514 w 648650"/>
                  <a:gd name="connsiteY7" fmla="*/ 1859140 h 2456963"/>
                  <a:gd name="connsiteX8" fmla="*/ 588864 w 648650"/>
                  <a:gd name="connsiteY8" fmla="*/ 1367015 h 2456963"/>
                  <a:gd name="connsiteX9" fmla="*/ 592039 w 648650"/>
                  <a:gd name="connsiteY9" fmla="*/ 1017765 h 2456963"/>
                  <a:gd name="connsiteX10" fmla="*/ 198339 w 648650"/>
                  <a:gd name="connsiteY10" fmla="*/ 535165 h 2456963"/>
                  <a:gd name="connsiteX11" fmla="*/ 128489 w 648650"/>
                  <a:gd name="connsiteY11" fmla="*/ 33515 h 2456963"/>
                  <a:gd name="connsiteX12" fmla="*/ 23714 w 648650"/>
                  <a:gd name="connsiteY12" fmla="*/ 43040 h 2456963"/>
                  <a:gd name="connsiteX0" fmla="*/ 25732 w 650668"/>
                  <a:gd name="connsiteY0" fmla="*/ 53052 h 2466975"/>
                  <a:gd name="connsiteX1" fmla="*/ 136857 w 650668"/>
                  <a:gd name="connsiteY1" fmla="*/ 659477 h 2466975"/>
                  <a:gd name="connsiteX2" fmla="*/ 597232 w 650668"/>
                  <a:gd name="connsiteY2" fmla="*/ 1123027 h 2466975"/>
                  <a:gd name="connsiteX3" fmla="*/ 603582 w 650668"/>
                  <a:gd name="connsiteY3" fmla="*/ 1313527 h 2466975"/>
                  <a:gd name="connsiteX4" fmla="*/ 260682 w 650668"/>
                  <a:gd name="connsiteY4" fmla="*/ 1615152 h 2466975"/>
                  <a:gd name="connsiteX5" fmla="*/ 28907 w 650668"/>
                  <a:gd name="connsiteY5" fmla="*/ 2389852 h 2466975"/>
                  <a:gd name="connsiteX6" fmla="*/ 130507 w 650668"/>
                  <a:gd name="connsiteY6" fmla="*/ 2380327 h 2466975"/>
                  <a:gd name="connsiteX7" fmla="*/ 203532 w 650668"/>
                  <a:gd name="connsiteY7" fmla="*/ 1869152 h 2466975"/>
                  <a:gd name="connsiteX8" fmla="*/ 590882 w 650668"/>
                  <a:gd name="connsiteY8" fmla="*/ 1377027 h 2466975"/>
                  <a:gd name="connsiteX9" fmla="*/ 594057 w 650668"/>
                  <a:gd name="connsiteY9" fmla="*/ 1027777 h 2466975"/>
                  <a:gd name="connsiteX10" fmla="*/ 200357 w 650668"/>
                  <a:gd name="connsiteY10" fmla="*/ 545177 h 2466975"/>
                  <a:gd name="connsiteX11" fmla="*/ 130507 w 650668"/>
                  <a:gd name="connsiteY11" fmla="*/ 43527 h 2466975"/>
                  <a:gd name="connsiteX12" fmla="*/ 25732 w 650668"/>
                  <a:gd name="connsiteY12" fmla="*/ 53052 h 2466975"/>
                  <a:gd name="connsiteX0" fmla="*/ 25732 w 650668"/>
                  <a:gd name="connsiteY0" fmla="*/ 44171 h 2458094"/>
                  <a:gd name="connsiteX1" fmla="*/ 136857 w 650668"/>
                  <a:gd name="connsiteY1" fmla="*/ 650596 h 2458094"/>
                  <a:gd name="connsiteX2" fmla="*/ 597232 w 650668"/>
                  <a:gd name="connsiteY2" fmla="*/ 1114146 h 2458094"/>
                  <a:gd name="connsiteX3" fmla="*/ 603582 w 650668"/>
                  <a:gd name="connsiteY3" fmla="*/ 1304646 h 2458094"/>
                  <a:gd name="connsiteX4" fmla="*/ 260682 w 650668"/>
                  <a:gd name="connsiteY4" fmla="*/ 1606271 h 2458094"/>
                  <a:gd name="connsiteX5" fmla="*/ 28907 w 650668"/>
                  <a:gd name="connsiteY5" fmla="*/ 2380971 h 2458094"/>
                  <a:gd name="connsiteX6" fmla="*/ 130507 w 650668"/>
                  <a:gd name="connsiteY6" fmla="*/ 2371446 h 2458094"/>
                  <a:gd name="connsiteX7" fmla="*/ 203532 w 650668"/>
                  <a:gd name="connsiteY7" fmla="*/ 1860271 h 2458094"/>
                  <a:gd name="connsiteX8" fmla="*/ 590882 w 650668"/>
                  <a:gd name="connsiteY8" fmla="*/ 1368146 h 2458094"/>
                  <a:gd name="connsiteX9" fmla="*/ 594057 w 650668"/>
                  <a:gd name="connsiteY9" fmla="*/ 1018896 h 2458094"/>
                  <a:gd name="connsiteX10" fmla="*/ 200357 w 650668"/>
                  <a:gd name="connsiteY10" fmla="*/ 536296 h 2458094"/>
                  <a:gd name="connsiteX11" fmla="*/ 130507 w 650668"/>
                  <a:gd name="connsiteY11" fmla="*/ 34646 h 2458094"/>
                  <a:gd name="connsiteX12" fmla="*/ 25732 w 650668"/>
                  <a:gd name="connsiteY12" fmla="*/ 44171 h 2458094"/>
                  <a:gd name="connsiteX0" fmla="*/ 25732 w 650668"/>
                  <a:gd name="connsiteY0" fmla="*/ 36942 h 2450865"/>
                  <a:gd name="connsiteX1" fmla="*/ 136857 w 650668"/>
                  <a:gd name="connsiteY1" fmla="*/ 643367 h 2450865"/>
                  <a:gd name="connsiteX2" fmla="*/ 597232 w 650668"/>
                  <a:gd name="connsiteY2" fmla="*/ 1106917 h 2450865"/>
                  <a:gd name="connsiteX3" fmla="*/ 603582 w 650668"/>
                  <a:gd name="connsiteY3" fmla="*/ 1297417 h 2450865"/>
                  <a:gd name="connsiteX4" fmla="*/ 260682 w 650668"/>
                  <a:gd name="connsiteY4" fmla="*/ 1599042 h 2450865"/>
                  <a:gd name="connsiteX5" fmla="*/ 28907 w 650668"/>
                  <a:gd name="connsiteY5" fmla="*/ 2373742 h 2450865"/>
                  <a:gd name="connsiteX6" fmla="*/ 130507 w 650668"/>
                  <a:gd name="connsiteY6" fmla="*/ 2364217 h 2450865"/>
                  <a:gd name="connsiteX7" fmla="*/ 203532 w 650668"/>
                  <a:gd name="connsiteY7" fmla="*/ 1853042 h 2450865"/>
                  <a:gd name="connsiteX8" fmla="*/ 590882 w 650668"/>
                  <a:gd name="connsiteY8" fmla="*/ 1360917 h 2450865"/>
                  <a:gd name="connsiteX9" fmla="*/ 594057 w 650668"/>
                  <a:gd name="connsiteY9" fmla="*/ 1011667 h 2450865"/>
                  <a:gd name="connsiteX10" fmla="*/ 200357 w 650668"/>
                  <a:gd name="connsiteY10" fmla="*/ 529067 h 2450865"/>
                  <a:gd name="connsiteX11" fmla="*/ 132888 w 650668"/>
                  <a:gd name="connsiteY11" fmla="*/ 36942 h 2450865"/>
                  <a:gd name="connsiteX12" fmla="*/ 25732 w 650668"/>
                  <a:gd name="connsiteY12" fmla="*/ 36942 h 2450865"/>
                  <a:gd name="connsiteX0" fmla="*/ 25732 w 650668"/>
                  <a:gd name="connsiteY0" fmla="*/ 38 h 2413961"/>
                  <a:gd name="connsiteX1" fmla="*/ 136857 w 650668"/>
                  <a:gd name="connsiteY1" fmla="*/ 606463 h 2413961"/>
                  <a:gd name="connsiteX2" fmla="*/ 597232 w 650668"/>
                  <a:gd name="connsiteY2" fmla="*/ 1070013 h 2413961"/>
                  <a:gd name="connsiteX3" fmla="*/ 603582 w 650668"/>
                  <a:gd name="connsiteY3" fmla="*/ 1260513 h 2413961"/>
                  <a:gd name="connsiteX4" fmla="*/ 260682 w 650668"/>
                  <a:gd name="connsiteY4" fmla="*/ 1562138 h 2413961"/>
                  <a:gd name="connsiteX5" fmla="*/ 28907 w 650668"/>
                  <a:gd name="connsiteY5" fmla="*/ 2336838 h 2413961"/>
                  <a:gd name="connsiteX6" fmla="*/ 130507 w 650668"/>
                  <a:gd name="connsiteY6" fmla="*/ 2327313 h 2413961"/>
                  <a:gd name="connsiteX7" fmla="*/ 203532 w 650668"/>
                  <a:gd name="connsiteY7" fmla="*/ 1816138 h 2413961"/>
                  <a:gd name="connsiteX8" fmla="*/ 590882 w 650668"/>
                  <a:gd name="connsiteY8" fmla="*/ 1324013 h 2413961"/>
                  <a:gd name="connsiteX9" fmla="*/ 594057 w 650668"/>
                  <a:gd name="connsiteY9" fmla="*/ 974763 h 2413961"/>
                  <a:gd name="connsiteX10" fmla="*/ 200357 w 650668"/>
                  <a:gd name="connsiteY10" fmla="*/ 492163 h 2413961"/>
                  <a:gd name="connsiteX11" fmla="*/ 132888 w 650668"/>
                  <a:gd name="connsiteY11" fmla="*/ 38 h 2413961"/>
                  <a:gd name="connsiteX12" fmla="*/ 25732 w 650668"/>
                  <a:gd name="connsiteY12" fmla="*/ 38 h 2413961"/>
                  <a:gd name="connsiteX0" fmla="*/ 39 w 624975"/>
                  <a:gd name="connsiteY0" fmla="*/ 38 h 2413961"/>
                  <a:gd name="connsiteX1" fmla="*/ 111164 w 624975"/>
                  <a:gd name="connsiteY1" fmla="*/ 606463 h 2413961"/>
                  <a:gd name="connsiteX2" fmla="*/ 571539 w 624975"/>
                  <a:gd name="connsiteY2" fmla="*/ 1070013 h 2413961"/>
                  <a:gd name="connsiteX3" fmla="*/ 577889 w 624975"/>
                  <a:gd name="connsiteY3" fmla="*/ 1260513 h 2413961"/>
                  <a:gd name="connsiteX4" fmla="*/ 234989 w 624975"/>
                  <a:gd name="connsiteY4" fmla="*/ 1562138 h 2413961"/>
                  <a:gd name="connsiteX5" fmla="*/ 3214 w 624975"/>
                  <a:gd name="connsiteY5" fmla="*/ 2336838 h 2413961"/>
                  <a:gd name="connsiteX6" fmla="*/ 104814 w 624975"/>
                  <a:gd name="connsiteY6" fmla="*/ 2327313 h 2413961"/>
                  <a:gd name="connsiteX7" fmla="*/ 177839 w 624975"/>
                  <a:gd name="connsiteY7" fmla="*/ 1816138 h 2413961"/>
                  <a:gd name="connsiteX8" fmla="*/ 565189 w 624975"/>
                  <a:gd name="connsiteY8" fmla="*/ 1324013 h 2413961"/>
                  <a:gd name="connsiteX9" fmla="*/ 568364 w 624975"/>
                  <a:gd name="connsiteY9" fmla="*/ 974763 h 2413961"/>
                  <a:gd name="connsiteX10" fmla="*/ 174664 w 624975"/>
                  <a:gd name="connsiteY10" fmla="*/ 492163 h 2413961"/>
                  <a:gd name="connsiteX11" fmla="*/ 107195 w 624975"/>
                  <a:gd name="connsiteY11" fmla="*/ 38 h 2413961"/>
                  <a:gd name="connsiteX12" fmla="*/ 39 w 624975"/>
                  <a:gd name="connsiteY12" fmla="*/ 38 h 2413961"/>
                  <a:gd name="connsiteX0" fmla="*/ 6356 w 631292"/>
                  <a:gd name="connsiteY0" fmla="*/ 38 h 2413961"/>
                  <a:gd name="connsiteX1" fmla="*/ 117481 w 631292"/>
                  <a:gd name="connsiteY1" fmla="*/ 606463 h 2413961"/>
                  <a:gd name="connsiteX2" fmla="*/ 577856 w 631292"/>
                  <a:gd name="connsiteY2" fmla="*/ 1070013 h 2413961"/>
                  <a:gd name="connsiteX3" fmla="*/ 584206 w 631292"/>
                  <a:gd name="connsiteY3" fmla="*/ 1260513 h 2413961"/>
                  <a:gd name="connsiteX4" fmla="*/ 241306 w 631292"/>
                  <a:gd name="connsiteY4" fmla="*/ 1562138 h 2413961"/>
                  <a:gd name="connsiteX5" fmla="*/ 9531 w 631292"/>
                  <a:gd name="connsiteY5" fmla="*/ 2336838 h 2413961"/>
                  <a:gd name="connsiteX6" fmla="*/ 111131 w 631292"/>
                  <a:gd name="connsiteY6" fmla="*/ 2327313 h 2413961"/>
                  <a:gd name="connsiteX7" fmla="*/ 184156 w 631292"/>
                  <a:gd name="connsiteY7" fmla="*/ 1816138 h 2413961"/>
                  <a:gd name="connsiteX8" fmla="*/ 571506 w 631292"/>
                  <a:gd name="connsiteY8" fmla="*/ 1324013 h 2413961"/>
                  <a:gd name="connsiteX9" fmla="*/ 574681 w 631292"/>
                  <a:gd name="connsiteY9" fmla="*/ 974763 h 2413961"/>
                  <a:gd name="connsiteX10" fmla="*/ 180981 w 631292"/>
                  <a:gd name="connsiteY10" fmla="*/ 492163 h 2413961"/>
                  <a:gd name="connsiteX11" fmla="*/ 113512 w 631292"/>
                  <a:gd name="connsiteY11" fmla="*/ 38 h 2413961"/>
                  <a:gd name="connsiteX12" fmla="*/ 6356 w 631292"/>
                  <a:gd name="connsiteY12" fmla="*/ 38 h 2413961"/>
                  <a:gd name="connsiteX0" fmla="*/ 6356 w 656707"/>
                  <a:gd name="connsiteY0" fmla="*/ 38 h 2413961"/>
                  <a:gd name="connsiteX1" fmla="*/ 117481 w 656707"/>
                  <a:gd name="connsiteY1" fmla="*/ 606463 h 2413961"/>
                  <a:gd name="connsiteX2" fmla="*/ 577856 w 656707"/>
                  <a:gd name="connsiteY2" fmla="*/ 1070013 h 2413961"/>
                  <a:gd name="connsiteX3" fmla="*/ 584206 w 656707"/>
                  <a:gd name="connsiteY3" fmla="*/ 1260513 h 2413961"/>
                  <a:gd name="connsiteX4" fmla="*/ 241306 w 656707"/>
                  <a:gd name="connsiteY4" fmla="*/ 1562138 h 2413961"/>
                  <a:gd name="connsiteX5" fmla="*/ 9531 w 656707"/>
                  <a:gd name="connsiteY5" fmla="*/ 2336838 h 2413961"/>
                  <a:gd name="connsiteX6" fmla="*/ 111131 w 656707"/>
                  <a:gd name="connsiteY6" fmla="*/ 2327313 h 2413961"/>
                  <a:gd name="connsiteX7" fmla="*/ 184156 w 656707"/>
                  <a:gd name="connsiteY7" fmla="*/ 1816138 h 2413961"/>
                  <a:gd name="connsiteX8" fmla="*/ 571506 w 656707"/>
                  <a:gd name="connsiteY8" fmla="*/ 1324013 h 2413961"/>
                  <a:gd name="connsiteX9" fmla="*/ 574681 w 656707"/>
                  <a:gd name="connsiteY9" fmla="*/ 974763 h 2413961"/>
                  <a:gd name="connsiteX10" fmla="*/ 180981 w 656707"/>
                  <a:gd name="connsiteY10" fmla="*/ 492163 h 2413961"/>
                  <a:gd name="connsiteX11" fmla="*/ 113512 w 656707"/>
                  <a:gd name="connsiteY11" fmla="*/ 38 h 2413961"/>
                  <a:gd name="connsiteX12" fmla="*/ 6356 w 656707"/>
                  <a:gd name="connsiteY12" fmla="*/ 38 h 2413961"/>
                  <a:gd name="connsiteX0" fmla="*/ 6356 w 621937"/>
                  <a:gd name="connsiteY0" fmla="*/ 38 h 2413961"/>
                  <a:gd name="connsiteX1" fmla="*/ 117481 w 621937"/>
                  <a:gd name="connsiteY1" fmla="*/ 606463 h 2413961"/>
                  <a:gd name="connsiteX2" fmla="*/ 577856 w 621937"/>
                  <a:gd name="connsiteY2" fmla="*/ 1070013 h 2413961"/>
                  <a:gd name="connsiteX3" fmla="*/ 555631 w 621937"/>
                  <a:gd name="connsiteY3" fmla="*/ 1281944 h 2413961"/>
                  <a:gd name="connsiteX4" fmla="*/ 241306 w 621937"/>
                  <a:gd name="connsiteY4" fmla="*/ 1562138 h 2413961"/>
                  <a:gd name="connsiteX5" fmla="*/ 9531 w 621937"/>
                  <a:gd name="connsiteY5" fmla="*/ 2336838 h 2413961"/>
                  <a:gd name="connsiteX6" fmla="*/ 111131 w 621937"/>
                  <a:gd name="connsiteY6" fmla="*/ 2327313 h 2413961"/>
                  <a:gd name="connsiteX7" fmla="*/ 184156 w 621937"/>
                  <a:gd name="connsiteY7" fmla="*/ 1816138 h 2413961"/>
                  <a:gd name="connsiteX8" fmla="*/ 571506 w 621937"/>
                  <a:gd name="connsiteY8" fmla="*/ 1324013 h 2413961"/>
                  <a:gd name="connsiteX9" fmla="*/ 574681 w 621937"/>
                  <a:gd name="connsiteY9" fmla="*/ 974763 h 2413961"/>
                  <a:gd name="connsiteX10" fmla="*/ 180981 w 621937"/>
                  <a:gd name="connsiteY10" fmla="*/ 492163 h 2413961"/>
                  <a:gd name="connsiteX11" fmla="*/ 113512 w 621937"/>
                  <a:gd name="connsiteY11" fmla="*/ 38 h 2413961"/>
                  <a:gd name="connsiteX12" fmla="*/ 6356 w 621937"/>
                  <a:gd name="connsiteY12" fmla="*/ 38 h 2413961"/>
                  <a:gd name="connsiteX0" fmla="*/ 6324 w 621905"/>
                  <a:gd name="connsiteY0" fmla="*/ 38 h 2413961"/>
                  <a:gd name="connsiteX1" fmla="*/ 117449 w 621905"/>
                  <a:gd name="connsiteY1" fmla="*/ 606463 h 2413961"/>
                  <a:gd name="connsiteX2" fmla="*/ 575442 w 621905"/>
                  <a:gd name="connsiteY2" fmla="*/ 1074775 h 2413961"/>
                  <a:gd name="connsiteX3" fmla="*/ 555599 w 621905"/>
                  <a:gd name="connsiteY3" fmla="*/ 1281944 h 2413961"/>
                  <a:gd name="connsiteX4" fmla="*/ 241274 w 621905"/>
                  <a:gd name="connsiteY4" fmla="*/ 1562138 h 2413961"/>
                  <a:gd name="connsiteX5" fmla="*/ 9499 w 621905"/>
                  <a:gd name="connsiteY5" fmla="*/ 2336838 h 2413961"/>
                  <a:gd name="connsiteX6" fmla="*/ 111099 w 621905"/>
                  <a:gd name="connsiteY6" fmla="*/ 2327313 h 2413961"/>
                  <a:gd name="connsiteX7" fmla="*/ 184124 w 621905"/>
                  <a:gd name="connsiteY7" fmla="*/ 1816138 h 2413961"/>
                  <a:gd name="connsiteX8" fmla="*/ 571474 w 621905"/>
                  <a:gd name="connsiteY8" fmla="*/ 1324013 h 2413961"/>
                  <a:gd name="connsiteX9" fmla="*/ 574649 w 621905"/>
                  <a:gd name="connsiteY9" fmla="*/ 974763 h 2413961"/>
                  <a:gd name="connsiteX10" fmla="*/ 180949 w 621905"/>
                  <a:gd name="connsiteY10" fmla="*/ 492163 h 2413961"/>
                  <a:gd name="connsiteX11" fmla="*/ 113480 w 621905"/>
                  <a:gd name="connsiteY11" fmla="*/ 38 h 2413961"/>
                  <a:gd name="connsiteX12" fmla="*/ 6324 w 621905"/>
                  <a:gd name="connsiteY12" fmla="*/ 38 h 2413961"/>
                  <a:gd name="connsiteX0" fmla="*/ 6324 w 643161"/>
                  <a:gd name="connsiteY0" fmla="*/ 38 h 2413961"/>
                  <a:gd name="connsiteX1" fmla="*/ 117449 w 643161"/>
                  <a:gd name="connsiteY1" fmla="*/ 606463 h 2413961"/>
                  <a:gd name="connsiteX2" fmla="*/ 575442 w 643161"/>
                  <a:gd name="connsiteY2" fmla="*/ 1074775 h 2413961"/>
                  <a:gd name="connsiteX3" fmla="*/ 555599 w 643161"/>
                  <a:gd name="connsiteY3" fmla="*/ 1281944 h 2413961"/>
                  <a:gd name="connsiteX4" fmla="*/ 241274 w 643161"/>
                  <a:gd name="connsiteY4" fmla="*/ 1562138 h 2413961"/>
                  <a:gd name="connsiteX5" fmla="*/ 9499 w 643161"/>
                  <a:gd name="connsiteY5" fmla="*/ 2336838 h 2413961"/>
                  <a:gd name="connsiteX6" fmla="*/ 111099 w 643161"/>
                  <a:gd name="connsiteY6" fmla="*/ 2327313 h 2413961"/>
                  <a:gd name="connsiteX7" fmla="*/ 184124 w 643161"/>
                  <a:gd name="connsiteY7" fmla="*/ 1816138 h 2413961"/>
                  <a:gd name="connsiteX8" fmla="*/ 571474 w 643161"/>
                  <a:gd name="connsiteY8" fmla="*/ 1324013 h 2413961"/>
                  <a:gd name="connsiteX9" fmla="*/ 574649 w 643161"/>
                  <a:gd name="connsiteY9" fmla="*/ 974763 h 2413961"/>
                  <a:gd name="connsiteX10" fmla="*/ 180949 w 643161"/>
                  <a:gd name="connsiteY10" fmla="*/ 492163 h 2413961"/>
                  <a:gd name="connsiteX11" fmla="*/ 113480 w 643161"/>
                  <a:gd name="connsiteY11" fmla="*/ 38 h 2413961"/>
                  <a:gd name="connsiteX12" fmla="*/ 6324 w 643161"/>
                  <a:gd name="connsiteY12" fmla="*/ 38 h 2413961"/>
                  <a:gd name="connsiteX0" fmla="*/ 6324 w 643161"/>
                  <a:gd name="connsiteY0" fmla="*/ 38 h 2413961"/>
                  <a:gd name="connsiteX1" fmla="*/ 117449 w 643161"/>
                  <a:gd name="connsiteY1" fmla="*/ 606463 h 2413961"/>
                  <a:gd name="connsiteX2" fmla="*/ 575442 w 643161"/>
                  <a:gd name="connsiteY2" fmla="*/ 1074775 h 2413961"/>
                  <a:gd name="connsiteX3" fmla="*/ 555599 w 643161"/>
                  <a:gd name="connsiteY3" fmla="*/ 1281944 h 2413961"/>
                  <a:gd name="connsiteX4" fmla="*/ 241274 w 643161"/>
                  <a:gd name="connsiteY4" fmla="*/ 1562138 h 2413961"/>
                  <a:gd name="connsiteX5" fmla="*/ 9499 w 643161"/>
                  <a:gd name="connsiteY5" fmla="*/ 2336838 h 2413961"/>
                  <a:gd name="connsiteX6" fmla="*/ 111099 w 643161"/>
                  <a:gd name="connsiteY6" fmla="*/ 2327313 h 2413961"/>
                  <a:gd name="connsiteX7" fmla="*/ 184124 w 643161"/>
                  <a:gd name="connsiteY7" fmla="*/ 1816138 h 2413961"/>
                  <a:gd name="connsiteX8" fmla="*/ 571474 w 643161"/>
                  <a:gd name="connsiteY8" fmla="*/ 1324013 h 2413961"/>
                  <a:gd name="connsiteX9" fmla="*/ 574649 w 643161"/>
                  <a:gd name="connsiteY9" fmla="*/ 974763 h 2413961"/>
                  <a:gd name="connsiteX10" fmla="*/ 180949 w 643161"/>
                  <a:gd name="connsiteY10" fmla="*/ 492163 h 2413961"/>
                  <a:gd name="connsiteX11" fmla="*/ 113480 w 643161"/>
                  <a:gd name="connsiteY11" fmla="*/ 38 h 2413961"/>
                  <a:gd name="connsiteX12" fmla="*/ 6324 w 643161"/>
                  <a:gd name="connsiteY12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55599 w 773882"/>
                  <a:gd name="connsiteY3" fmla="*/ 1281944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43693 w 773882"/>
                  <a:gd name="connsiteY3" fmla="*/ 1289087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43693 w 773882"/>
                  <a:gd name="connsiteY3" fmla="*/ 1289087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43693 w 773882"/>
                  <a:gd name="connsiteY3" fmla="*/ 1289087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624655 w 773882"/>
                  <a:gd name="connsiteY3" fmla="*/ 1246224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79411 w 773882"/>
                  <a:gd name="connsiteY3" fmla="*/ 1260512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79411 w 773882"/>
                  <a:gd name="connsiteY3" fmla="*/ 1260512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561614"/>
                  <a:gd name="connsiteX1" fmla="*/ 117449 w 773882"/>
                  <a:gd name="connsiteY1" fmla="*/ 606463 h 2561614"/>
                  <a:gd name="connsiteX2" fmla="*/ 575442 w 773882"/>
                  <a:gd name="connsiteY2" fmla="*/ 1074775 h 2561614"/>
                  <a:gd name="connsiteX3" fmla="*/ 579411 w 773882"/>
                  <a:gd name="connsiteY3" fmla="*/ 1260512 h 2561614"/>
                  <a:gd name="connsiteX4" fmla="*/ 241274 w 773882"/>
                  <a:gd name="connsiteY4" fmla="*/ 1562138 h 2561614"/>
                  <a:gd name="connsiteX5" fmla="*/ 9499 w 773882"/>
                  <a:gd name="connsiteY5" fmla="*/ 2336838 h 2561614"/>
                  <a:gd name="connsiteX6" fmla="*/ 111099 w 773882"/>
                  <a:gd name="connsiteY6" fmla="*/ 2327313 h 2561614"/>
                  <a:gd name="connsiteX7" fmla="*/ 184124 w 773882"/>
                  <a:gd name="connsiteY7" fmla="*/ 1816138 h 2561614"/>
                  <a:gd name="connsiteX8" fmla="*/ 571474 w 773882"/>
                  <a:gd name="connsiteY8" fmla="*/ 1324013 h 2561614"/>
                  <a:gd name="connsiteX9" fmla="*/ 773880 w 773882"/>
                  <a:gd name="connsiteY9" fmla="*/ 1142243 h 2561614"/>
                  <a:gd name="connsiteX10" fmla="*/ 574649 w 773882"/>
                  <a:gd name="connsiteY10" fmla="*/ 974763 h 2561614"/>
                  <a:gd name="connsiteX11" fmla="*/ 180949 w 773882"/>
                  <a:gd name="connsiteY11" fmla="*/ 492163 h 2561614"/>
                  <a:gd name="connsiteX12" fmla="*/ 113480 w 773882"/>
                  <a:gd name="connsiteY12" fmla="*/ 38 h 2561614"/>
                  <a:gd name="connsiteX13" fmla="*/ 6324 w 773882"/>
                  <a:gd name="connsiteY13" fmla="*/ 38 h 2561614"/>
                  <a:gd name="connsiteX0" fmla="*/ 6324 w 773882"/>
                  <a:gd name="connsiteY0" fmla="*/ 38 h 2409510"/>
                  <a:gd name="connsiteX1" fmla="*/ 117449 w 773882"/>
                  <a:gd name="connsiteY1" fmla="*/ 606463 h 2409510"/>
                  <a:gd name="connsiteX2" fmla="*/ 575442 w 773882"/>
                  <a:gd name="connsiteY2" fmla="*/ 1074775 h 2409510"/>
                  <a:gd name="connsiteX3" fmla="*/ 579411 w 773882"/>
                  <a:gd name="connsiteY3" fmla="*/ 1260512 h 2409510"/>
                  <a:gd name="connsiteX4" fmla="*/ 184124 w 773882"/>
                  <a:gd name="connsiteY4" fmla="*/ 1626432 h 2409510"/>
                  <a:gd name="connsiteX5" fmla="*/ 9499 w 773882"/>
                  <a:gd name="connsiteY5" fmla="*/ 2336838 h 2409510"/>
                  <a:gd name="connsiteX6" fmla="*/ 111099 w 773882"/>
                  <a:gd name="connsiteY6" fmla="*/ 2327313 h 2409510"/>
                  <a:gd name="connsiteX7" fmla="*/ 184124 w 773882"/>
                  <a:gd name="connsiteY7" fmla="*/ 1816138 h 2409510"/>
                  <a:gd name="connsiteX8" fmla="*/ 571474 w 773882"/>
                  <a:gd name="connsiteY8" fmla="*/ 1324013 h 2409510"/>
                  <a:gd name="connsiteX9" fmla="*/ 773880 w 773882"/>
                  <a:gd name="connsiteY9" fmla="*/ 1142243 h 2409510"/>
                  <a:gd name="connsiteX10" fmla="*/ 574649 w 773882"/>
                  <a:gd name="connsiteY10" fmla="*/ 974763 h 2409510"/>
                  <a:gd name="connsiteX11" fmla="*/ 180949 w 773882"/>
                  <a:gd name="connsiteY11" fmla="*/ 492163 h 2409510"/>
                  <a:gd name="connsiteX12" fmla="*/ 113480 w 773882"/>
                  <a:gd name="connsiteY12" fmla="*/ 38 h 2409510"/>
                  <a:gd name="connsiteX13" fmla="*/ 6324 w 773882"/>
                  <a:gd name="connsiteY13" fmla="*/ 38 h 2409510"/>
                  <a:gd name="connsiteX0" fmla="*/ 6324 w 773882"/>
                  <a:gd name="connsiteY0" fmla="*/ 38 h 2409510"/>
                  <a:gd name="connsiteX1" fmla="*/ 117449 w 773882"/>
                  <a:gd name="connsiteY1" fmla="*/ 606463 h 2409510"/>
                  <a:gd name="connsiteX2" fmla="*/ 575442 w 773882"/>
                  <a:gd name="connsiteY2" fmla="*/ 1074775 h 2409510"/>
                  <a:gd name="connsiteX3" fmla="*/ 579411 w 773882"/>
                  <a:gd name="connsiteY3" fmla="*/ 1260512 h 2409510"/>
                  <a:gd name="connsiteX4" fmla="*/ 184124 w 773882"/>
                  <a:gd name="connsiteY4" fmla="*/ 1626432 h 2409510"/>
                  <a:gd name="connsiteX5" fmla="*/ 9499 w 773882"/>
                  <a:gd name="connsiteY5" fmla="*/ 2336838 h 2409510"/>
                  <a:gd name="connsiteX6" fmla="*/ 111099 w 773882"/>
                  <a:gd name="connsiteY6" fmla="*/ 2327313 h 2409510"/>
                  <a:gd name="connsiteX7" fmla="*/ 184124 w 773882"/>
                  <a:gd name="connsiteY7" fmla="*/ 1816138 h 2409510"/>
                  <a:gd name="connsiteX8" fmla="*/ 571474 w 773882"/>
                  <a:gd name="connsiteY8" fmla="*/ 1324013 h 2409510"/>
                  <a:gd name="connsiteX9" fmla="*/ 773880 w 773882"/>
                  <a:gd name="connsiteY9" fmla="*/ 1142243 h 2409510"/>
                  <a:gd name="connsiteX10" fmla="*/ 574649 w 773882"/>
                  <a:gd name="connsiteY10" fmla="*/ 974763 h 2409510"/>
                  <a:gd name="connsiteX11" fmla="*/ 180949 w 773882"/>
                  <a:gd name="connsiteY11" fmla="*/ 492163 h 2409510"/>
                  <a:gd name="connsiteX12" fmla="*/ 113480 w 773882"/>
                  <a:gd name="connsiteY12" fmla="*/ 38 h 2409510"/>
                  <a:gd name="connsiteX13" fmla="*/ 6324 w 773882"/>
                  <a:gd name="connsiteY13" fmla="*/ 38 h 2409510"/>
                  <a:gd name="connsiteX0" fmla="*/ 6324 w 773882"/>
                  <a:gd name="connsiteY0" fmla="*/ 38 h 2407548"/>
                  <a:gd name="connsiteX1" fmla="*/ 117449 w 773882"/>
                  <a:gd name="connsiteY1" fmla="*/ 606463 h 2407548"/>
                  <a:gd name="connsiteX2" fmla="*/ 575442 w 773882"/>
                  <a:gd name="connsiteY2" fmla="*/ 1074775 h 2407548"/>
                  <a:gd name="connsiteX3" fmla="*/ 579411 w 773882"/>
                  <a:gd name="connsiteY3" fmla="*/ 1260512 h 2407548"/>
                  <a:gd name="connsiteX4" fmla="*/ 184124 w 773882"/>
                  <a:gd name="connsiteY4" fmla="*/ 1626432 h 2407548"/>
                  <a:gd name="connsiteX5" fmla="*/ 9499 w 773882"/>
                  <a:gd name="connsiteY5" fmla="*/ 2336838 h 2407548"/>
                  <a:gd name="connsiteX6" fmla="*/ 111099 w 773882"/>
                  <a:gd name="connsiteY6" fmla="*/ 2327313 h 2407548"/>
                  <a:gd name="connsiteX7" fmla="*/ 184124 w 773882"/>
                  <a:gd name="connsiteY7" fmla="*/ 1816138 h 2407548"/>
                  <a:gd name="connsiteX8" fmla="*/ 571474 w 773882"/>
                  <a:gd name="connsiteY8" fmla="*/ 1324013 h 2407548"/>
                  <a:gd name="connsiteX9" fmla="*/ 773880 w 773882"/>
                  <a:gd name="connsiteY9" fmla="*/ 1142243 h 2407548"/>
                  <a:gd name="connsiteX10" fmla="*/ 574649 w 773882"/>
                  <a:gd name="connsiteY10" fmla="*/ 974763 h 2407548"/>
                  <a:gd name="connsiteX11" fmla="*/ 180949 w 773882"/>
                  <a:gd name="connsiteY11" fmla="*/ 492163 h 2407548"/>
                  <a:gd name="connsiteX12" fmla="*/ 113480 w 773882"/>
                  <a:gd name="connsiteY12" fmla="*/ 38 h 2407548"/>
                  <a:gd name="connsiteX13" fmla="*/ 6324 w 773882"/>
                  <a:gd name="connsiteY13" fmla="*/ 38 h 2407548"/>
                  <a:gd name="connsiteX0" fmla="*/ 6324 w 773882"/>
                  <a:gd name="connsiteY0" fmla="*/ 38 h 2367963"/>
                  <a:gd name="connsiteX1" fmla="*/ 117449 w 773882"/>
                  <a:gd name="connsiteY1" fmla="*/ 606463 h 2367963"/>
                  <a:gd name="connsiteX2" fmla="*/ 575442 w 773882"/>
                  <a:gd name="connsiteY2" fmla="*/ 1074775 h 2367963"/>
                  <a:gd name="connsiteX3" fmla="*/ 579411 w 773882"/>
                  <a:gd name="connsiteY3" fmla="*/ 1260512 h 2367963"/>
                  <a:gd name="connsiteX4" fmla="*/ 184124 w 773882"/>
                  <a:gd name="connsiteY4" fmla="*/ 1626432 h 2367963"/>
                  <a:gd name="connsiteX5" fmla="*/ 9499 w 773882"/>
                  <a:gd name="connsiteY5" fmla="*/ 2336838 h 2367963"/>
                  <a:gd name="connsiteX6" fmla="*/ 111099 w 773882"/>
                  <a:gd name="connsiteY6" fmla="*/ 2327313 h 2367963"/>
                  <a:gd name="connsiteX7" fmla="*/ 184124 w 773882"/>
                  <a:gd name="connsiteY7" fmla="*/ 1816138 h 2367963"/>
                  <a:gd name="connsiteX8" fmla="*/ 571474 w 773882"/>
                  <a:gd name="connsiteY8" fmla="*/ 1324013 h 2367963"/>
                  <a:gd name="connsiteX9" fmla="*/ 773880 w 773882"/>
                  <a:gd name="connsiteY9" fmla="*/ 1142243 h 2367963"/>
                  <a:gd name="connsiteX10" fmla="*/ 574649 w 773882"/>
                  <a:gd name="connsiteY10" fmla="*/ 974763 h 2367963"/>
                  <a:gd name="connsiteX11" fmla="*/ 180949 w 773882"/>
                  <a:gd name="connsiteY11" fmla="*/ 492163 h 2367963"/>
                  <a:gd name="connsiteX12" fmla="*/ 113480 w 773882"/>
                  <a:gd name="connsiteY12" fmla="*/ 38 h 2367963"/>
                  <a:gd name="connsiteX13" fmla="*/ 6324 w 773882"/>
                  <a:gd name="connsiteY13" fmla="*/ 38 h 2367963"/>
                  <a:gd name="connsiteX0" fmla="*/ 6324 w 773882"/>
                  <a:gd name="connsiteY0" fmla="*/ 38 h 2336838"/>
                  <a:gd name="connsiteX1" fmla="*/ 117449 w 773882"/>
                  <a:gd name="connsiteY1" fmla="*/ 606463 h 2336838"/>
                  <a:gd name="connsiteX2" fmla="*/ 575442 w 773882"/>
                  <a:gd name="connsiteY2" fmla="*/ 1074775 h 2336838"/>
                  <a:gd name="connsiteX3" fmla="*/ 579411 w 773882"/>
                  <a:gd name="connsiteY3" fmla="*/ 1260512 h 2336838"/>
                  <a:gd name="connsiteX4" fmla="*/ 184124 w 773882"/>
                  <a:gd name="connsiteY4" fmla="*/ 1626432 h 2336838"/>
                  <a:gd name="connsiteX5" fmla="*/ 9499 w 773882"/>
                  <a:gd name="connsiteY5" fmla="*/ 2336838 h 2336838"/>
                  <a:gd name="connsiteX6" fmla="*/ 111099 w 773882"/>
                  <a:gd name="connsiteY6" fmla="*/ 2327313 h 2336838"/>
                  <a:gd name="connsiteX7" fmla="*/ 184124 w 773882"/>
                  <a:gd name="connsiteY7" fmla="*/ 1816138 h 2336838"/>
                  <a:gd name="connsiteX8" fmla="*/ 571474 w 773882"/>
                  <a:gd name="connsiteY8" fmla="*/ 1324013 h 2336838"/>
                  <a:gd name="connsiteX9" fmla="*/ 773880 w 773882"/>
                  <a:gd name="connsiteY9" fmla="*/ 1142243 h 2336838"/>
                  <a:gd name="connsiteX10" fmla="*/ 574649 w 773882"/>
                  <a:gd name="connsiteY10" fmla="*/ 974763 h 2336838"/>
                  <a:gd name="connsiteX11" fmla="*/ 180949 w 773882"/>
                  <a:gd name="connsiteY11" fmla="*/ 492163 h 2336838"/>
                  <a:gd name="connsiteX12" fmla="*/ 113480 w 773882"/>
                  <a:gd name="connsiteY12" fmla="*/ 38 h 2336838"/>
                  <a:gd name="connsiteX13" fmla="*/ 6324 w 773882"/>
                  <a:gd name="connsiteY13" fmla="*/ 38 h 2336838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80949 w 773881"/>
                  <a:gd name="connsiteY11" fmla="*/ 492163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5"/>
                  <a:gd name="connsiteY0" fmla="*/ 38 h 2343129"/>
                  <a:gd name="connsiteX1" fmla="*/ 117449 w 773885"/>
                  <a:gd name="connsiteY1" fmla="*/ 606463 h 2343129"/>
                  <a:gd name="connsiteX2" fmla="*/ 575442 w 773885"/>
                  <a:gd name="connsiteY2" fmla="*/ 1074775 h 2343129"/>
                  <a:gd name="connsiteX3" fmla="*/ 579411 w 773885"/>
                  <a:gd name="connsiteY3" fmla="*/ 1260512 h 2343129"/>
                  <a:gd name="connsiteX4" fmla="*/ 184124 w 773885"/>
                  <a:gd name="connsiteY4" fmla="*/ 1626432 h 2343129"/>
                  <a:gd name="connsiteX5" fmla="*/ 9499 w 773885"/>
                  <a:gd name="connsiteY5" fmla="*/ 2336838 h 2343129"/>
                  <a:gd name="connsiteX6" fmla="*/ 113480 w 773885"/>
                  <a:gd name="connsiteY6" fmla="*/ 2341600 h 2343129"/>
                  <a:gd name="connsiteX7" fmla="*/ 184124 w 773885"/>
                  <a:gd name="connsiteY7" fmla="*/ 1816138 h 2343129"/>
                  <a:gd name="connsiteX8" fmla="*/ 571474 w 773885"/>
                  <a:gd name="connsiteY8" fmla="*/ 1324013 h 2343129"/>
                  <a:gd name="connsiteX9" fmla="*/ 773880 w 773885"/>
                  <a:gd name="connsiteY9" fmla="*/ 1142243 h 2343129"/>
                  <a:gd name="connsiteX10" fmla="*/ 553218 w 773885"/>
                  <a:gd name="connsiteY10" fmla="*/ 986670 h 2343129"/>
                  <a:gd name="connsiteX11" fmla="*/ 180949 w 773885"/>
                  <a:gd name="connsiteY11" fmla="*/ 492163 h 2343129"/>
                  <a:gd name="connsiteX12" fmla="*/ 113480 w 773885"/>
                  <a:gd name="connsiteY12" fmla="*/ 38 h 2343129"/>
                  <a:gd name="connsiteX13" fmla="*/ 6324 w 773885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23799 w 773881"/>
                  <a:gd name="connsiteY11" fmla="*/ 504069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0837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0837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0837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690539"/>
                  <a:gd name="connsiteY0" fmla="*/ 38 h 2343129"/>
                  <a:gd name="connsiteX1" fmla="*/ 117449 w 690539"/>
                  <a:gd name="connsiteY1" fmla="*/ 606463 h 2343129"/>
                  <a:gd name="connsiteX2" fmla="*/ 575442 w 690539"/>
                  <a:gd name="connsiteY2" fmla="*/ 1074775 h 2343129"/>
                  <a:gd name="connsiteX3" fmla="*/ 579411 w 690539"/>
                  <a:gd name="connsiteY3" fmla="*/ 1260512 h 2343129"/>
                  <a:gd name="connsiteX4" fmla="*/ 184124 w 690539"/>
                  <a:gd name="connsiteY4" fmla="*/ 1626432 h 2343129"/>
                  <a:gd name="connsiteX5" fmla="*/ 9499 w 690539"/>
                  <a:gd name="connsiteY5" fmla="*/ 2336838 h 2343129"/>
                  <a:gd name="connsiteX6" fmla="*/ 113480 w 690539"/>
                  <a:gd name="connsiteY6" fmla="*/ 2341600 h 2343129"/>
                  <a:gd name="connsiteX7" fmla="*/ 184124 w 690539"/>
                  <a:gd name="connsiteY7" fmla="*/ 1816138 h 2343129"/>
                  <a:gd name="connsiteX8" fmla="*/ 571474 w 690539"/>
                  <a:gd name="connsiteY8" fmla="*/ 1324013 h 2343129"/>
                  <a:gd name="connsiteX9" fmla="*/ 690536 w 690539"/>
                  <a:gd name="connsiteY9" fmla="*/ 1144624 h 2343129"/>
                  <a:gd name="connsiteX10" fmla="*/ 550837 w 690539"/>
                  <a:gd name="connsiteY10" fmla="*/ 986670 h 2343129"/>
                  <a:gd name="connsiteX11" fmla="*/ 176186 w 690539"/>
                  <a:gd name="connsiteY11" fmla="*/ 535025 h 2343129"/>
                  <a:gd name="connsiteX12" fmla="*/ 113480 w 690539"/>
                  <a:gd name="connsiteY12" fmla="*/ 38 h 2343129"/>
                  <a:gd name="connsiteX13" fmla="*/ 6324 w 690539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71474 w 690541"/>
                  <a:gd name="connsiteY8" fmla="*/ 1324013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48405 w 690541"/>
                  <a:gd name="connsiteY7" fmla="*/ 1806613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11943 w 690541"/>
                  <a:gd name="connsiteY8" fmla="*/ 1343063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16706 w 690541"/>
                  <a:gd name="connsiteY8" fmla="*/ 1376400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16706 w 690541"/>
                  <a:gd name="connsiteY8" fmla="*/ 1376400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16706 w 690541"/>
                  <a:gd name="connsiteY8" fmla="*/ 1376400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5435 w 689652"/>
                  <a:gd name="connsiteY0" fmla="*/ 38 h 2343129"/>
                  <a:gd name="connsiteX1" fmla="*/ 116560 w 689652"/>
                  <a:gd name="connsiteY1" fmla="*/ 606463 h 2343129"/>
                  <a:gd name="connsiteX2" fmla="*/ 503116 w 689652"/>
                  <a:gd name="connsiteY2" fmla="*/ 1017625 h 2343129"/>
                  <a:gd name="connsiteX3" fmla="*/ 578522 w 689652"/>
                  <a:gd name="connsiteY3" fmla="*/ 1260512 h 2343129"/>
                  <a:gd name="connsiteX4" fmla="*/ 183235 w 689652"/>
                  <a:gd name="connsiteY4" fmla="*/ 1626432 h 2343129"/>
                  <a:gd name="connsiteX5" fmla="*/ 8610 w 689652"/>
                  <a:gd name="connsiteY5" fmla="*/ 2336838 h 2343129"/>
                  <a:gd name="connsiteX6" fmla="*/ 112591 w 689652"/>
                  <a:gd name="connsiteY6" fmla="*/ 2341600 h 2343129"/>
                  <a:gd name="connsiteX7" fmla="*/ 173710 w 689652"/>
                  <a:gd name="connsiteY7" fmla="*/ 1813757 h 2343129"/>
                  <a:gd name="connsiteX8" fmla="*/ 515817 w 689652"/>
                  <a:gd name="connsiteY8" fmla="*/ 1376400 h 2343129"/>
                  <a:gd name="connsiteX9" fmla="*/ 689647 w 689652"/>
                  <a:gd name="connsiteY9" fmla="*/ 1144624 h 2343129"/>
                  <a:gd name="connsiteX10" fmla="*/ 549948 w 689652"/>
                  <a:gd name="connsiteY10" fmla="*/ 986670 h 2343129"/>
                  <a:gd name="connsiteX11" fmla="*/ 175297 w 689652"/>
                  <a:gd name="connsiteY11" fmla="*/ 535025 h 2343129"/>
                  <a:gd name="connsiteX12" fmla="*/ 112591 w 689652"/>
                  <a:gd name="connsiteY12" fmla="*/ 38 h 2343129"/>
                  <a:gd name="connsiteX13" fmla="*/ 5435 w 689652"/>
                  <a:gd name="connsiteY13" fmla="*/ 38 h 2343129"/>
                  <a:gd name="connsiteX0" fmla="*/ 5435 w 689652"/>
                  <a:gd name="connsiteY0" fmla="*/ 38 h 2343129"/>
                  <a:gd name="connsiteX1" fmla="*/ 116560 w 689652"/>
                  <a:gd name="connsiteY1" fmla="*/ 606463 h 2343129"/>
                  <a:gd name="connsiteX2" fmla="*/ 503116 w 689652"/>
                  <a:gd name="connsiteY2" fmla="*/ 1017625 h 2343129"/>
                  <a:gd name="connsiteX3" fmla="*/ 578522 w 689652"/>
                  <a:gd name="connsiteY3" fmla="*/ 1260512 h 2343129"/>
                  <a:gd name="connsiteX4" fmla="*/ 183235 w 689652"/>
                  <a:gd name="connsiteY4" fmla="*/ 1626432 h 2343129"/>
                  <a:gd name="connsiteX5" fmla="*/ 8610 w 689652"/>
                  <a:gd name="connsiteY5" fmla="*/ 2336838 h 2343129"/>
                  <a:gd name="connsiteX6" fmla="*/ 112591 w 689652"/>
                  <a:gd name="connsiteY6" fmla="*/ 2341600 h 2343129"/>
                  <a:gd name="connsiteX7" fmla="*/ 173710 w 689652"/>
                  <a:gd name="connsiteY7" fmla="*/ 1813757 h 2343129"/>
                  <a:gd name="connsiteX8" fmla="*/ 515817 w 689652"/>
                  <a:gd name="connsiteY8" fmla="*/ 1376400 h 2343129"/>
                  <a:gd name="connsiteX9" fmla="*/ 689647 w 689652"/>
                  <a:gd name="connsiteY9" fmla="*/ 1144624 h 2343129"/>
                  <a:gd name="connsiteX10" fmla="*/ 549948 w 689652"/>
                  <a:gd name="connsiteY10" fmla="*/ 986670 h 2343129"/>
                  <a:gd name="connsiteX11" fmla="*/ 175297 w 689652"/>
                  <a:gd name="connsiteY11" fmla="*/ 535025 h 2343129"/>
                  <a:gd name="connsiteX12" fmla="*/ 112591 w 689652"/>
                  <a:gd name="connsiteY12" fmla="*/ 38 h 2343129"/>
                  <a:gd name="connsiteX13" fmla="*/ 5435 w 689652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79119 w 690249"/>
                  <a:gd name="connsiteY3" fmla="*/ 1260512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79119 w 690249"/>
                  <a:gd name="connsiteY3" fmla="*/ 1260512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79119 w 690249"/>
                  <a:gd name="connsiteY3" fmla="*/ 1260512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79119 w 690249"/>
                  <a:gd name="connsiteY3" fmla="*/ 1260512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12817 w 697034"/>
                  <a:gd name="connsiteY0" fmla="*/ 38 h 2343129"/>
                  <a:gd name="connsiteX1" fmla="*/ 123942 w 697034"/>
                  <a:gd name="connsiteY1" fmla="*/ 606463 h 2343129"/>
                  <a:gd name="connsiteX2" fmla="*/ 560505 w 697034"/>
                  <a:gd name="connsiteY2" fmla="*/ 1060487 h 2343129"/>
                  <a:gd name="connsiteX3" fmla="*/ 559710 w 697034"/>
                  <a:gd name="connsiteY3" fmla="*/ 1272418 h 2343129"/>
                  <a:gd name="connsiteX4" fmla="*/ 131085 w 697034"/>
                  <a:gd name="connsiteY4" fmla="*/ 1719301 h 2343129"/>
                  <a:gd name="connsiteX5" fmla="*/ 15992 w 697034"/>
                  <a:gd name="connsiteY5" fmla="*/ 2336838 h 2343129"/>
                  <a:gd name="connsiteX6" fmla="*/ 119973 w 697034"/>
                  <a:gd name="connsiteY6" fmla="*/ 2341600 h 2343129"/>
                  <a:gd name="connsiteX7" fmla="*/ 181092 w 697034"/>
                  <a:gd name="connsiteY7" fmla="*/ 1813757 h 2343129"/>
                  <a:gd name="connsiteX8" fmla="*/ 523199 w 697034"/>
                  <a:gd name="connsiteY8" fmla="*/ 1376400 h 2343129"/>
                  <a:gd name="connsiteX9" fmla="*/ 697029 w 697034"/>
                  <a:gd name="connsiteY9" fmla="*/ 1144624 h 2343129"/>
                  <a:gd name="connsiteX10" fmla="*/ 557330 w 697034"/>
                  <a:gd name="connsiteY10" fmla="*/ 986670 h 2343129"/>
                  <a:gd name="connsiteX11" fmla="*/ 182679 w 697034"/>
                  <a:gd name="connsiteY11" fmla="*/ 535025 h 2343129"/>
                  <a:gd name="connsiteX12" fmla="*/ 119973 w 697034"/>
                  <a:gd name="connsiteY12" fmla="*/ 38 h 2343129"/>
                  <a:gd name="connsiteX13" fmla="*/ 12817 w 697034"/>
                  <a:gd name="connsiteY13" fmla="*/ 38 h 2343129"/>
                  <a:gd name="connsiteX0" fmla="*/ 12130 w 696347"/>
                  <a:gd name="connsiteY0" fmla="*/ 38 h 2343129"/>
                  <a:gd name="connsiteX1" fmla="*/ 123255 w 696347"/>
                  <a:gd name="connsiteY1" fmla="*/ 606463 h 2343129"/>
                  <a:gd name="connsiteX2" fmla="*/ 559818 w 696347"/>
                  <a:gd name="connsiteY2" fmla="*/ 1060487 h 2343129"/>
                  <a:gd name="connsiteX3" fmla="*/ 559023 w 696347"/>
                  <a:gd name="connsiteY3" fmla="*/ 1272418 h 2343129"/>
                  <a:gd name="connsiteX4" fmla="*/ 130398 w 696347"/>
                  <a:gd name="connsiteY4" fmla="*/ 1719301 h 2343129"/>
                  <a:gd name="connsiteX5" fmla="*/ 15305 w 696347"/>
                  <a:gd name="connsiteY5" fmla="*/ 2336838 h 2343129"/>
                  <a:gd name="connsiteX6" fmla="*/ 119286 w 696347"/>
                  <a:gd name="connsiteY6" fmla="*/ 2341600 h 2343129"/>
                  <a:gd name="connsiteX7" fmla="*/ 180405 w 696347"/>
                  <a:gd name="connsiteY7" fmla="*/ 1813757 h 2343129"/>
                  <a:gd name="connsiteX8" fmla="*/ 522512 w 696347"/>
                  <a:gd name="connsiteY8" fmla="*/ 1376400 h 2343129"/>
                  <a:gd name="connsiteX9" fmla="*/ 696342 w 696347"/>
                  <a:gd name="connsiteY9" fmla="*/ 1144624 h 2343129"/>
                  <a:gd name="connsiteX10" fmla="*/ 556643 w 696347"/>
                  <a:gd name="connsiteY10" fmla="*/ 986670 h 2343129"/>
                  <a:gd name="connsiteX11" fmla="*/ 181992 w 696347"/>
                  <a:gd name="connsiteY11" fmla="*/ 535025 h 2343129"/>
                  <a:gd name="connsiteX12" fmla="*/ 119286 w 696347"/>
                  <a:gd name="connsiteY12" fmla="*/ 38 h 2343129"/>
                  <a:gd name="connsiteX13" fmla="*/ 12130 w 696347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48"/>
                  <a:gd name="connsiteY0" fmla="*/ 38 h 2343129"/>
                  <a:gd name="connsiteX1" fmla="*/ 117158 w 690248"/>
                  <a:gd name="connsiteY1" fmla="*/ 606463 h 2343129"/>
                  <a:gd name="connsiteX2" fmla="*/ 553721 w 690248"/>
                  <a:gd name="connsiteY2" fmla="*/ 1060487 h 2343129"/>
                  <a:gd name="connsiteX3" fmla="*/ 552926 w 690248"/>
                  <a:gd name="connsiteY3" fmla="*/ 1272418 h 2343129"/>
                  <a:gd name="connsiteX4" fmla="*/ 124301 w 690248"/>
                  <a:gd name="connsiteY4" fmla="*/ 1719301 h 2343129"/>
                  <a:gd name="connsiteX5" fmla="*/ 9208 w 690248"/>
                  <a:gd name="connsiteY5" fmla="*/ 2336838 h 2343129"/>
                  <a:gd name="connsiteX6" fmla="*/ 113189 w 690248"/>
                  <a:gd name="connsiteY6" fmla="*/ 2341600 h 2343129"/>
                  <a:gd name="connsiteX7" fmla="*/ 174308 w 690248"/>
                  <a:gd name="connsiteY7" fmla="*/ 1813757 h 2343129"/>
                  <a:gd name="connsiteX8" fmla="*/ 516415 w 690248"/>
                  <a:gd name="connsiteY8" fmla="*/ 1376400 h 2343129"/>
                  <a:gd name="connsiteX9" fmla="*/ 690245 w 690248"/>
                  <a:gd name="connsiteY9" fmla="*/ 1144624 h 2343129"/>
                  <a:gd name="connsiteX10" fmla="*/ 550546 w 690248"/>
                  <a:gd name="connsiteY10" fmla="*/ 986670 h 2343129"/>
                  <a:gd name="connsiteX11" fmla="*/ 175895 w 690248"/>
                  <a:gd name="connsiteY11" fmla="*/ 535025 h 2343129"/>
                  <a:gd name="connsiteX12" fmla="*/ 113189 w 690248"/>
                  <a:gd name="connsiteY12" fmla="*/ 38 h 2343129"/>
                  <a:gd name="connsiteX13" fmla="*/ 6033 w 690248"/>
                  <a:gd name="connsiteY13" fmla="*/ 38 h 2343129"/>
                  <a:gd name="connsiteX0" fmla="*/ 6033 w 690249"/>
                  <a:gd name="connsiteY0" fmla="*/ 38 h 2343129"/>
                  <a:gd name="connsiteX1" fmla="*/ 117158 w 690249"/>
                  <a:gd name="connsiteY1" fmla="*/ 606463 h 2343129"/>
                  <a:gd name="connsiteX2" fmla="*/ 553721 w 690249"/>
                  <a:gd name="connsiteY2" fmla="*/ 1060487 h 2343129"/>
                  <a:gd name="connsiteX3" fmla="*/ 552926 w 690249"/>
                  <a:gd name="connsiteY3" fmla="*/ 1272418 h 2343129"/>
                  <a:gd name="connsiteX4" fmla="*/ 124301 w 690249"/>
                  <a:gd name="connsiteY4" fmla="*/ 1719301 h 2343129"/>
                  <a:gd name="connsiteX5" fmla="*/ 9208 w 690249"/>
                  <a:gd name="connsiteY5" fmla="*/ 2336838 h 2343129"/>
                  <a:gd name="connsiteX6" fmla="*/ 113189 w 690249"/>
                  <a:gd name="connsiteY6" fmla="*/ 2341600 h 2343129"/>
                  <a:gd name="connsiteX7" fmla="*/ 174308 w 690249"/>
                  <a:gd name="connsiteY7" fmla="*/ 1813757 h 2343129"/>
                  <a:gd name="connsiteX8" fmla="*/ 516415 w 690249"/>
                  <a:gd name="connsiteY8" fmla="*/ 1376400 h 2343129"/>
                  <a:gd name="connsiteX9" fmla="*/ 690245 w 690249"/>
                  <a:gd name="connsiteY9" fmla="*/ 1144624 h 2343129"/>
                  <a:gd name="connsiteX10" fmla="*/ 555308 w 690249"/>
                  <a:gd name="connsiteY10" fmla="*/ 993814 h 2343129"/>
                  <a:gd name="connsiteX11" fmla="*/ 175895 w 690249"/>
                  <a:gd name="connsiteY11" fmla="*/ 535025 h 2343129"/>
                  <a:gd name="connsiteX12" fmla="*/ 113189 w 690249"/>
                  <a:gd name="connsiteY12" fmla="*/ 38 h 2343129"/>
                  <a:gd name="connsiteX13" fmla="*/ 6033 w 690249"/>
                  <a:gd name="connsiteY13" fmla="*/ 38 h 2343129"/>
                  <a:gd name="connsiteX0" fmla="*/ 6033 w 690249"/>
                  <a:gd name="connsiteY0" fmla="*/ 38 h 2343129"/>
                  <a:gd name="connsiteX1" fmla="*/ 117158 w 690249"/>
                  <a:gd name="connsiteY1" fmla="*/ 606463 h 2343129"/>
                  <a:gd name="connsiteX2" fmla="*/ 553721 w 690249"/>
                  <a:gd name="connsiteY2" fmla="*/ 1060487 h 2343129"/>
                  <a:gd name="connsiteX3" fmla="*/ 552926 w 690249"/>
                  <a:gd name="connsiteY3" fmla="*/ 1272418 h 2343129"/>
                  <a:gd name="connsiteX4" fmla="*/ 124301 w 690249"/>
                  <a:gd name="connsiteY4" fmla="*/ 1719301 h 2343129"/>
                  <a:gd name="connsiteX5" fmla="*/ 9208 w 690249"/>
                  <a:gd name="connsiteY5" fmla="*/ 2336838 h 2343129"/>
                  <a:gd name="connsiteX6" fmla="*/ 113189 w 690249"/>
                  <a:gd name="connsiteY6" fmla="*/ 2341600 h 2343129"/>
                  <a:gd name="connsiteX7" fmla="*/ 174308 w 690249"/>
                  <a:gd name="connsiteY7" fmla="*/ 1813757 h 2343129"/>
                  <a:gd name="connsiteX8" fmla="*/ 556896 w 690249"/>
                  <a:gd name="connsiteY8" fmla="*/ 1331156 h 2343129"/>
                  <a:gd name="connsiteX9" fmla="*/ 690245 w 690249"/>
                  <a:gd name="connsiteY9" fmla="*/ 1144624 h 2343129"/>
                  <a:gd name="connsiteX10" fmla="*/ 555308 w 690249"/>
                  <a:gd name="connsiteY10" fmla="*/ 993814 h 2343129"/>
                  <a:gd name="connsiteX11" fmla="*/ 175895 w 690249"/>
                  <a:gd name="connsiteY11" fmla="*/ 535025 h 2343129"/>
                  <a:gd name="connsiteX12" fmla="*/ 113189 w 690249"/>
                  <a:gd name="connsiteY12" fmla="*/ 38 h 2343129"/>
                  <a:gd name="connsiteX13" fmla="*/ 6033 w 690249"/>
                  <a:gd name="connsiteY13" fmla="*/ 38 h 2343129"/>
                  <a:gd name="connsiteX0" fmla="*/ 6033 w 690249"/>
                  <a:gd name="connsiteY0" fmla="*/ 38 h 2343129"/>
                  <a:gd name="connsiteX1" fmla="*/ 117158 w 690249"/>
                  <a:gd name="connsiteY1" fmla="*/ 606463 h 2343129"/>
                  <a:gd name="connsiteX2" fmla="*/ 553721 w 690249"/>
                  <a:gd name="connsiteY2" fmla="*/ 1060487 h 2343129"/>
                  <a:gd name="connsiteX3" fmla="*/ 552926 w 690249"/>
                  <a:gd name="connsiteY3" fmla="*/ 1272418 h 2343129"/>
                  <a:gd name="connsiteX4" fmla="*/ 124301 w 690249"/>
                  <a:gd name="connsiteY4" fmla="*/ 1719301 h 2343129"/>
                  <a:gd name="connsiteX5" fmla="*/ 9208 w 690249"/>
                  <a:gd name="connsiteY5" fmla="*/ 2336838 h 2343129"/>
                  <a:gd name="connsiteX6" fmla="*/ 113189 w 690249"/>
                  <a:gd name="connsiteY6" fmla="*/ 2341600 h 2343129"/>
                  <a:gd name="connsiteX7" fmla="*/ 174308 w 690249"/>
                  <a:gd name="connsiteY7" fmla="*/ 1813757 h 2343129"/>
                  <a:gd name="connsiteX8" fmla="*/ 556896 w 690249"/>
                  <a:gd name="connsiteY8" fmla="*/ 1331156 h 2343129"/>
                  <a:gd name="connsiteX9" fmla="*/ 690245 w 690249"/>
                  <a:gd name="connsiteY9" fmla="*/ 1144624 h 2343129"/>
                  <a:gd name="connsiteX10" fmla="*/ 555308 w 690249"/>
                  <a:gd name="connsiteY10" fmla="*/ 993814 h 2343129"/>
                  <a:gd name="connsiteX11" fmla="*/ 175895 w 690249"/>
                  <a:gd name="connsiteY11" fmla="*/ 535025 h 2343129"/>
                  <a:gd name="connsiteX12" fmla="*/ 113189 w 690249"/>
                  <a:gd name="connsiteY12" fmla="*/ 38 h 2343129"/>
                  <a:gd name="connsiteX13" fmla="*/ 6033 w 690249"/>
                  <a:gd name="connsiteY13" fmla="*/ 38 h 2343129"/>
                  <a:gd name="connsiteX0" fmla="*/ 6033 w 690249"/>
                  <a:gd name="connsiteY0" fmla="*/ 38 h 2343129"/>
                  <a:gd name="connsiteX1" fmla="*/ 117158 w 690249"/>
                  <a:gd name="connsiteY1" fmla="*/ 606463 h 2343129"/>
                  <a:gd name="connsiteX2" fmla="*/ 553721 w 690249"/>
                  <a:gd name="connsiteY2" fmla="*/ 1060487 h 2343129"/>
                  <a:gd name="connsiteX3" fmla="*/ 552926 w 690249"/>
                  <a:gd name="connsiteY3" fmla="*/ 1272418 h 2343129"/>
                  <a:gd name="connsiteX4" fmla="*/ 124301 w 690249"/>
                  <a:gd name="connsiteY4" fmla="*/ 1719301 h 2343129"/>
                  <a:gd name="connsiteX5" fmla="*/ 9208 w 690249"/>
                  <a:gd name="connsiteY5" fmla="*/ 2336838 h 2343129"/>
                  <a:gd name="connsiteX6" fmla="*/ 113189 w 690249"/>
                  <a:gd name="connsiteY6" fmla="*/ 2341600 h 2343129"/>
                  <a:gd name="connsiteX7" fmla="*/ 174308 w 690249"/>
                  <a:gd name="connsiteY7" fmla="*/ 1813757 h 2343129"/>
                  <a:gd name="connsiteX8" fmla="*/ 556896 w 690249"/>
                  <a:gd name="connsiteY8" fmla="*/ 1331156 h 2343129"/>
                  <a:gd name="connsiteX9" fmla="*/ 690245 w 690249"/>
                  <a:gd name="connsiteY9" fmla="*/ 1144624 h 2343129"/>
                  <a:gd name="connsiteX10" fmla="*/ 555308 w 690249"/>
                  <a:gd name="connsiteY10" fmla="*/ 993814 h 2343129"/>
                  <a:gd name="connsiteX11" fmla="*/ 175895 w 690249"/>
                  <a:gd name="connsiteY11" fmla="*/ 535025 h 2343129"/>
                  <a:gd name="connsiteX12" fmla="*/ 113189 w 690249"/>
                  <a:gd name="connsiteY12" fmla="*/ 38 h 2343129"/>
                  <a:gd name="connsiteX13" fmla="*/ 6033 w 690249"/>
                  <a:gd name="connsiteY13" fmla="*/ 38 h 2343129"/>
                  <a:gd name="connsiteX0" fmla="*/ 6033 w 690332"/>
                  <a:gd name="connsiteY0" fmla="*/ 38 h 2343129"/>
                  <a:gd name="connsiteX1" fmla="*/ 117158 w 690332"/>
                  <a:gd name="connsiteY1" fmla="*/ 606463 h 2343129"/>
                  <a:gd name="connsiteX2" fmla="*/ 553721 w 690332"/>
                  <a:gd name="connsiteY2" fmla="*/ 1060487 h 2343129"/>
                  <a:gd name="connsiteX3" fmla="*/ 552926 w 690332"/>
                  <a:gd name="connsiteY3" fmla="*/ 1272418 h 2343129"/>
                  <a:gd name="connsiteX4" fmla="*/ 124301 w 690332"/>
                  <a:gd name="connsiteY4" fmla="*/ 1719301 h 2343129"/>
                  <a:gd name="connsiteX5" fmla="*/ 9208 w 690332"/>
                  <a:gd name="connsiteY5" fmla="*/ 2336838 h 2343129"/>
                  <a:gd name="connsiteX6" fmla="*/ 113189 w 690332"/>
                  <a:gd name="connsiteY6" fmla="*/ 2341600 h 2343129"/>
                  <a:gd name="connsiteX7" fmla="*/ 174308 w 690332"/>
                  <a:gd name="connsiteY7" fmla="*/ 1813757 h 2343129"/>
                  <a:gd name="connsiteX8" fmla="*/ 556896 w 690332"/>
                  <a:gd name="connsiteY8" fmla="*/ 1331156 h 2343129"/>
                  <a:gd name="connsiteX9" fmla="*/ 690245 w 690332"/>
                  <a:gd name="connsiteY9" fmla="*/ 1144624 h 2343129"/>
                  <a:gd name="connsiteX10" fmla="*/ 555308 w 690332"/>
                  <a:gd name="connsiteY10" fmla="*/ 993814 h 2343129"/>
                  <a:gd name="connsiteX11" fmla="*/ 175895 w 690332"/>
                  <a:gd name="connsiteY11" fmla="*/ 535025 h 2343129"/>
                  <a:gd name="connsiteX12" fmla="*/ 113189 w 690332"/>
                  <a:gd name="connsiteY12" fmla="*/ 38 h 2343129"/>
                  <a:gd name="connsiteX13" fmla="*/ 6033 w 690332"/>
                  <a:gd name="connsiteY13" fmla="*/ 38 h 2343129"/>
                  <a:gd name="connsiteX0" fmla="*/ 6033 w 632159"/>
                  <a:gd name="connsiteY0" fmla="*/ 38 h 2343129"/>
                  <a:gd name="connsiteX1" fmla="*/ 117158 w 632159"/>
                  <a:gd name="connsiteY1" fmla="*/ 606463 h 2343129"/>
                  <a:gd name="connsiteX2" fmla="*/ 553721 w 632159"/>
                  <a:gd name="connsiteY2" fmla="*/ 1060487 h 2343129"/>
                  <a:gd name="connsiteX3" fmla="*/ 552926 w 632159"/>
                  <a:gd name="connsiteY3" fmla="*/ 1272418 h 2343129"/>
                  <a:gd name="connsiteX4" fmla="*/ 124301 w 632159"/>
                  <a:gd name="connsiteY4" fmla="*/ 1719301 h 2343129"/>
                  <a:gd name="connsiteX5" fmla="*/ 9208 w 632159"/>
                  <a:gd name="connsiteY5" fmla="*/ 2336838 h 2343129"/>
                  <a:gd name="connsiteX6" fmla="*/ 113189 w 632159"/>
                  <a:gd name="connsiteY6" fmla="*/ 2341600 h 2343129"/>
                  <a:gd name="connsiteX7" fmla="*/ 174308 w 632159"/>
                  <a:gd name="connsiteY7" fmla="*/ 1813757 h 2343129"/>
                  <a:gd name="connsiteX8" fmla="*/ 556896 w 632159"/>
                  <a:gd name="connsiteY8" fmla="*/ 1331156 h 2343129"/>
                  <a:gd name="connsiteX9" fmla="*/ 555308 w 632159"/>
                  <a:gd name="connsiteY9" fmla="*/ 993814 h 2343129"/>
                  <a:gd name="connsiteX10" fmla="*/ 175895 w 632159"/>
                  <a:gd name="connsiteY10" fmla="*/ 535025 h 2343129"/>
                  <a:gd name="connsiteX11" fmla="*/ 113189 w 632159"/>
                  <a:gd name="connsiteY11" fmla="*/ 38 h 2343129"/>
                  <a:gd name="connsiteX12" fmla="*/ 6033 w 632159"/>
                  <a:gd name="connsiteY12" fmla="*/ 38 h 2343129"/>
                  <a:gd name="connsiteX0" fmla="*/ 6033 w 656624"/>
                  <a:gd name="connsiteY0" fmla="*/ 38 h 2343129"/>
                  <a:gd name="connsiteX1" fmla="*/ 117158 w 656624"/>
                  <a:gd name="connsiteY1" fmla="*/ 606463 h 2343129"/>
                  <a:gd name="connsiteX2" fmla="*/ 553721 w 656624"/>
                  <a:gd name="connsiteY2" fmla="*/ 1060487 h 2343129"/>
                  <a:gd name="connsiteX3" fmla="*/ 552926 w 656624"/>
                  <a:gd name="connsiteY3" fmla="*/ 1272418 h 2343129"/>
                  <a:gd name="connsiteX4" fmla="*/ 124301 w 656624"/>
                  <a:gd name="connsiteY4" fmla="*/ 1719301 h 2343129"/>
                  <a:gd name="connsiteX5" fmla="*/ 9208 w 656624"/>
                  <a:gd name="connsiteY5" fmla="*/ 2336838 h 2343129"/>
                  <a:gd name="connsiteX6" fmla="*/ 113189 w 656624"/>
                  <a:gd name="connsiteY6" fmla="*/ 2341600 h 2343129"/>
                  <a:gd name="connsiteX7" fmla="*/ 174308 w 656624"/>
                  <a:gd name="connsiteY7" fmla="*/ 1813757 h 2343129"/>
                  <a:gd name="connsiteX8" fmla="*/ 556896 w 656624"/>
                  <a:gd name="connsiteY8" fmla="*/ 1331156 h 2343129"/>
                  <a:gd name="connsiteX9" fmla="*/ 555308 w 656624"/>
                  <a:gd name="connsiteY9" fmla="*/ 993814 h 2343129"/>
                  <a:gd name="connsiteX10" fmla="*/ 175895 w 656624"/>
                  <a:gd name="connsiteY10" fmla="*/ 535025 h 2343129"/>
                  <a:gd name="connsiteX11" fmla="*/ 113189 w 656624"/>
                  <a:gd name="connsiteY11" fmla="*/ 38 h 2343129"/>
                  <a:gd name="connsiteX12" fmla="*/ 6033 w 656624"/>
                  <a:gd name="connsiteY12" fmla="*/ 38 h 2343129"/>
                  <a:gd name="connsiteX0" fmla="*/ 6033 w 663046"/>
                  <a:gd name="connsiteY0" fmla="*/ 38 h 2343129"/>
                  <a:gd name="connsiteX1" fmla="*/ 117158 w 663046"/>
                  <a:gd name="connsiteY1" fmla="*/ 606463 h 2343129"/>
                  <a:gd name="connsiteX2" fmla="*/ 553721 w 663046"/>
                  <a:gd name="connsiteY2" fmla="*/ 1060487 h 2343129"/>
                  <a:gd name="connsiteX3" fmla="*/ 552926 w 663046"/>
                  <a:gd name="connsiteY3" fmla="*/ 1272418 h 2343129"/>
                  <a:gd name="connsiteX4" fmla="*/ 124301 w 663046"/>
                  <a:gd name="connsiteY4" fmla="*/ 1719301 h 2343129"/>
                  <a:gd name="connsiteX5" fmla="*/ 9208 w 663046"/>
                  <a:gd name="connsiteY5" fmla="*/ 2336838 h 2343129"/>
                  <a:gd name="connsiteX6" fmla="*/ 113189 w 663046"/>
                  <a:gd name="connsiteY6" fmla="*/ 2341600 h 2343129"/>
                  <a:gd name="connsiteX7" fmla="*/ 174308 w 663046"/>
                  <a:gd name="connsiteY7" fmla="*/ 1813757 h 2343129"/>
                  <a:gd name="connsiteX8" fmla="*/ 556896 w 663046"/>
                  <a:gd name="connsiteY8" fmla="*/ 1331156 h 2343129"/>
                  <a:gd name="connsiteX9" fmla="*/ 555308 w 663046"/>
                  <a:gd name="connsiteY9" fmla="*/ 993814 h 2343129"/>
                  <a:gd name="connsiteX10" fmla="*/ 175895 w 663046"/>
                  <a:gd name="connsiteY10" fmla="*/ 535025 h 2343129"/>
                  <a:gd name="connsiteX11" fmla="*/ 113189 w 663046"/>
                  <a:gd name="connsiteY11" fmla="*/ 38 h 2343129"/>
                  <a:gd name="connsiteX12" fmla="*/ 6033 w 663046"/>
                  <a:gd name="connsiteY12" fmla="*/ 38 h 2343129"/>
                  <a:gd name="connsiteX0" fmla="*/ 6033 w 681517"/>
                  <a:gd name="connsiteY0" fmla="*/ 38 h 2343129"/>
                  <a:gd name="connsiteX1" fmla="*/ 117158 w 681517"/>
                  <a:gd name="connsiteY1" fmla="*/ 606463 h 2343129"/>
                  <a:gd name="connsiteX2" fmla="*/ 553721 w 681517"/>
                  <a:gd name="connsiteY2" fmla="*/ 1060487 h 2343129"/>
                  <a:gd name="connsiteX3" fmla="*/ 552926 w 681517"/>
                  <a:gd name="connsiteY3" fmla="*/ 1272418 h 2343129"/>
                  <a:gd name="connsiteX4" fmla="*/ 124301 w 681517"/>
                  <a:gd name="connsiteY4" fmla="*/ 1719301 h 2343129"/>
                  <a:gd name="connsiteX5" fmla="*/ 9208 w 681517"/>
                  <a:gd name="connsiteY5" fmla="*/ 2336838 h 2343129"/>
                  <a:gd name="connsiteX6" fmla="*/ 113189 w 681517"/>
                  <a:gd name="connsiteY6" fmla="*/ 2341600 h 2343129"/>
                  <a:gd name="connsiteX7" fmla="*/ 174308 w 681517"/>
                  <a:gd name="connsiteY7" fmla="*/ 1813757 h 2343129"/>
                  <a:gd name="connsiteX8" fmla="*/ 556896 w 681517"/>
                  <a:gd name="connsiteY8" fmla="*/ 1331156 h 2343129"/>
                  <a:gd name="connsiteX9" fmla="*/ 555308 w 681517"/>
                  <a:gd name="connsiteY9" fmla="*/ 993814 h 2343129"/>
                  <a:gd name="connsiteX10" fmla="*/ 175895 w 681517"/>
                  <a:gd name="connsiteY10" fmla="*/ 535025 h 2343129"/>
                  <a:gd name="connsiteX11" fmla="*/ 113189 w 681517"/>
                  <a:gd name="connsiteY11" fmla="*/ 38 h 2343129"/>
                  <a:gd name="connsiteX12" fmla="*/ 6033 w 681517"/>
                  <a:gd name="connsiteY12" fmla="*/ 38 h 2343129"/>
                  <a:gd name="connsiteX0" fmla="*/ 6033 w 634658"/>
                  <a:gd name="connsiteY0" fmla="*/ 38 h 2343129"/>
                  <a:gd name="connsiteX1" fmla="*/ 117158 w 634658"/>
                  <a:gd name="connsiteY1" fmla="*/ 606463 h 2343129"/>
                  <a:gd name="connsiteX2" fmla="*/ 553721 w 634658"/>
                  <a:gd name="connsiteY2" fmla="*/ 1060487 h 2343129"/>
                  <a:gd name="connsiteX3" fmla="*/ 552926 w 634658"/>
                  <a:gd name="connsiteY3" fmla="*/ 1272418 h 2343129"/>
                  <a:gd name="connsiteX4" fmla="*/ 124301 w 634658"/>
                  <a:gd name="connsiteY4" fmla="*/ 1719301 h 2343129"/>
                  <a:gd name="connsiteX5" fmla="*/ 9208 w 634658"/>
                  <a:gd name="connsiteY5" fmla="*/ 2336838 h 2343129"/>
                  <a:gd name="connsiteX6" fmla="*/ 113189 w 634658"/>
                  <a:gd name="connsiteY6" fmla="*/ 2341600 h 2343129"/>
                  <a:gd name="connsiteX7" fmla="*/ 200502 w 634658"/>
                  <a:gd name="connsiteY7" fmla="*/ 1756607 h 2343129"/>
                  <a:gd name="connsiteX8" fmla="*/ 556896 w 634658"/>
                  <a:gd name="connsiteY8" fmla="*/ 1331156 h 2343129"/>
                  <a:gd name="connsiteX9" fmla="*/ 555308 w 634658"/>
                  <a:gd name="connsiteY9" fmla="*/ 993814 h 2343129"/>
                  <a:gd name="connsiteX10" fmla="*/ 175895 w 634658"/>
                  <a:gd name="connsiteY10" fmla="*/ 535025 h 2343129"/>
                  <a:gd name="connsiteX11" fmla="*/ 113189 w 634658"/>
                  <a:gd name="connsiteY11" fmla="*/ 38 h 2343129"/>
                  <a:gd name="connsiteX12" fmla="*/ 6033 w 634658"/>
                  <a:gd name="connsiteY12" fmla="*/ 38 h 2343129"/>
                  <a:gd name="connsiteX0" fmla="*/ 6033 w 676933"/>
                  <a:gd name="connsiteY0" fmla="*/ 38 h 2343129"/>
                  <a:gd name="connsiteX1" fmla="*/ 117158 w 676933"/>
                  <a:gd name="connsiteY1" fmla="*/ 606463 h 2343129"/>
                  <a:gd name="connsiteX2" fmla="*/ 553721 w 676933"/>
                  <a:gd name="connsiteY2" fmla="*/ 1060487 h 2343129"/>
                  <a:gd name="connsiteX3" fmla="*/ 552926 w 676933"/>
                  <a:gd name="connsiteY3" fmla="*/ 1272418 h 2343129"/>
                  <a:gd name="connsiteX4" fmla="*/ 124301 w 676933"/>
                  <a:gd name="connsiteY4" fmla="*/ 1719301 h 2343129"/>
                  <a:gd name="connsiteX5" fmla="*/ 9208 w 676933"/>
                  <a:gd name="connsiteY5" fmla="*/ 2336838 h 2343129"/>
                  <a:gd name="connsiteX6" fmla="*/ 113189 w 676933"/>
                  <a:gd name="connsiteY6" fmla="*/ 2341600 h 2343129"/>
                  <a:gd name="connsiteX7" fmla="*/ 200502 w 676933"/>
                  <a:gd name="connsiteY7" fmla="*/ 1756607 h 2343129"/>
                  <a:gd name="connsiteX8" fmla="*/ 556896 w 676933"/>
                  <a:gd name="connsiteY8" fmla="*/ 1331156 h 2343129"/>
                  <a:gd name="connsiteX9" fmla="*/ 555308 w 676933"/>
                  <a:gd name="connsiteY9" fmla="*/ 993814 h 2343129"/>
                  <a:gd name="connsiteX10" fmla="*/ 175895 w 676933"/>
                  <a:gd name="connsiteY10" fmla="*/ 535025 h 2343129"/>
                  <a:gd name="connsiteX11" fmla="*/ 113189 w 676933"/>
                  <a:gd name="connsiteY11" fmla="*/ 38 h 2343129"/>
                  <a:gd name="connsiteX12" fmla="*/ 6033 w 676933"/>
                  <a:gd name="connsiteY12" fmla="*/ 38 h 2343129"/>
                  <a:gd name="connsiteX0" fmla="*/ 6033 w 676933"/>
                  <a:gd name="connsiteY0" fmla="*/ 38 h 2343129"/>
                  <a:gd name="connsiteX1" fmla="*/ 117158 w 676933"/>
                  <a:gd name="connsiteY1" fmla="*/ 606463 h 2343129"/>
                  <a:gd name="connsiteX2" fmla="*/ 553721 w 676933"/>
                  <a:gd name="connsiteY2" fmla="*/ 1060487 h 2343129"/>
                  <a:gd name="connsiteX3" fmla="*/ 552926 w 676933"/>
                  <a:gd name="connsiteY3" fmla="*/ 1272418 h 2343129"/>
                  <a:gd name="connsiteX4" fmla="*/ 124301 w 676933"/>
                  <a:gd name="connsiteY4" fmla="*/ 1719301 h 2343129"/>
                  <a:gd name="connsiteX5" fmla="*/ 9208 w 676933"/>
                  <a:gd name="connsiteY5" fmla="*/ 2336838 h 2343129"/>
                  <a:gd name="connsiteX6" fmla="*/ 113189 w 676933"/>
                  <a:gd name="connsiteY6" fmla="*/ 2341600 h 2343129"/>
                  <a:gd name="connsiteX7" fmla="*/ 200502 w 676933"/>
                  <a:gd name="connsiteY7" fmla="*/ 1756607 h 2343129"/>
                  <a:gd name="connsiteX8" fmla="*/ 556896 w 676933"/>
                  <a:gd name="connsiteY8" fmla="*/ 1331156 h 2343129"/>
                  <a:gd name="connsiteX9" fmla="*/ 555308 w 676933"/>
                  <a:gd name="connsiteY9" fmla="*/ 993814 h 2343129"/>
                  <a:gd name="connsiteX10" fmla="*/ 175895 w 676933"/>
                  <a:gd name="connsiteY10" fmla="*/ 535025 h 2343129"/>
                  <a:gd name="connsiteX11" fmla="*/ 113189 w 676933"/>
                  <a:gd name="connsiteY11" fmla="*/ 38 h 2343129"/>
                  <a:gd name="connsiteX12" fmla="*/ 6033 w 676933"/>
                  <a:gd name="connsiteY12" fmla="*/ 38 h 2343129"/>
                  <a:gd name="connsiteX0" fmla="*/ 6033 w 676933"/>
                  <a:gd name="connsiteY0" fmla="*/ 38 h 2343129"/>
                  <a:gd name="connsiteX1" fmla="*/ 117158 w 676933"/>
                  <a:gd name="connsiteY1" fmla="*/ 606463 h 2343129"/>
                  <a:gd name="connsiteX2" fmla="*/ 553721 w 676933"/>
                  <a:gd name="connsiteY2" fmla="*/ 1060487 h 2343129"/>
                  <a:gd name="connsiteX3" fmla="*/ 552926 w 676933"/>
                  <a:gd name="connsiteY3" fmla="*/ 1272418 h 2343129"/>
                  <a:gd name="connsiteX4" fmla="*/ 124301 w 676933"/>
                  <a:gd name="connsiteY4" fmla="*/ 1719301 h 2343129"/>
                  <a:gd name="connsiteX5" fmla="*/ 9208 w 676933"/>
                  <a:gd name="connsiteY5" fmla="*/ 2336838 h 2343129"/>
                  <a:gd name="connsiteX6" fmla="*/ 113189 w 676933"/>
                  <a:gd name="connsiteY6" fmla="*/ 2341600 h 2343129"/>
                  <a:gd name="connsiteX7" fmla="*/ 200502 w 676933"/>
                  <a:gd name="connsiteY7" fmla="*/ 1756607 h 2343129"/>
                  <a:gd name="connsiteX8" fmla="*/ 556896 w 676933"/>
                  <a:gd name="connsiteY8" fmla="*/ 1331156 h 2343129"/>
                  <a:gd name="connsiteX9" fmla="*/ 555308 w 676933"/>
                  <a:gd name="connsiteY9" fmla="*/ 993814 h 2343129"/>
                  <a:gd name="connsiteX10" fmla="*/ 175895 w 676933"/>
                  <a:gd name="connsiteY10" fmla="*/ 535025 h 2343129"/>
                  <a:gd name="connsiteX11" fmla="*/ 113189 w 676933"/>
                  <a:gd name="connsiteY11" fmla="*/ 38 h 2343129"/>
                  <a:gd name="connsiteX12" fmla="*/ 6033 w 676933"/>
                  <a:gd name="connsiteY12" fmla="*/ 38 h 2343129"/>
                  <a:gd name="connsiteX0" fmla="*/ 6033 w 683751"/>
                  <a:gd name="connsiteY0" fmla="*/ 38 h 2343129"/>
                  <a:gd name="connsiteX1" fmla="*/ 117158 w 683751"/>
                  <a:gd name="connsiteY1" fmla="*/ 606463 h 2343129"/>
                  <a:gd name="connsiteX2" fmla="*/ 553721 w 683751"/>
                  <a:gd name="connsiteY2" fmla="*/ 1060487 h 2343129"/>
                  <a:gd name="connsiteX3" fmla="*/ 552926 w 683751"/>
                  <a:gd name="connsiteY3" fmla="*/ 1272418 h 2343129"/>
                  <a:gd name="connsiteX4" fmla="*/ 124301 w 683751"/>
                  <a:gd name="connsiteY4" fmla="*/ 1719301 h 2343129"/>
                  <a:gd name="connsiteX5" fmla="*/ 9208 w 683751"/>
                  <a:gd name="connsiteY5" fmla="*/ 2336838 h 2343129"/>
                  <a:gd name="connsiteX6" fmla="*/ 113189 w 683751"/>
                  <a:gd name="connsiteY6" fmla="*/ 2341600 h 2343129"/>
                  <a:gd name="connsiteX7" fmla="*/ 200502 w 683751"/>
                  <a:gd name="connsiteY7" fmla="*/ 1756607 h 2343129"/>
                  <a:gd name="connsiteX8" fmla="*/ 556896 w 683751"/>
                  <a:gd name="connsiteY8" fmla="*/ 1331156 h 2343129"/>
                  <a:gd name="connsiteX9" fmla="*/ 555308 w 683751"/>
                  <a:gd name="connsiteY9" fmla="*/ 993814 h 2343129"/>
                  <a:gd name="connsiteX10" fmla="*/ 175895 w 683751"/>
                  <a:gd name="connsiteY10" fmla="*/ 535025 h 2343129"/>
                  <a:gd name="connsiteX11" fmla="*/ 113189 w 683751"/>
                  <a:gd name="connsiteY11" fmla="*/ 38 h 2343129"/>
                  <a:gd name="connsiteX12" fmla="*/ 6033 w 683751"/>
                  <a:gd name="connsiteY12" fmla="*/ 38 h 2343129"/>
                  <a:gd name="connsiteX0" fmla="*/ 6033 w 683751"/>
                  <a:gd name="connsiteY0" fmla="*/ 38 h 2343129"/>
                  <a:gd name="connsiteX1" fmla="*/ 117158 w 683751"/>
                  <a:gd name="connsiteY1" fmla="*/ 606463 h 2343129"/>
                  <a:gd name="connsiteX2" fmla="*/ 553721 w 683751"/>
                  <a:gd name="connsiteY2" fmla="*/ 1060487 h 2343129"/>
                  <a:gd name="connsiteX3" fmla="*/ 552926 w 683751"/>
                  <a:gd name="connsiteY3" fmla="*/ 1272418 h 2343129"/>
                  <a:gd name="connsiteX4" fmla="*/ 124301 w 683751"/>
                  <a:gd name="connsiteY4" fmla="*/ 1719301 h 2343129"/>
                  <a:gd name="connsiteX5" fmla="*/ 9208 w 683751"/>
                  <a:gd name="connsiteY5" fmla="*/ 2336838 h 2343129"/>
                  <a:gd name="connsiteX6" fmla="*/ 113189 w 683751"/>
                  <a:gd name="connsiteY6" fmla="*/ 2341600 h 2343129"/>
                  <a:gd name="connsiteX7" fmla="*/ 200502 w 683751"/>
                  <a:gd name="connsiteY7" fmla="*/ 1756607 h 2343129"/>
                  <a:gd name="connsiteX8" fmla="*/ 556896 w 683751"/>
                  <a:gd name="connsiteY8" fmla="*/ 1331156 h 2343129"/>
                  <a:gd name="connsiteX9" fmla="*/ 555308 w 683751"/>
                  <a:gd name="connsiteY9" fmla="*/ 993814 h 2343129"/>
                  <a:gd name="connsiteX10" fmla="*/ 175895 w 683751"/>
                  <a:gd name="connsiteY10" fmla="*/ 535025 h 2343129"/>
                  <a:gd name="connsiteX11" fmla="*/ 113189 w 683751"/>
                  <a:gd name="connsiteY11" fmla="*/ 38 h 2343129"/>
                  <a:gd name="connsiteX12" fmla="*/ 6033 w 683751"/>
                  <a:gd name="connsiteY12" fmla="*/ 38 h 2343129"/>
                  <a:gd name="connsiteX0" fmla="*/ 6033 w 683895"/>
                  <a:gd name="connsiteY0" fmla="*/ 38 h 2343129"/>
                  <a:gd name="connsiteX1" fmla="*/ 117158 w 683895"/>
                  <a:gd name="connsiteY1" fmla="*/ 606463 h 2343129"/>
                  <a:gd name="connsiteX2" fmla="*/ 553721 w 683895"/>
                  <a:gd name="connsiteY2" fmla="*/ 1060487 h 2343129"/>
                  <a:gd name="connsiteX3" fmla="*/ 552926 w 683895"/>
                  <a:gd name="connsiteY3" fmla="*/ 1272418 h 2343129"/>
                  <a:gd name="connsiteX4" fmla="*/ 124301 w 683895"/>
                  <a:gd name="connsiteY4" fmla="*/ 1719301 h 2343129"/>
                  <a:gd name="connsiteX5" fmla="*/ 9208 w 683895"/>
                  <a:gd name="connsiteY5" fmla="*/ 2336838 h 2343129"/>
                  <a:gd name="connsiteX6" fmla="*/ 113189 w 683895"/>
                  <a:gd name="connsiteY6" fmla="*/ 2341600 h 2343129"/>
                  <a:gd name="connsiteX7" fmla="*/ 200502 w 683895"/>
                  <a:gd name="connsiteY7" fmla="*/ 1756607 h 2343129"/>
                  <a:gd name="connsiteX8" fmla="*/ 556896 w 683895"/>
                  <a:gd name="connsiteY8" fmla="*/ 1331156 h 2343129"/>
                  <a:gd name="connsiteX9" fmla="*/ 683894 w 683895"/>
                  <a:gd name="connsiteY9" fmla="*/ 1165263 h 2343129"/>
                  <a:gd name="connsiteX10" fmla="*/ 555308 w 683895"/>
                  <a:gd name="connsiteY10" fmla="*/ 993814 h 2343129"/>
                  <a:gd name="connsiteX11" fmla="*/ 175895 w 683895"/>
                  <a:gd name="connsiteY11" fmla="*/ 535025 h 2343129"/>
                  <a:gd name="connsiteX12" fmla="*/ 113189 w 683895"/>
                  <a:gd name="connsiteY12" fmla="*/ 38 h 2343129"/>
                  <a:gd name="connsiteX13" fmla="*/ 6033 w 683895"/>
                  <a:gd name="connsiteY13" fmla="*/ 38 h 2343129"/>
                  <a:gd name="connsiteX0" fmla="*/ 6033 w 702832"/>
                  <a:gd name="connsiteY0" fmla="*/ 38 h 2343129"/>
                  <a:gd name="connsiteX1" fmla="*/ 117158 w 702832"/>
                  <a:gd name="connsiteY1" fmla="*/ 606463 h 2343129"/>
                  <a:gd name="connsiteX2" fmla="*/ 553721 w 702832"/>
                  <a:gd name="connsiteY2" fmla="*/ 1060487 h 2343129"/>
                  <a:gd name="connsiteX3" fmla="*/ 552926 w 702832"/>
                  <a:gd name="connsiteY3" fmla="*/ 1272418 h 2343129"/>
                  <a:gd name="connsiteX4" fmla="*/ 124301 w 702832"/>
                  <a:gd name="connsiteY4" fmla="*/ 1719301 h 2343129"/>
                  <a:gd name="connsiteX5" fmla="*/ 9208 w 702832"/>
                  <a:gd name="connsiteY5" fmla="*/ 2336838 h 2343129"/>
                  <a:gd name="connsiteX6" fmla="*/ 113189 w 702832"/>
                  <a:gd name="connsiteY6" fmla="*/ 2341600 h 2343129"/>
                  <a:gd name="connsiteX7" fmla="*/ 200502 w 702832"/>
                  <a:gd name="connsiteY7" fmla="*/ 1756607 h 2343129"/>
                  <a:gd name="connsiteX8" fmla="*/ 556896 w 702832"/>
                  <a:gd name="connsiteY8" fmla="*/ 1331156 h 2343129"/>
                  <a:gd name="connsiteX9" fmla="*/ 683894 w 702832"/>
                  <a:gd name="connsiteY9" fmla="*/ 1165263 h 2343129"/>
                  <a:gd name="connsiteX10" fmla="*/ 175895 w 702832"/>
                  <a:gd name="connsiteY10" fmla="*/ 535025 h 2343129"/>
                  <a:gd name="connsiteX11" fmla="*/ 113189 w 702832"/>
                  <a:gd name="connsiteY11" fmla="*/ 38 h 2343129"/>
                  <a:gd name="connsiteX12" fmla="*/ 6033 w 702832"/>
                  <a:gd name="connsiteY12" fmla="*/ 38 h 2343129"/>
                  <a:gd name="connsiteX0" fmla="*/ 6033 w 683925"/>
                  <a:gd name="connsiteY0" fmla="*/ 38 h 2343129"/>
                  <a:gd name="connsiteX1" fmla="*/ 117158 w 683925"/>
                  <a:gd name="connsiteY1" fmla="*/ 606463 h 2343129"/>
                  <a:gd name="connsiteX2" fmla="*/ 553721 w 683925"/>
                  <a:gd name="connsiteY2" fmla="*/ 1060487 h 2343129"/>
                  <a:gd name="connsiteX3" fmla="*/ 552926 w 683925"/>
                  <a:gd name="connsiteY3" fmla="*/ 1272418 h 2343129"/>
                  <a:gd name="connsiteX4" fmla="*/ 124301 w 683925"/>
                  <a:gd name="connsiteY4" fmla="*/ 1719301 h 2343129"/>
                  <a:gd name="connsiteX5" fmla="*/ 9208 w 683925"/>
                  <a:gd name="connsiteY5" fmla="*/ 2336838 h 2343129"/>
                  <a:gd name="connsiteX6" fmla="*/ 113189 w 683925"/>
                  <a:gd name="connsiteY6" fmla="*/ 2341600 h 2343129"/>
                  <a:gd name="connsiteX7" fmla="*/ 200502 w 683925"/>
                  <a:gd name="connsiteY7" fmla="*/ 1756607 h 2343129"/>
                  <a:gd name="connsiteX8" fmla="*/ 683894 w 683925"/>
                  <a:gd name="connsiteY8" fmla="*/ 1165263 h 2343129"/>
                  <a:gd name="connsiteX9" fmla="*/ 175895 w 683925"/>
                  <a:gd name="connsiteY9" fmla="*/ 535025 h 2343129"/>
                  <a:gd name="connsiteX10" fmla="*/ 113189 w 683925"/>
                  <a:gd name="connsiteY10" fmla="*/ 38 h 2343129"/>
                  <a:gd name="connsiteX11" fmla="*/ 6033 w 683925"/>
                  <a:gd name="connsiteY11" fmla="*/ 38 h 2343129"/>
                  <a:gd name="connsiteX0" fmla="*/ 6033 w 689984"/>
                  <a:gd name="connsiteY0" fmla="*/ 38 h 2343129"/>
                  <a:gd name="connsiteX1" fmla="*/ 117158 w 689984"/>
                  <a:gd name="connsiteY1" fmla="*/ 606463 h 2343129"/>
                  <a:gd name="connsiteX2" fmla="*/ 553721 w 689984"/>
                  <a:gd name="connsiteY2" fmla="*/ 1060487 h 2343129"/>
                  <a:gd name="connsiteX3" fmla="*/ 552926 w 689984"/>
                  <a:gd name="connsiteY3" fmla="*/ 1272418 h 2343129"/>
                  <a:gd name="connsiteX4" fmla="*/ 124301 w 689984"/>
                  <a:gd name="connsiteY4" fmla="*/ 1719301 h 2343129"/>
                  <a:gd name="connsiteX5" fmla="*/ 9208 w 689984"/>
                  <a:gd name="connsiteY5" fmla="*/ 2336838 h 2343129"/>
                  <a:gd name="connsiteX6" fmla="*/ 113189 w 689984"/>
                  <a:gd name="connsiteY6" fmla="*/ 2341600 h 2343129"/>
                  <a:gd name="connsiteX7" fmla="*/ 200502 w 689984"/>
                  <a:gd name="connsiteY7" fmla="*/ 1756607 h 2343129"/>
                  <a:gd name="connsiteX8" fmla="*/ 683894 w 689984"/>
                  <a:gd name="connsiteY8" fmla="*/ 1165263 h 2343129"/>
                  <a:gd name="connsiteX9" fmla="*/ 175895 w 689984"/>
                  <a:gd name="connsiteY9" fmla="*/ 535025 h 2343129"/>
                  <a:gd name="connsiteX10" fmla="*/ 113189 w 689984"/>
                  <a:gd name="connsiteY10" fmla="*/ 38 h 2343129"/>
                  <a:gd name="connsiteX11" fmla="*/ 6033 w 689984"/>
                  <a:gd name="connsiteY11" fmla="*/ 38 h 2343129"/>
                  <a:gd name="connsiteX0" fmla="*/ 6033 w 684892"/>
                  <a:gd name="connsiteY0" fmla="*/ 38 h 2343129"/>
                  <a:gd name="connsiteX1" fmla="*/ 117158 w 684892"/>
                  <a:gd name="connsiteY1" fmla="*/ 606463 h 2343129"/>
                  <a:gd name="connsiteX2" fmla="*/ 553721 w 684892"/>
                  <a:gd name="connsiteY2" fmla="*/ 1060487 h 2343129"/>
                  <a:gd name="connsiteX3" fmla="*/ 552926 w 684892"/>
                  <a:gd name="connsiteY3" fmla="*/ 1272418 h 2343129"/>
                  <a:gd name="connsiteX4" fmla="*/ 124301 w 684892"/>
                  <a:gd name="connsiteY4" fmla="*/ 1719301 h 2343129"/>
                  <a:gd name="connsiteX5" fmla="*/ 9208 w 684892"/>
                  <a:gd name="connsiteY5" fmla="*/ 2336838 h 2343129"/>
                  <a:gd name="connsiteX6" fmla="*/ 113189 w 684892"/>
                  <a:gd name="connsiteY6" fmla="*/ 2341600 h 2343129"/>
                  <a:gd name="connsiteX7" fmla="*/ 200502 w 684892"/>
                  <a:gd name="connsiteY7" fmla="*/ 1756607 h 2343129"/>
                  <a:gd name="connsiteX8" fmla="*/ 683894 w 684892"/>
                  <a:gd name="connsiteY8" fmla="*/ 1165263 h 2343129"/>
                  <a:gd name="connsiteX9" fmla="*/ 175895 w 684892"/>
                  <a:gd name="connsiteY9" fmla="*/ 535025 h 2343129"/>
                  <a:gd name="connsiteX10" fmla="*/ 113189 w 684892"/>
                  <a:gd name="connsiteY10" fmla="*/ 38 h 2343129"/>
                  <a:gd name="connsiteX11" fmla="*/ 6033 w 684892"/>
                  <a:gd name="connsiteY11" fmla="*/ 38 h 2343129"/>
                  <a:gd name="connsiteX0" fmla="*/ 6033 w 684004"/>
                  <a:gd name="connsiteY0" fmla="*/ 38 h 2343129"/>
                  <a:gd name="connsiteX1" fmla="*/ 117158 w 684004"/>
                  <a:gd name="connsiteY1" fmla="*/ 606463 h 2343129"/>
                  <a:gd name="connsiteX2" fmla="*/ 553721 w 684004"/>
                  <a:gd name="connsiteY2" fmla="*/ 1060487 h 2343129"/>
                  <a:gd name="connsiteX3" fmla="*/ 552926 w 684004"/>
                  <a:gd name="connsiteY3" fmla="*/ 1272418 h 2343129"/>
                  <a:gd name="connsiteX4" fmla="*/ 124301 w 684004"/>
                  <a:gd name="connsiteY4" fmla="*/ 1719301 h 2343129"/>
                  <a:gd name="connsiteX5" fmla="*/ 9208 w 684004"/>
                  <a:gd name="connsiteY5" fmla="*/ 2336838 h 2343129"/>
                  <a:gd name="connsiteX6" fmla="*/ 113189 w 684004"/>
                  <a:gd name="connsiteY6" fmla="*/ 2341600 h 2343129"/>
                  <a:gd name="connsiteX7" fmla="*/ 200502 w 684004"/>
                  <a:gd name="connsiteY7" fmla="*/ 1756607 h 2343129"/>
                  <a:gd name="connsiteX8" fmla="*/ 683894 w 684004"/>
                  <a:gd name="connsiteY8" fmla="*/ 1165263 h 2343129"/>
                  <a:gd name="connsiteX9" fmla="*/ 175895 w 684004"/>
                  <a:gd name="connsiteY9" fmla="*/ 535025 h 2343129"/>
                  <a:gd name="connsiteX10" fmla="*/ 113189 w 684004"/>
                  <a:gd name="connsiteY10" fmla="*/ 38 h 2343129"/>
                  <a:gd name="connsiteX11" fmla="*/ 6033 w 684004"/>
                  <a:gd name="connsiteY11" fmla="*/ 38 h 2343129"/>
                  <a:gd name="connsiteX0" fmla="*/ 6033 w 684004"/>
                  <a:gd name="connsiteY0" fmla="*/ 38 h 2343129"/>
                  <a:gd name="connsiteX1" fmla="*/ 117158 w 684004"/>
                  <a:gd name="connsiteY1" fmla="*/ 606463 h 2343129"/>
                  <a:gd name="connsiteX2" fmla="*/ 553721 w 684004"/>
                  <a:gd name="connsiteY2" fmla="*/ 1060487 h 2343129"/>
                  <a:gd name="connsiteX3" fmla="*/ 552926 w 684004"/>
                  <a:gd name="connsiteY3" fmla="*/ 1272418 h 2343129"/>
                  <a:gd name="connsiteX4" fmla="*/ 124301 w 684004"/>
                  <a:gd name="connsiteY4" fmla="*/ 1719301 h 2343129"/>
                  <a:gd name="connsiteX5" fmla="*/ 9208 w 684004"/>
                  <a:gd name="connsiteY5" fmla="*/ 2336838 h 2343129"/>
                  <a:gd name="connsiteX6" fmla="*/ 113189 w 684004"/>
                  <a:gd name="connsiteY6" fmla="*/ 2341600 h 2343129"/>
                  <a:gd name="connsiteX7" fmla="*/ 200502 w 684004"/>
                  <a:gd name="connsiteY7" fmla="*/ 1756607 h 2343129"/>
                  <a:gd name="connsiteX8" fmla="*/ 683894 w 684004"/>
                  <a:gd name="connsiteY8" fmla="*/ 1165263 h 2343129"/>
                  <a:gd name="connsiteX9" fmla="*/ 175895 w 684004"/>
                  <a:gd name="connsiteY9" fmla="*/ 535025 h 2343129"/>
                  <a:gd name="connsiteX10" fmla="*/ 113189 w 684004"/>
                  <a:gd name="connsiteY10" fmla="*/ 38 h 2343129"/>
                  <a:gd name="connsiteX11" fmla="*/ 6033 w 684004"/>
                  <a:gd name="connsiteY11" fmla="*/ 38 h 2343129"/>
                  <a:gd name="connsiteX0" fmla="*/ 6033 w 683899"/>
                  <a:gd name="connsiteY0" fmla="*/ 38 h 2343129"/>
                  <a:gd name="connsiteX1" fmla="*/ 117158 w 683899"/>
                  <a:gd name="connsiteY1" fmla="*/ 606463 h 2343129"/>
                  <a:gd name="connsiteX2" fmla="*/ 553721 w 683899"/>
                  <a:gd name="connsiteY2" fmla="*/ 1060487 h 2343129"/>
                  <a:gd name="connsiteX3" fmla="*/ 552926 w 683899"/>
                  <a:gd name="connsiteY3" fmla="*/ 1272418 h 2343129"/>
                  <a:gd name="connsiteX4" fmla="*/ 124301 w 683899"/>
                  <a:gd name="connsiteY4" fmla="*/ 1719301 h 2343129"/>
                  <a:gd name="connsiteX5" fmla="*/ 9208 w 683899"/>
                  <a:gd name="connsiteY5" fmla="*/ 2336838 h 2343129"/>
                  <a:gd name="connsiteX6" fmla="*/ 113189 w 683899"/>
                  <a:gd name="connsiteY6" fmla="*/ 2341600 h 2343129"/>
                  <a:gd name="connsiteX7" fmla="*/ 200502 w 683899"/>
                  <a:gd name="connsiteY7" fmla="*/ 1756607 h 2343129"/>
                  <a:gd name="connsiteX8" fmla="*/ 683894 w 683899"/>
                  <a:gd name="connsiteY8" fmla="*/ 1165263 h 2343129"/>
                  <a:gd name="connsiteX9" fmla="*/ 175895 w 683899"/>
                  <a:gd name="connsiteY9" fmla="*/ 535025 h 2343129"/>
                  <a:gd name="connsiteX10" fmla="*/ 113189 w 683899"/>
                  <a:gd name="connsiteY10" fmla="*/ 38 h 2343129"/>
                  <a:gd name="connsiteX11" fmla="*/ 6033 w 683899"/>
                  <a:gd name="connsiteY11" fmla="*/ 38 h 2343129"/>
                  <a:gd name="connsiteX0" fmla="*/ 6033 w 683899"/>
                  <a:gd name="connsiteY0" fmla="*/ 38 h 2343129"/>
                  <a:gd name="connsiteX1" fmla="*/ 117158 w 683899"/>
                  <a:gd name="connsiteY1" fmla="*/ 606463 h 2343129"/>
                  <a:gd name="connsiteX2" fmla="*/ 553721 w 683899"/>
                  <a:gd name="connsiteY2" fmla="*/ 1060487 h 2343129"/>
                  <a:gd name="connsiteX3" fmla="*/ 552926 w 683899"/>
                  <a:gd name="connsiteY3" fmla="*/ 1272418 h 2343129"/>
                  <a:gd name="connsiteX4" fmla="*/ 124301 w 683899"/>
                  <a:gd name="connsiteY4" fmla="*/ 1719301 h 2343129"/>
                  <a:gd name="connsiteX5" fmla="*/ 9208 w 683899"/>
                  <a:gd name="connsiteY5" fmla="*/ 2336838 h 2343129"/>
                  <a:gd name="connsiteX6" fmla="*/ 113189 w 683899"/>
                  <a:gd name="connsiteY6" fmla="*/ 2341600 h 2343129"/>
                  <a:gd name="connsiteX7" fmla="*/ 200502 w 683899"/>
                  <a:gd name="connsiteY7" fmla="*/ 1756607 h 2343129"/>
                  <a:gd name="connsiteX8" fmla="*/ 683894 w 683899"/>
                  <a:gd name="connsiteY8" fmla="*/ 1165263 h 2343129"/>
                  <a:gd name="connsiteX9" fmla="*/ 175895 w 683899"/>
                  <a:gd name="connsiteY9" fmla="*/ 535025 h 2343129"/>
                  <a:gd name="connsiteX10" fmla="*/ 113189 w 683899"/>
                  <a:gd name="connsiteY10" fmla="*/ 38 h 2343129"/>
                  <a:gd name="connsiteX11" fmla="*/ 6033 w 683899"/>
                  <a:gd name="connsiteY11" fmla="*/ 38 h 2343129"/>
                  <a:gd name="connsiteX0" fmla="*/ 6033 w 683899"/>
                  <a:gd name="connsiteY0" fmla="*/ 38 h 2343129"/>
                  <a:gd name="connsiteX1" fmla="*/ 117158 w 683899"/>
                  <a:gd name="connsiteY1" fmla="*/ 606463 h 2343129"/>
                  <a:gd name="connsiteX2" fmla="*/ 553721 w 683899"/>
                  <a:gd name="connsiteY2" fmla="*/ 1060487 h 2343129"/>
                  <a:gd name="connsiteX3" fmla="*/ 552926 w 683899"/>
                  <a:gd name="connsiteY3" fmla="*/ 1272418 h 2343129"/>
                  <a:gd name="connsiteX4" fmla="*/ 124301 w 683899"/>
                  <a:gd name="connsiteY4" fmla="*/ 1719301 h 2343129"/>
                  <a:gd name="connsiteX5" fmla="*/ 9208 w 683899"/>
                  <a:gd name="connsiteY5" fmla="*/ 2336838 h 2343129"/>
                  <a:gd name="connsiteX6" fmla="*/ 113189 w 683899"/>
                  <a:gd name="connsiteY6" fmla="*/ 2341600 h 2343129"/>
                  <a:gd name="connsiteX7" fmla="*/ 200502 w 683899"/>
                  <a:gd name="connsiteY7" fmla="*/ 1756607 h 2343129"/>
                  <a:gd name="connsiteX8" fmla="*/ 683894 w 683899"/>
                  <a:gd name="connsiteY8" fmla="*/ 1165263 h 2343129"/>
                  <a:gd name="connsiteX9" fmla="*/ 175895 w 683899"/>
                  <a:gd name="connsiteY9" fmla="*/ 535025 h 2343129"/>
                  <a:gd name="connsiteX10" fmla="*/ 113189 w 683899"/>
                  <a:gd name="connsiteY10" fmla="*/ 38 h 2343129"/>
                  <a:gd name="connsiteX11" fmla="*/ 6033 w 683899"/>
                  <a:gd name="connsiteY11" fmla="*/ 38 h 2343129"/>
                  <a:gd name="connsiteX0" fmla="*/ 6033 w 683899"/>
                  <a:gd name="connsiteY0" fmla="*/ 38 h 2343129"/>
                  <a:gd name="connsiteX1" fmla="*/ 117158 w 683899"/>
                  <a:gd name="connsiteY1" fmla="*/ 606463 h 2343129"/>
                  <a:gd name="connsiteX2" fmla="*/ 553721 w 683899"/>
                  <a:gd name="connsiteY2" fmla="*/ 1060487 h 2343129"/>
                  <a:gd name="connsiteX3" fmla="*/ 552926 w 683899"/>
                  <a:gd name="connsiteY3" fmla="*/ 1272418 h 2343129"/>
                  <a:gd name="connsiteX4" fmla="*/ 124301 w 683899"/>
                  <a:gd name="connsiteY4" fmla="*/ 1719301 h 2343129"/>
                  <a:gd name="connsiteX5" fmla="*/ 9208 w 683899"/>
                  <a:gd name="connsiteY5" fmla="*/ 2336838 h 2343129"/>
                  <a:gd name="connsiteX6" fmla="*/ 113189 w 683899"/>
                  <a:gd name="connsiteY6" fmla="*/ 2341600 h 2343129"/>
                  <a:gd name="connsiteX7" fmla="*/ 200502 w 683899"/>
                  <a:gd name="connsiteY7" fmla="*/ 1756607 h 2343129"/>
                  <a:gd name="connsiteX8" fmla="*/ 683894 w 683899"/>
                  <a:gd name="connsiteY8" fmla="*/ 1165263 h 2343129"/>
                  <a:gd name="connsiteX9" fmla="*/ 175895 w 683899"/>
                  <a:gd name="connsiteY9" fmla="*/ 535025 h 2343129"/>
                  <a:gd name="connsiteX10" fmla="*/ 113189 w 683899"/>
                  <a:gd name="connsiteY10" fmla="*/ 38 h 2343129"/>
                  <a:gd name="connsiteX11" fmla="*/ 6033 w 683899"/>
                  <a:gd name="connsiteY11" fmla="*/ 38 h 2343129"/>
                  <a:gd name="connsiteX0" fmla="*/ 6033 w 683899"/>
                  <a:gd name="connsiteY0" fmla="*/ 38 h 2341719"/>
                  <a:gd name="connsiteX1" fmla="*/ 117158 w 683899"/>
                  <a:gd name="connsiteY1" fmla="*/ 606463 h 2341719"/>
                  <a:gd name="connsiteX2" fmla="*/ 553721 w 683899"/>
                  <a:gd name="connsiteY2" fmla="*/ 1060487 h 2341719"/>
                  <a:gd name="connsiteX3" fmla="*/ 552926 w 683899"/>
                  <a:gd name="connsiteY3" fmla="*/ 1272418 h 2341719"/>
                  <a:gd name="connsiteX4" fmla="*/ 124301 w 683899"/>
                  <a:gd name="connsiteY4" fmla="*/ 1719301 h 2341719"/>
                  <a:gd name="connsiteX5" fmla="*/ 9208 w 683899"/>
                  <a:gd name="connsiteY5" fmla="*/ 2336838 h 2341719"/>
                  <a:gd name="connsiteX6" fmla="*/ 113189 w 683899"/>
                  <a:gd name="connsiteY6" fmla="*/ 2341600 h 2341719"/>
                  <a:gd name="connsiteX7" fmla="*/ 200502 w 683899"/>
                  <a:gd name="connsiteY7" fmla="*/ 1756607 h 2341719"/>
                  <a:gd name="connsiteX8" fmla="*/ 683894 w 683899"/>
                  <a:gd name="connsiteY8" fmla="*/ 1165263 h 2341719"/>
                  <a:gd name="connsiteX9" fmla="*/ 175895 w 683899"/>
                  <a:gd name="connsiteY9" fmla="*/ 535025 h 2341719"/>
                  <a:gd name="connsiteX10" fmla="*/ 113189 w 683899"/>
                  <a:gd name="connsiteY10" fmla="*/ 38 h 2341719"/>
                  <a:gd name="connsiteX11" fmla="*/ 6033 w 683899"/>
                  <a:gd name="connsiteY11" fmla="*/ 38 h 2341719"/>
                  <a:gd name="connsiteX0" fmla="*/ 6033 w 683899"/>
                  <a:gd name="connsiteY0" fmla="*/ 38 h 2341701"/>
                  <a:gd name="connsiteX1" fmla="*/ 117158 w 683899"/>
                  <a:gd name="connsiteY1" fmla="*/ 606463 h 2341701"/>
                  <a:gd name="connsiteX2" fmla="*/ 553721 w 683899"/>
                  <a:gd name="connsiteY2" fmla="*/ 1060487 h 2341701"/>
                  <a:gd name="connsiteX3" fmla="*/ 552926 w 683899"/>
                  <a:gd name="connsiteY3" fmla="*/ 1272418 h 2341701"/>
                  <a:gd name="connsiteX4" fmla="*/ 124301 w 683899"/>
                  <a:gd name="connsiteY4" fmla="*/ 1719301 h 2341701"/>
                  <a:gd name="connsiteX5" fmla="*/ 9208 w 683899"/>
                  <a:gd name="connsiteY5" fmla="*/ 2336838 h 2341701"/>
                  <a:gd name="connsiteX6" fmla="*/ 113189 w 683899"/>
                  <a:gd name="connsiteY6" fmla="*/ 2341600 h 2341701"/>
                  <a:gd name="connsiteX7" fmla="*/ 200502 w 683899"/>
                  <a:gd name="connsiteY7" fmla="*/ 1756607 h 2341701"/>
                  <a:gd name="connsiteX8" fmla="*/ 683894 w 683899"/>
                  <a:gd name="connsiteY8" fmla="*/ 1165263 h 2341701"/>
                  <a:gd name="connsiteX9" fmla="*/ 175895 w 683899"/>
                  <a:gd name="connsiteY9" fmla="*/ 535025 h 2341701"/>
                  <a:gd name="connsiteX10" fmla="*/ 113189 w 683899"/>
                  <a:gd name="connsiteY10" fmla="*/ 38 h 2341701"/>
                  <a:gd name="connsiteX11" fmla="*/ 6033 w 683899"/>
                  <a:gd name="connsiteY11" fmla="*/ 38 h 2341701"/>
                  <a:gd name="connsiteX0" fmla="*/ 6033 w 683899"/>
                  <a:gd name="connsiteY0" fmla="*/ 38 h 2341699"/>
                  <a:gd name="connsiteX1" fmla="*/ 117158 w 683899"/>
                  <a:gd name="connsiteY1" fmla="*/ 606463 h 2341699"/>
                  <a:gd name="connsiteX2" fmla="*/ 553721 w 683899"/>
                  <a:gd name="connsiteY2" fmla="*/ 1060487 h 2341699"/>
                  <a:gd name="connsiteX3" fmla="*/ 552926 w 683899"/>
                  <a:gd name="connsiteY3" fmla="*/ 1272418 h 2341699"/>
                  <a:gd name="connsiteX4" fmla="*/ 124301 w 683899"/>
                  <a:gd name="connsiteY4" fmla="*/ 1719301 h 2341699"/>
                  <a:gd name="connsiteX5" fmla="*/ 9208 w 683899"/>
                  <a:gd name="connsiteY5" fmla="*/ 2336838 h 2341699"/>
                  <a:gd name="connsiteX6" fmla="*/ 113189 w 683899"/>
                  <a:gd name="connsiteY6" fmla="*/ 2341600 h 2341699"/>
                  <a:gd name="connsiteX7" fmla="*/ 200502 w 683899"/>
                  <a:gd name="connsiteY7" fmla="*/ 1756607 h 2341699"/>
                  <a:gd name="connsiteX8" fmla="*/ 683894 w 683899"/>
                  <a:gd name="connsiteY8" fmla="*/ 1165263 h 2341699"/>
                  <a:gd name="connsiteX9" fmla="*/ 175895 w 683899"/>
                  <a:gd name="connsiteY9" fmla="*/ 535025 h 2341699"/>
                  <a:gd name="connsiteX10" fmla="*/ 113189 w 683899"/>
                  <a:gd name="connsiteY10" fmla="*/ 38 h 2341699"/>
                  <a:gd name="connsiteX11" fmla="*/ 6033 w 683899"/>
                  <a:gd name="connsiteY11" fmla="*/ 38 h 2341699"/>
                  <a:gd name="connsiteX0" fmla="*/ 6033 w 683899"/>
                  <a:gd name="connsiteY0" fmla="*/ 38 h 2341699"/>
                  <a:gd name="connsiteX1" fmla="*/ 117158 w 683899"/>
                  <a:gd name="connsiteY1" fmla="*/ 606463 h 2341699"/>
                  <a:gd name="connsiteX2" fmla="*/ 553721 w 683899"/>
                  <a:gd name="connsiteY2" fmla="*/ 1060487 h 2341699"/>
                  <a:gd name="connsiteX3" fmla="*/ 552926 w 683899"/>
                  <a:gd name="connsiteY3" fmla="*/ 1272418 h 2341699"/>
                  <a:gd name="connsiteX4" fmla="*/ 124301 w 683899"/>
                  <a:gd name="connsiteY4" fmla="*/ 1719301 h 2341699"/>
                  <a:gd name="connsiteX5" fmla="*/ 9208 w 683899"/>
                  <a:gd name="connsiteY5" fmla="*/ 2336838 h 2341699"/>
                  <a:gd name="connsiteX6" fmla="*/ 113189 w 683899"/>
                  <a:gd name="connsiteY6" fmla="*/ 2341600 h 2341699"/>
                  <a:gd name="connsiteX7" fmla="*/ 200502 w 683899"/>
                  <a:gd name="connsiteY7" fmla="*/ 1756607 h 2341699"/>
                  <a:gd name="connsiteX8" fmla="*/ 683894 w 683899"/>
                  <a:gd name="connsiteY8" fmla="*/ 1165263 h 2341699"/>
                  <a:gd name="connsiteX9" fmla="*/ 175895 w 683899"/>
                  <a:gd name="connsiteY9" fmla="*/ 535025 h 2341699"/>
                  <a:gd name="connsiteX10" fmla="*/ 113189 w 683899"/>
                  <a:gd name="connsiteY10" fmla="*/ 38 h 2341699"/>
                  <a:gd name="connsiteX11" fmla="*/ 6033 w 683899"/>
                  <a:gd name="connsiteY11" fmla="*/ 38 h 2341699"/>
                  <a:gd name="connsiteX0" fmla="*/ 6033 w 683899"/>
                  <a:gd name="connsiteY0" fmla="*/ 38 h 2341699"/>
                  <a:gd name="connsiteX1" fmla="*/ 117158 w 683899"/>
                  <a:gd name="connsiteY1" fmla="*/ 606463 h 2341699"/>
                  <a:gd name="connsiteX2" fmla="*/ 553721 w 683899"/>
                  <a:gd name="connsiteY2" fmla="*/ 1060487 h 2341699"/>
                  <a:gd name="connsiteX3" fmla="*/ 552926 w 683899"/>
                  <a:gd name="connsiteY3" fmla="*/ 1272418 h 2341699"/>
                  <a:gd name="connsiteX4" fmla="*/ 124301 w 683899"/>
                  <a:gd name="connsiteY4" fmla="*/ 1719301 h 2341699"/>
                  <a:gd name="connsiteX5" fmla="*/ 9208 w 683899"/>
                  <a:gd name="connsiteY5" fmla="*/ 2336838 h 2341699"/>
                  <a:gd name="connsiteX6" fmla="*/ 113189 w 683899"/>
                  <a:gd name="connsiteY6" fmla="*/ 2341600 h 2341699"/>
                  <a:gd name="connsiteX7" fmla="*/ 200502 w 683899"/>
                  <a:gd name="connsiteY7" fmla="*/ 1756607 h 2341699"/>
                  <a:gd name="connsiteX8" fmla="*/ 683894 w 683899"/>
                  <a:gd name="connsiteY8" fmla="*/ 1165263 h 2341699"/>
                  <a:gd name="connsiteX9" fmla="*/ 175895 w 683899"/>
                  <a:gd name="connsiteY9" fmla="*/ 535025 h 2341699"/>
                  <a:gd name="connsiteX10" fmla="*/ 113189 w 683899"/>
                  <a:gd name="connsiteY10" fmla="*/ 38 h 2341699"/>
                  <a:gd name="connsiteX11" fmla="*/ 6033 w 683899"/>
                  <a:gd name="connsiteY11" fmla="*/ 38 h 2341699"/>
                  <a:gd name="connsiteX0" fmla="*/ 6033 w 683899"/>
                  <a:gd name="connsiteY0" fmla="*/ 38 h 2341699"/>
                  <a:gd name="connsiteX1" fmla="*/ 117158 w 683899"/>
                  <a:gd name="connsiteY1" fmla="*/ 606463 h 2341699"/>
                  <a:gd name="connsiteX2" fmla="*/ 553721 w 683899"/>
                  <a:gd name="connsiteY2" fmla="*/ 1060487 h 2341699"/>
                  <a:gd name="connsiteX3" fmla="*/ 552926 w 683899"/>
                  <a:gd name="connsiteY3" fmla="*/ 1272418 h 2341699"/>
                  <a:gd name="connsiteX4" fmla="*/ 124301 w 683899"/>
                  <a:gd name="connsiteY4" fmla="*/ 1719301 h 2341699"/>
                  <a:gd name="connsiteX5" fmla="*/ 9208 w 683899"/>
                  <a:gd name="connsiteY5" fmla="*/ 2336838 h 2341699"/>
                  <a:gd name="connsiteX6" fmla="*/ 113189 w 683899"/>
                  <a:gd name="connsiteY6" fmla="*/ 2341600 h 2341699"/>
                  <a:gd name="connsiteX7" fmla="*/ 200502 w 683899"/>
                  <a:gd name="connsiteY7" fmla="*/ 1756607 h 2341699"/>
                  <a:gd name="connsiteX8" fmla="*/ 683894 w 683899"/>
                  <a:gd name="connsiteY8" fmla="*/ 1165263 h 2341699"/>
                  <a:gd name="connsiteX9" fmla="*/ 175895 w 683899"/>
                  <a:gd name="connsiteY9" fmla="*/ 535025 h 2341699"/>
                  <a:gd name="connsiteX10" fmla="*/ 113189 w 683899"/>
                  <a:gd name="connsiteY10" fmla="*/ 38 h 2341699"/>
                  <a:gd name="connsiteX11" fmla="*/ 6033 w 683899"/>
                  <a:gd name="connsiteY11" fmla="*/ 38 h 2341699"/>
                  <a:gd name="connsiteX0" fmla="*/ 6033 w 683898"/>
                  <a:gd name="connsiteY0" fmla="*/ 38 h 2336838"/>
                  <a:gd name="connsiteX1" fmla="*/ 117158 w 683898"/>
                  <a:gd name="connsiteY1" fmla="*/ 606463 h 2336838"/>
                  <a:gd name="connsiteX2" fmla="*/ 553721 w 683898"/>
                  <a:gd name="connsiteY2" fmla="*/ 1060487 h 2336838"/>
                  <a:gd name="connsiteX3" fmla="*/ 552926 w 683898"/>
                  <a:gd name="connsiteY3" fmla="*/ 1272418 h 2336838"/>
                  <a:gd name="connsiteX4" fmla="*/ 124301 w 683898"/>
                  <a:gd name="connsiteY4" fmla="*/ 1719301 h 2336838"/>
                  <a:gd name="connsiteX5" fmla="*/ 9208 w 683898"/>
                  <a:gd name="connsiteY5" fmla="*/ 2336838 h 2336838"/>
                  <a:gd name="connsiteX6" fmla="*/ 141764 w 683898"/>
                  <a:gd name="connsiteY6" fmla="*/ 2335250 h 2336838"/>
                  <a:gd name="connsiteX7" fmla="*/ 200502 w 683898"/>
                  <a:gd name="connsiteY7" fmla="*/ 1756607 h 2336838"/>
                  <a:gd name="connsiteX8" fmla="*/ 683894 w 683898"/>
                  <a:gd name="connsiteY8" fmla="*/ 1165263 h 2336838"/>
                  <a:gd name="connsiteX9" fmla="*/ 175895 w 683898"/>
                  <a:gd name="connsiteY9" fmla="*/ 535025 h 2336838"/>
                  <a:gd name="connsiteX10" fmla="*/ 113189 w 683898"/>
                  <a:gd name="connsiteY10" fmla="*/ 38 h 2336838"/>
                  <a:gd name="connsiteX11" fmla="*/ 6033 w 683898"/>
                  <a:gd name="connsiteY11" fmla="*/ 38 h 2336838"/>
                  <a:gd name="connsiteX0" fmla="*/ 6033 w 683899"/>
                  <a:gd name="connsiteY0" fmla="*/ 38 h 2336838"/>
                  <a:gd name="connsiteX1" fmla="*/ 117158 w 683899"/>
                  <a:gd name="connsiteY1" fmla="*/ 606463 h 2336838"/>
                  <a:gd name="connsiteX2" fmla="*/ 553721 w 683899"/>
                  <a:gd name="connsiteY2" fmla="*/ 1060487 h 2336838"/>
                  <a:gd name="connsiteX3" fmla="*/ 552926 w 683899"/>
                  <a:gd name="connsiteY3" fmla="*/ 1272418 h 2336838"/>
                  <a:gd name="connsiteX4" fmla="*/ 124301 w 683899"/>
                  <a:gd name="connsiteY4" fmla="*/ 1719301 h 2336838"/>
                  <a:gd name="connsiteX5" fmla="*/ 9208 w 683899"/>
                  <a:gd name="connsiteY5" fmla="*/ 2336838 h 2336838"/>
                  <a:gd name="connsiteX6" fmla="*/ 141764 w 683899"/>
                  <a:gd name="connsiteY6" fmla="*/ 2335250 h 2336838"/>
                  <a:gd name="connsiteX7" fmla="*/ 200502 w 683899"/>
                  <a:gd name="connsiteY7" fmla="*/ 1756607 h 2336838"/>
                  <a:gd name="connsiteX8" fmla="*/ 683894 w 683899"/>
                  <a:gd name="connsiteY8" fmla="*/ 1165263 h 2336838"/>
                  <a:gd name="connsiteX9" fmla="*/ 175895 w 683899"/>
                  <a:gd name="connsiteY9" fmla="*/ 535025 h 2336838"/>
                  <a:gd name="connsiteX10" fmla="*/ 113189 w 683899"/>
                  <a:gd name="connsiteY10" fmla="*/ 38 h 2336838"/>
                  <a:gd name="connsiteX11" fmla="*/ 6033 w 683899"/>
                  <a:gd name="connsiteY11" fmla="*/ 38 h 2336838"/>
                  <a:gd name="connsiteX0" fmla="*/ 7898 w 685764"/>
                  <a:gd name="connsiteY0" fmla="*/ 38 h 2336838"/>
                  <a:gd name="connsiteX1" fmla="*/ 119023 w 685764"/>
                  <a:gd name="connsiteY1" fmla="*/ 606463 h 2336838"/>
                  <a:gd name="connsiteX2" fmla="*/ 555586 w 685764"/>
                  <a:gd name="connsiteY2" fmla="*/ 1060487 h 2336838"/>
                  <a:gd name="connsiteX3" fmla="*/ 554791 w 685764"/>
                  <a:gd name="connsiteY3" fmla="*/ 1272418 h 2336838"/>
                  <a:gd name="connsiteX4" fmla="*/ 113466 w 685764"/>
                  <a:gd name="connsiteY4" fmla="*/ 1716126 h 2336838"/>
                  <a:gd name="connsiteX5" fmla="*/ 11073 w 685764"/>
                  <a:gd name="connsiteY5" fmla="*/ 2336838 h 2336838"/>
                  <a:gd name="connsiteX6" fmla="*/ 143629 w 685764"/>
                  <a:gd name="connsiteY6" fmla="*/ 2335250 h 2336838"/>
                  <a:gd name="connsiteX7" fmla="*/ 202367 w 685764"/>
                  <a:gd name="connsiteY7" fmla="*/ 1756607 h 2336838"/>
                  <a:gd name="connsiteX8" fmla="*/ 685759 w 685764"/>
                  <a:gd name="connsiteY8" fmla="*/ 1165263 h 2336838"/>
                  <a:gd name="connsiteX9" fmla="*/ 177760 w 685764"/>
                  <a:gd name="connsiteY9" fmla="*/ 535025 h 2336838"/>
                  <a:gd name="connsiteX10" fmla="*/ 115054 w 685764"/>
                  <a:gd name="connsiteY10" fmla="*/ 38 h 2336838"/>
                  <a:gd name="connsiteX11" fmla="*/ 7898 w 685764"/>
                  <a:gd name="connsiteY11" fmla="*/ 38 h 2336838"/>
                  <a:gd name="connsiteX0" fmla="*/ 7898 w 685764"/>
                  <a:gd name="connsiteY0" fmla="*/ 38 h 2336838"/>
                  <a:gd name="connsiteX1" fmla="*/ 119023 w 685764"/>
                  <a:gd name="connsiteY1" fmla="*/ 606463 h 2336838"/>
                  <a:gd name="connsiteX2" fmla="*/ 555586 w 685764"/>
                  <a:gd name="connsiteY2" fmla="*/ 1060487 h 2336838"/>
                  <a:gd name="connsiteX3" fmla="*/ 554791 w 685764"/>
                  <a:gd name="connsiteY3" fmla="*/ 1272418 h 2336838"/>
                  <a:gd name="connsiteX4" fmla="*/ 113466 w 685764"/>
                  <a:gd name="connsiteY4" fmla="*/ 1716126 h 2336838"/>
                  <a:gd name="connsiteX5" fmla="*/ 11073 w 685764"/>
                  <a:gd name="connsiteY5" fmla="*/ 2336838 h 2336838"/>
                  <a:gd name="connsiteX6" fmla="*/ 143629 w 685764"/>
                  <a:gd name="connsiteY6" fmla="*/ 2335250 h 2336838"/>
                  <a:gd name="connsiteX7" fmla="*/ 202367 w 685764"/>
                  <a:gd name="connsiteY7" fmla="*/ 1756607 h 2336838"/>
                  <a:gd name="connsiteX8" fmla="*/ 685759 w 685764"/>
                  <a:gd name="connsiteY8" fmla="*/ 1165263 h 2336838"/>
                  <a:gd name="connsiteX9" fmla="*/ 177760 w 685764"/>
                  <a:gd name="connsiteY9" fmla="*/ 535025 h 2336838"/>
                  <a:gd name="connsiteX10" fmla="*/ 115054 w 685764"/>
                  <a:gd name="connsiteY10" fmla="*/ 38 h 2336838"/>
                  <a:gd name="connsiteX11" fmla="*/ 7898 w 685764"/>
                  <a:gd name="connsiteY11" fmla="*/ 38 h 2336838"/>
                  <a:gd name="connsiteX0" fmla="*/ 6033 w 683899"/>
                  <a:gd name="connsiteY0" fmla="*/ 38 h 2336838"/>
                  <a:gd name="connsiteX1" fmla="*/ 117158 w 683899"/>
                  <a:gd name="connsiteY1" fmla="*/ 606463 h 2336838"/>
                  <a:gd name="connsiteX2" fmla="*/ 553721 w 683899"/>
                  <a:gd name="connsiteY2" fmla="*/ 1060487 h 2336838"/>
                  <a:gd name="connsiteX3" fmla="*/ 552926 w 683899"/>
                  <a:gd name="connsiteY3" fmla="*/ 1272418 h 2336838"/>
                  <a:gd name="connsiteX4" fmla="*/ 111601 w 683899"/>
                  <a:gd name="connsiteY4" fmla="*/ 1716126 h 2336838"/>
                  <a:gd name="connsiteX5" fmla="*/ 9208 w 683899"/>
                  <a:gd name="connsiteY5" fmla="*/ 2336838 h 2336838"/>
                  <a:gd name="connsiteX6" fmla="*/ 141764 w 683899"/>
                  <a:gd name="connsiteY6" fmla="*/ 2335250 h 2336838"/>
                  <a:gd name="connsiteX7" fmla="*/ 200502 w 683899"/>
                  <a:gd name="connsiteY7" fmla="*/ 1756607 h 2336838"/>
                  <a:gd name="connsiteX8" fmla="*/ 683894 w 683899"/>
                  <a:gd name="connsiteY8" fmla="*/ 1165263 h 2336838"/>
                  <a:gd name="connsiteX9" fmla="*/ 175895 w 683899"/>
                  <a:gd name="connsiteY9" fmla="*/ 535025 h 2336838"/>
                  <a:gd name="connsiteX10" fmla="*/ 113189 w 683899"/>
                  <a:gd name="connsiteY10" fmla="*/ 38 h 2336838"/>
                  <a:gd name="connsiteX11" fmla="*/ 6033 w 683899"/>
                  <a:gd name="connsiteY11" fmla="*/ 38 h 2336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3899" h="2336838">
                    <a:moveTo>
                      <a:pt x="6033" y="38"/>
                    </a:moveTo>
                    <a:cubicBezTo>
                      <a:pt x="-16721" y="183657"/>
                      <a:pt x="25877" y="429721"/>
                      <a:pt x="117158" y="606463"/>
                    </a:cubicBezTo>
                    <a:cubicBezTo>
                      <a:pt x="208439" y="783205"/>
                      <a:pt x="431087" y="968544"/>
                      <a:pt x="553721" y="1060487"/>
                    </a:cubicBezTo>
                    <a:cubicBezTo>
                      <a:pt x="676355" y="1152430"/>
                      <a:pt x="642488" y="1204420"/>
                      <a:pt x="552926" y="1272418"/>
                    </a:cubicBezTo>
                    <a:cubicBezTo>
                      <a:pt x="463364" y="1340416"/>
                      <a:pt x="241114" y="1476017"/>
                      <a:pt x="111601" y="1716126"/>
                    </a:cubicBezTo>
                    <a:cubicBezTo>
                      <a:pt x="-17912" y="1956235"/>
                      <a:pt x="-2434" y="2224788"/>
                      <a:pt x="9208" y="2336838"/>
                    </a:cubicBezTo>
                    <a:cubicBezTo>
                      <a:pt x="73238" y="2334588"/>
                      <a:pt x="79322" y="2333927"/>
                      <a:pt x="141764" y="2335250"/>
                    </a:cubicBezTo>
                    <a:cubicBezTo>
                      <a:pt x="142293" y="2341337"/>
                      <a:pt x="72047" y="2043680"/>
                      <a:pt x="200502" y="1756607"/>
                    </a:cubicBezTo>
                    <a:cubicBezTo>
                      <a:pt x="328957" y="1469534"/>
                      <a:pt x="685482" y="1317001"/>
                      <a:pt x="683894" y="1165263"/>
                    </a:cubicBezTo>
                    <a:cubicBezTo>
                      <a:pt x="682306" y="1013525"/>
                      <a:pt x="282919" y="869723"/>
                      <a:pt x="175895" y="535025"/>
                    </a:cubicBezTo>
                    <a:cubicBezTo>
                      <a:pt x="68871" y="200327"/>
                      <a:pt x="104458" y="4271"/>
                      <a:pt x="113189" y="38"/>
                    </a:cubicBezTo>
                    <a:cubicBezTo>
                      <a:pt x="90964" y="-226"/>
                      <a:pt x="41530" y="1023"/>
                      <a:pt x="6033" y="3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</a:endParaRPr>
              </a:p>
            </p:txBody>
          </p:sp>
          <p:sp>
            <p:nvSpPr>
              <p:cNvPr id="30" name="任意多边形 29"/>
              <p:cNvSpPr/>
              <p:nvPr/>
            </p:nvSpPr>
            <p:spPr>
              <a:xfrm flipH="1">
                <a:off x="1699754" y="1172343"/>
                <a:ext cx="957816" cy="3272796"/>
              </a:xfrm>
              <a:custGeom>
                <a:avLst/>
                <a:gdLst>
                  <a:gd name="connsiteX0" fmla="*/ 38 w 624974"/>
                  <a:gd name="connsiteY0" fmla="*/ 74612 h 2488535"/>
                  <a:gd name="connsiteX1" fmla="*/ 111163 w 624974"/>
                  <a:gd name="connsiteY1" fmla="*/ 681037 h 2488535"/>
                  <a:gd name="connsiteX2" fmla="*/ 571538 w 624974"/>
                  <a:gd name="connsiteY2" fmla="*/ 1144587 h 2488535"/>
                  <a:gd name="connsiteX3" fmla="*/ 577888 w 624974"/>
                  <a:gd name="connsiteY3" fmla="*/ 1335087 h 2488535"/>
                  <a:gd name="connsiteX4" fmla="*/ 234988 w 624974"/>
                  <a:gd name="connsiteY4" fmla="*/ 1636712 h 2488535"/>
                  <a:gd name="connsiteX5" fmla="*/ 3213 w 624974"/>
                  <a:gd name="connsiteY5" fmla="*/ 2411412 h 2488535"/>
                  <a:gd name="connsiteX6" fmla="*/ 104813 w 624974"/>
                  <a:gd name="connsiteY6" fmla="*/ 2401887 h 2488535"/>
                  <a:gd name="connsiteX7" fmla="*/ 177838 w 624974"/>
                  <a:gd name="connsiteY7" fmla="*/ 1890712 h 2488535"/>
                  <a:gd name="connsiteX8" fmla="*/ 565188 w 624974"/>
                  <a:gd name="connsiteY8" fmla="*/ 1398587 h 2488535"/>
                  <a:gd name="connsiteX9" fmla="*/ 568363 w 624974"/>
                  <a:gd name="connsiteY9" fmla="*/ 1049337 h 2488535"/>
                  <a:gd name="connsiteX10" fmla="*/ 174663 w 624974"/>
                  <a:gd name="connsiteY10" fmla="*/ 566737 h 2488535"/>
                  <a:gd name="connsiteX11" fmla="*/ 104813 w 624974"/>
                  <a:gd name="connsiteY11" fmla="*/ 65087 h 2488535"/>
                  <a:gd name="connsiteX12" fmla="*/ 38 w 624974"/>
                  <a:gd name="connsiteY12" fmla="*/ 74612 h 2488535"/>
                  <a:gd name="connsiteX0" fmla="*/ 38 w 624974"/>
                  <a:gd name="connsiteY0" fmla="*/ 74612 h 2488535"/>
                  <a:gd name="connsiteX1" fmla="*/ 111163 w 624974"/>
                  <a:gd name="connsiteY1" fmla="*/ 681037 h 2488535"/>
                  <a:gd name="connsiteX2" fmla="*/ 571538 w 624974"/>
                  <a:gd name="connsiteY2" fmla="*/ 1144587 h 2488535"/>
                  <a:gd name="connsiteX3" fmla="*/ 577888 w 624974"/>
                  <a:gd name="connsiteY3" fmla="*/ 1335087 h 2488535"/>
                  <a:gd name="connsiteX4" fmla="*/ 234988 w 624974"/>
                  <a:gd name="connsiteY4" fmla="*/ 1636712 h 2488535"/>
                  <a:gd name="connsiteX5" fmla="*/ 3213 w 624974"/>
                  <a:gd name="connsiteY5" fmla="*/ 2411412 h 2488535"/>
                  <a:gd name="connsiteX6" fmla="*/ 104813 w 624974"/>
                  <a:gd name="connsiteY6" fmla="*/ 2401887 h 2488535"/>
                  <a:gd name="connsiteX7" fmla="*/ 177838 w 624974"/>
                  <a:gd name="connsiteY7" fmla="*/ 1890712 h 2488535"/>
                  <a:gd name="connsiteX8" fmla="*/ 565188 w 624974"/>
                  <a:gd name="connsiteY8" fmla="*/ 1398587 h 2488535"/>
                  <a:gd name="connsiteX9" fmla="*/ 568363 w 624974"/>
                  <a:gd name="connsiteY9" fmla="*/ 1049337 h 2488535"/>
                  <a:gd name="connsiteX10" fmla="*/ 174663 w 624974"/>
                  <a:gd name="connsiteY10" fmla="*/ 566737 h 2488535"/>
                  <a:gd name="connsiteX11" fmla="*/ 104813 w 624974"/>
                  <a:gd name="connsiteY11" fmla="*/ 65087 h 2488535"/>
                  <a:gd name="connsiteX12" fmla="*/ 38 w 624974"/>
                  <a:gd name="connsiteY12" fmla="*/ 74612 h 2488535"/>
                  <a:gd name="connsiteX0" fmla="*/ 23714 w 648650"/>
                  <a:gd name="connsiteY0" fmla="*/ 43040 h 2456963"/>
                  <a:gd name="connsiteX1" fmla="*/ 134839 w 648650"/>
                  <a:gd name="connsiteY1" fmla="*/ 649465 h 2456963"/>
                  <a:gd name="connsiteX2" fmla="*/ 595214 w 648650"/>
                  <a:gd name="connsiteY2" fmla="*/ 1113015 h 2456963"/>
                  <a:gd name="connsiteX3" fmla="*/ 601564 w 648650"/>
                  <a:gd name="connsiteY3" fmla="*/ 1303515 h 2456963"/>
                  <a:gd name="connsiteX4" fmla="*/ 258664 w 648650"/>
                  <a:gd name="connsiteY4" fmla="*/ 1605140 h 2456963"/>
                  <a:gd name="connsiteX5" fmla="*/ 26889 w 648650"/>
                  <a:gd name="connsiteY5" fmla="*/ 2379840 h 2456963"/>
                  <a:gd name="connsiteX6" fmla="*/ 128489 w 648650"/>
                  <a:gd name="connsiteY6" fmla="*/ 2370315 h 2456963"/>
                  <a:gd name="connsiteX7" fmla="*/ 201514 w 648650"/>
                  <a:gd name="connsiteY7" fmla="*/ 1859140 h 2456963"/>
                  <a:gd name="connsiteX8" fmla="*/ 588864 w 648650"/>
                  <a:gd name="connsiteY8" fmla="*/ 1367015 h 2456963"/>
                  <a:gd name="connsiteX9" fmla="*/ 592039 w 648650"/>
                  <a:gd name="connsiteY9" fmla="*/ 1017765 h 2456963"/>
                  <a:gd name="connsiteX10" fmla="*/ 198339 w 648650"/>
                  <a:gd name="connsiteY10" fmla="*/ 535165 h 2456963"/>
                  <a:gd name="connsiteX11" fmla="*/ 128489 w 648650"/>
                  <a:gd name="connsiteY11" fmla="*/ 33515 h 2456963"/>
                  <a:gd name="connsiteX12" fmla="*/ 23714 w 648650"/>
                  <a:gd name="connsiteY12" fmla="*/ 43040 h 2456963"/>
                  <a:gd name="connsiteX0" fmla="*/ 25732 w 650668"/>
                  <a:gd name="connsiteY0" fmla="*/ 53052 h 2466975"/>
                  <a:gd name="connsiteX1" fmla="*/ 136857 w 650668"/>
                  <a:gd name="connsiteY1" fmla="*/ 659477 h 2466975"/>
                  <a:gd name="connsiteX2" fmla="*/ 597232 w 650668"/>
                  <a:gd name="connsiteY2" fmla="*/ 1123027 h 2466975"/>
                  <a:gd name="connsiteX3" fmla="*/ 603582 w 650668"/>
                  <a:gd name="connsiteY3" fmla="*/ 1313527 h 2466975"/>
                  <a:gd name="connsiteX4" fmla="*/ 260682 w 650668"/>
                  <a:gd name="connsiteY4" fmla="*/ 1615152 h 2466975"/>
                  <a:gd name="connsiteX5" fmla="*/ 28907 w 650668"/>
                  <a:gd name="connsiteY5" fmla="*/ 2389852 h 2466975"/>
                  <a:gd name="connsiteX6" fmla="*/ 130507 w 650668"/>
                  <a:gd name="connsiteY6" fmla="*/ 2380327 h 2466975"/>
                  <a:gd name="connsiteX7" fmla="*/ 203532 w 650668"/>
                  <a:gd name="connsiteY7" fmla="*/ 1869152 h 2466975"/>
                  <a:gd name="connsiteX8" fmla="*/ 590882 w 650668"/>
                  <a:gd name="connsiteY8" fmla="*/ 1377027 h 2466975"/>
                  <a:gd name="connsiteX9" fmla="*/ 594057 w 650668"/>
                  <a:gd name="connsiteY9" fmla="*/ 1027777 h 2466975"/>
                  <a:gd name="connsiteX10" fmla="*/ 200357 w 650668"/>
                  <a:gd name="connsiteY10" fmla="*/ 545177 h 2466975"/>
                  <a:gd name="connsiteX11" fmla="*/ 130507 w 650668"/>
                  <a:gd name="connsiteY11" fmla="*/ 43527 h 2466975"/>
                  <a:gd name="connsiteX12" fmla="*/ 25732 w 650668"/>
                  <a:gd name="connsiteY12" fmla="*/ 53052 h 2466975"/>
                  <a:gd name="connsiteX0" fmla="*/ 25732 w 650668"/>
                  <a:gd name="connsiteY0" fmla="*/ 44171 h 2458094"/>
                  <a:gd name="connsiteX1" fmla="*/ 136857 w 650668"/>
                  <a:gd name="connsiteY1" fmla="*/ 650596 h 2458094"/>
                  <a:gd name="connsiteX2" fmla="*/ 597232 w 650668"/>
                  <a:gd name="connsiteY2" fmla="*/ 1114146 h 2458094"/>
                  <a:gd name="connsiteX3" fmla="*/ 603582 w 650668"/>
                  <a:gd name="connsiteY3" fmla="*/ 1304646 h 2458094"/>
                  <a:gd name="connsiteX4" fmla="*/ 260682 w 650668"/>
                  <a:gd name="connsiteY4" fmla="*/ 1606271 h 2458094"/>
                  <a:gd name="connsiteX5" fmla="*/ 28907 w 650668"/>
                  <a:gd name="connsiteY5" fmla="*/ 2380971 h 2458094"/>
                  <a:gd name="connsiteX6" fmla="*/ 130507 w 650668"/>
                  <a:gd name="connsiteY6" fmla="*/ 2371446 h 2458094"/>
                  <a:gd name="connsiteX7" fmla="*/ 203532 w 650668"/>
                  <a:gd name="connsiteY7" fmla="*/ 1860271 h 2458094"/>
                  <a:gd name="connsiteX8" fmla="*/ 590882 w 650668"/>
                  <a:gd name="connsiteY8" fmla="*/ 1368146 h 2458094"/>
                  <a:gd name="connsiteX9" fmla="*/ 594057 w 650668"/>
                  <a:gd name="connsiteY9" fmla="*/ 1018896 h 2458094"/>
                  <a:gd name="connsiteX10" fmla="*/ 200357 w 650668"/>
                  <a:gd name="connsiteY10" fmla="*/ 536296 h 2458094"/>
                  <a:gd name="connsiteX11" fmla="*/ 130507 w 650668"/>
                  <a:gd name="connsiteY11" fmla="*/ 34646 h 2458094"/>
                  <a:gd name="connsiteX12" fmla="*/ 25732 w 650668"/>
                  <a:gd name="connsiteY12" fmla="*/ 44171 h 2458094"/>
                  <a:gd name="connsiteX0" fmla="*/ 25732 w 650668"/>
                  <a:gd name="connsiteY0" fmla="*/ 36942 h 2450865"/>
                  <a:gd name="connsiteX1" fmla="*/ 136857 w 650668"/>
                  <a:gd name="connsiteY1" fmla="*/ 643367 h 2450865"/>
                  <a:gd name="connsiteX2" fmla="*/ 597232 w 650668"/>
                  <a:gd name="connsiteY2" fmla="*/ 1106917 h 2450865"/>
                  <a:gd name="connsiteX3" fmla="*/ 603582 w 650668"/>
                  <a:gd name="connsiteY3" fmla="*/ 1297417 h 2450865"/>
                  <a:gd name="connsiteX4" fmla="*/ 260682 w 650668"/>
                  <a:gd name="connsiteY4" fmla="*/ 1599042 h 2450865"/>
                  <a:gd name="connsiteX5" fmla="*/ 28907 w 650668"/>
                  <a:gd name="connsiteY5" fmla="*/ 2373742 h 2450865"/>
                  <a:gd name="connsiteX6" fmla="*/ 130507 w 650668"/>
                  <a:gd name="connsiteY6" fmla="*/ 2364217 h 2450865"/>
                  <a:gd name="connsiteX7" fmla="*/ 203532 w 650668"/>
                  <a:gd name="connsiteY7" fmla="*/ 1853042 h 2450865"/>
                  <a:gd name="connsiteX8" fmla="*/ 590882 w 650668"/>
                  <a:gd name="connsiteY8" fmla="*/ 1360917 h 2450865"/>
                  <a:gd name="connsiteX9" fmla="*/ 594057 w 650668"/>
                  <a:gd name="connsiteY9" fmla="*/ 1011667 h 2450865"/>
                  <a:gd name="connsiteX10" fmla="*/ 200357 w 650668"/>
                  <a:gd name="connsiteY10" fmla="*/ 529067 h 2450865"/>
                  <a:gd name="connsiteX11" fmla="*/ 132888 w 650668"/>
                  <a:gd name="connsiteY11" fmla="*/ 36942 h 2450865"/>
                  <a:gd name="connsiteX12" fmla="*/ 25732 w 650668"/>
                  <a:gd name="connsiteY12" fmla="*/ 36942 h 2450865"/>
                  <a:gd name="connsiteX0" fmla="*/ 25732 w 650668"/>
                  <a:gd name="connsiteY0" fmla="*/ 38 h 2413961"/>
                  <a:gd name="connsiteX1" fmla="*/ 136857 w 650668"/>
                  <a:gd name="connsiteY1" fmla="*/ 606463 h 2413961"/>
                  <a:gd name="connsiteX2" fmla="*/ 597232 w 650668"/>
                  <a:gd name="connsiteY2" fmla="*/ 1070013 h 2413961"/>
                  <a:gd name="connsiteX3" fmla="*/ 603582 w 650668"/>
                  <a:gd name="connsiteY3" fmla="*/ 1260513 h 2413961"/>
                  <a:gd name="connsiteX4" fmla="*/ 260682 w 650668"/>
                  <a:gd name="connsiteY4" fmla="*/ 1562138 h 2413961"/>
                  <a:gd name="connsiteX5" fmla="*/ 28907 w 650668"/>
                  <a:gd name="connsiteY5" fmla="*/ 2336838 h 2413961"/>
                  <a:gd name="connsiteX6" fmla="*/ 130507 w 650668"/>
                  <a:gd name="connsiteY6" fmla="*/ 2327313 h 2413961"/>
                  <a:gd name="connsiteX7" fmla="*/ 203532 w 650668"/>
                  <a:gd name="connsiteY7" fmla="*/ 1816138 h 2413961"/>
                  <a:gd name="connsiteX8" fmla="*/ 590882 w 650668"/>
                  <a:gd name="connsiteY8" fmla="*/ 1324013 h 2413961"/>
                  <a:gd name="connsiteX9" fmla="*/ 594057 w 650668"/>
                  <a:gd name="connsiteY9" fmla="*/ 974763 h 2413961"/>
                  <a:gd name="connsiteX10" fmla="*/ 200357 w 650668"/>
                  <a:gd name="connsiteY10" fmla="*/ 492163 h 2413961"/>
                  <a:gd name="connsiteX11" fmla="*/ 132888 w 650668"/>
                  <a:gd name="connsiteY11" fmla="*/ 38 h 2413961"/>
                  <a:gd name="connsiteX12" fmla="*/ 25732 w 650668"/>
                  <a:gd name="connsiteY12" fmla="*/ 38 h 2413961"/>
                  <a:gd name="connsiteX0" fmla="*/ 39 w 624975"/>
                  <a:gd name="connsiteY0" fmla="*/ 38 h 2413961"/>
                  <a:gd name="connsiteX1" fmla="*/ 111164 w 624975"/>
                  <a:gd name="connsiteY1" fmla="*/ 606463 h 2413961"/>
                  <a:gd name="connsiteX2" fmla="*/ 571539 w 624975"/>
                  <a:gd name="connsiteY2" fmla="*/ 1070013 h 2413961"/>
                  <a:gd name="connsiteX3" fmla="*/ 577889 w 624975"/>
                  <a:gd name="connsiteY3" fmla="*/ 1260513 h 2413961"/>
                  <a:gd name="connsiteX4" fmla="*/ 234989 w 624975"/>
                  <a:gd name="connsiteY4" fmla="*/ 1562138 h 2413961"/>
                  <a:gd name="connsiteX5" fmla="*/ 3214 w 624975"/>
                  <a:gd name="connsiteY5" fmla="*/ 2336838 h 2413961"/>
                  <a:gd name="connsiteX6" fmla="*/ 104814 w 624975"/>
                  <a:gd name="connsiteY6" fmla="*/ 2327313 h 2413961"/>
                  <a:gd name="connsiteX7" fmla="*/ 177839 w 624975"/>
                  <a:gd name="connsiteY7" fmla="*/ 1816138 h 2413961"/>
                  <a:gd name="connsiteX8" fmla="*/ 565189 w 624975"/>
                  <a:gd name="connsiteY8" fmla="*/ 1324013 h 2413961"/>
                  <a:gd name="connsiteX9" fmla="*/ 568364 w 624975"/>
                  <a:gd name="connsiteY9" fmla="*/ 974763 h 2413961"/>
                  <a:gd name="connsiteX10" fmla="*/ 174664 w 624975"/>
                  <a:gd name="connsiteY10" fmla="*/ 492163 h 2413961"/>
                  <a:gd name="connsiteX11" fmla="*/ 107195 w 624975"/>
                  <a:gd name="connsiteY11" fmla="*/ 38 h 2413961"/>
                  <a:gd name="connsiteX12" fmla="*/ 39 w 624975"/>
                  <a:gd name="connsiteY12" fmla="*/ 38 h 2413961"/>
                  <a:gd name="connsiteX0" fmla="*/ 6356 w 631292"/>
                  <a:gd name="connsiteY0" fmla="*/ 38 h 2413961"/>
                  <a:gd name="connsiteX1" fmla="*/ 117481 w 631292"/>
                  <a:gd name="connsiteY1" fmla="*/ 606463 h 2413961"/>
                  <a:gd name="connsiteX2" fmla="*/ 577856 w 631292"/>
                  <a:gd name="connsiteY2" fmla="*/ 1070013 h 2413961"/>
                  <a:gd name="connsiteX3" fmla="*/ 584206 w 631292"/>
                  <a:gd name="connsiteY3" fmla="*/ 1260513 h 2413961"/>
                  <a:gd name="connsiteX4" fmla="*/ 241306 w 631292"/>
                  <a:gd name="connsiteY4" fmla="*/ 1562138 h 2413961"/>
                  <a:gd name="connsiteX5" fmla="*/ 9531 w 631292"/>
                  <a:gd name="connsiteY5" fmla="*/ 2336838 h 2413961"/>
                  <a:gd name="connsiteX6" fmla="*/ 111131 w 631292"/>
                  <a:gd name="connsiteY6" fmla="*/ 2327313 h 2413961"/>
                  <a:gd name="connsiteX7" fmla="*/ 184156 w 631292"/>
                  <a:gd name="connsiteY7" fmla="*/ 1816138 h 2413961"/>
                  <a:gd name="connsiteX8" fmla="*/ 571506 w 631292"/>
                  <a:gd name="connsiteY8" fmla="*/ 1324013 h 2413961"/>
                  <a:gd name="connsiteX9" fmla="*/ 574681 w 631292"/>
                  <a:gd name="connsiteY9" fmla="*/ 974763 h 2413961"/>
                  <a:gd name="connsiteX10" fmla="*/ 180981 w 631292"/>
                  <a:gd name="connsiteY10" fmla="*/ 492163 h 2413961"/>
                  <a:gd name="connsiteX11" fmla="*/ 113512 w 631292"/>
                  <a:gd name="connsiteY11" fmla="*/ 38 h 2413961"/>
                  <a:gd name="connsiteX12" fmla="*/ 6356 w 631292"/>
                  <a:gd name="connsiteY12" fmla="*/ 38 h 2413961"/>
                  <a:gd name="connsiteX0" fmla="*/ 6356 w 656707"/>
                  <a:gd name="connsiteY0" fmla="*/ 38 h 2413961"/>
                  <a:gd name="connsiteX1" fmla="*/ 117481 w 656707"/>
                  <a:gd name="connsiteY1" fmla="*/ 606463 h 2413961"/>
                  <a:gd name="connsiteX2" fmla="*/ 577856 w 656707"/>
                  <a:gd name="connsiteY2" fmla="*/ 1070013 h 2413961"/>
                  <a:gd name="connsiteX3" fmla="*/ 584206 w 656707"/>
                  <a:gd name="connsiteY3" fmla="*/ 1260513 h 2413961"/>
                  <a:gd name="connsiteX4" fmla="*/ 241306 w 656707"/>
                  <a:gd name="connsiteY4" fmla="*/ 1562138 h 2413961"/>
                  <a:gd name="connsiteX5" fmla="*/ 9531 w 656707"/>
                  <a:gd name="connsiteY5" fmla="*/ 2336838 h 2413961"/>
                  <a:gd name="connsiteX6" fmla="*/ 111131 w 656707"/>
                  <a:gd name="connsiteY6" fmla="*/ 2327313 h 2413961"/>
                  <a:gd name="connsiteX7" fmla="*/ 184156 w 656707"/>
                  <a:gd name="connsiteY7" fmla="*/ 1816138 h 2413961"/>
                  <a:gd name="connsiteX8" fmla="*/ 571506 w 656707"/>
                  <a:gd name="connsiteY8" fmla="*/ 1324013 h 2413961"/>
                  <a:gd name="connsiteX9" fmla="*/ 574681 w 656707"/>
                  <a:gd name="connsiteY9" fmla="*/ 974763 h 2413961"/>
                  <a:gd name="connsiteX10" fmla="*/ 180981 w 656707"/>
                  <a:gd name="connsiteY10" fmla="*/ 492163 h 2413961"/>
                  <a:gd name="connsiteX11" fmla="*/ 113512 w 656707"/>
                  <a:gd name="connsiteY11" fmla="*/ 38 h 2413961"/>
                  <a:gd name="connsiteX12" fmla="*/ 6356 w 656707"/>
                  <a:gd name="connsiteY12" fmla="*/ 38 h 2413961"/>
                  <a:gd name="connsiteX0" fmla="*/ 6356 w 621937"/>
                  <a:gd name="connsiteY0" fmla="*/ 38 h 2413961"/>
                  <a:gd name="connsiteX1" fmla="*/ 117481 w 621937"/>
                  <a:gd name="connsiteY1" fmla="*/ 606463 h 2413961"/>
                  <a:gd name="connsiteX2" fmla="*/ 577856 w 621937"/>
                  <a:gd name="connsiteY2" fmla="*/ 1070013 h 2413961"/>
                  <a:gd name="connsiteX3" fmla="*/ 555631 w 621937"/>
                  <a:gd name="connsiteY3" fmla="*/ 1281944 h 2413961"/>
                  <a:gd name="connsiteX4" fmla="*/ 241306 w 621937"/>
                  <a:gd name="connsiteY4" fmla="*/ 1562138 h 2413961"/>
                  <a:gd name="connsiteX5" fmla="*/ 9531 w 621937"/>
                  <a:gd name="connsiteY5" fmla="*/ 2336838 h 2413961"/>
                  <a:gd name="connsiteX6" fmla="*/ 111131 w 621937"/>
                  <a:gd name="connsiteY6" fmla="*/ 2327313 h 2413961"/>
                  <a:gd name="connsiteX7" fmla="*/ 184156 w 621937"/>
                  <a:gd name="connsiteY7" fmla="*/ 1816138 h 2413961"/>
                  <a:gd name="connsiteX8" fmla="*/ 571506 w 621937"/>
                  <a:gd name="connsiteY8" fmla="*/ 1324013 h 2413961"/>
                  <a:gd name="connsiteX9" fmla="*/ 574681 w 621937"/>
                  <a:gd name="connsiteY9" fmla="*/ 974763 h 2413961"/>
                  <a:gd name="connsiteX10" fmla="*/ 180981 w 621937"/>
                  <a:gd name="connsiteY10" fmla="*/ 492163 h 2413961"/>
                  <a:gd name="connsiteX11" fmla="*/ 113512 w 621937"/>
                  <a:gd name="connsiteY11" fmla="*/ 38 h 2413961"/>
                  <a:gd name="connsiteX12" fmla="*/ 6356 w 621937"/>
                  <a:gd name="connsiteY12" fmla="*/ 38 h 2413961"/>
                  <a:gd name="connsiteX0" fmla="*/ 6324 w 621905"/>
                  <a:gd name="connsiteY0" fmla="*/ 38 h 2413961"/>
                  <a:gd name="connsiteX1" fmla="*/ 117449 w 621905"/>
                  <a:gd name="connsiteY1" fmla="*/ 606463 h 2413961"/>
                  <a:gd name="connsiteX2" fmla="*/ 575442 w 621905"/>
                  <a:gd name="connsiteY2" fmla="*/ 1074775 h 2413961"/>
                  <a:gd name="connsiteX3" fmla="*/ 555599 w 621905"/>
                  <a:gd name="connsiteY3" fmla="*/ 1281944 h 2413961"/>
                  <a:gd name="connsiteX4" fmla="*/ 241274 w 621905"/>
                  <a:gd name="connsiteY4" fmla="*/ 1562138 h 2413961"/>
                  <a:gd name="connsiteX5" fmla="*/ 9499 w 621905"/>
                  <a:gd name="connsiteY5" fmla="*/ 2336838 h 2413961"/>
                  <a:gd name="connsiteX6" fmla="*/ 111099 w 621905"/>
                  <a:gd name="connsiteY6" fmla="*/ 2327313 h 2413961"/>
                  <a:gd name="connsiteX7" fmla="*/ 184124 w 621905"/>
                  <a:gd name="connsiteY7" fmla="*/ 1816138 h 2413961"/>
                  <a:gd name="connsiteX8" fmla="*/ 571474 w 621905"/>
                  <a:gd name="connsiteY8" fmla="*/ 1324013 h 2413961"/>
                  <a:gd name="connsiteX9" fmla="*/ 574649 w 621905"/>
                  <a:gd name="connsiteY9" fmla="*/ 974763 h 2413961"/>
                  <a:gd name="connsiteX10" fmla="*/ 180949 w 621905"/>
                  <a:gd name="connsiteY10" fmla="*/ 492163 h 2413961"/>
                  <a:gd name="connsiteX11" fmla="*/ 113480 w 621905"/>
                  <a:gd name="connsiteY11" fmla="*/ 38 h 2413961"/>
                  <a:gd name="connsiteX12" fmla="*/ 6324 w 621905"/>
                  <a:gd name="connsiteY12" fmla="*/ 38 h 2413961"/>
                  <a:gd name="connsiteX0" fmla="*/ 6324 w 643161"/>
                  <a:gd name="connsiteY0" fmla="*/ 38 h 2413961"/>
                  <a:gd name="connsiteX1" fmla="*/ 117449 w 643161"/>
                  <a:gd name="connsiteY1" fmla="*/ 606463 h 2413961"/>
                  <a:gd name="connsiteX2" fmla="*/ 575442 w 643161"/>
                  <a:gd name="connsiteY2" fmla="*/ 1074775 h 2413961"/>
                  <a:gd name="connsiteX3" fmla="*/ 555599 w 643161"/>
                  <a:gd name="connsiteY3" fmla="*/ 1281944 h 2413961"/>
                  <a:gd name="connsiteX4" fmla="*/ 241274 w 643161"/>
                  <a:gd name="connsiteY4" fmla="*/ 1562138 h 2413961"/>
                  <a:gd name="connsiteX5" fmla="*/ 9499 w 643161"/>
                  <a:gd name="connsiteY5" fmla="*/ 2336838 h 2413961"/>
                  <a:gd name="connsiteX6" fmla="*/ 111099 w 643161"/>
                  <a:gd name="connsiteY6" fmla="*/ 2327313 h 2413961"/>
                  <a:gd name="connsiteX7" fmla="*/ 184124 w 643161"/>
                  <a:gd name="connsiteY7" fmla="*/ 1816138 h 2413961"/>
                  <a:gd name="connsiteX8" fmla="*/ 571474 w 643161"/>
                  <a:gd name="connsiteY8" fmla="*/ 1324013 h 2413961"/>
                  <a:gd name="connsiteX9" fmla="*/ 574649 w 643161"/>
                  <a:gd name="connsiteY9" fmla="*/ 974763 h 2413961"/>
                  <a:gd name="connsiteX10" fmla="*/ 180949 w 643161"/>
                  <a:gd name="connsiteY10" fmla="*/ 492163 h 2413961"/>
                  <a:gd name="connsiteX11" fmla="*/ 113480 w 643161"/>
                  <a:gd name="connsiteY11" fmla="*/ 38 h 2413961"/>
                  <a:gd name="connsiteX12" fmla="*/ 6324 w 643161"/>
                  <a:gd name="connsiteY12" fmla="*/ 38 h 2413961"/>
                  <a:gd name="connsiteX0" fmla="*/ 6324 w 643161"/>
                  <a:gd name="connsiteY0" fmla="*/ 38 h 2413961"/>
                  <a:gd name="connsiteX1" fmla="*/ 117449 w 643161"/>
                  <a:gd name="connsiteY1" fmla="*/ 606463 h 2413961"/>
                  <a:gd name="connsiteX2" fmla="*/ 575442 w 643161"/>
                  <a:gd name="connsiteY2" fmla="*/ 1074775 h 2413961"/>
                  <a:gd name="connsiteX3" fmla="*/ 555599 w 643161"/>
                  <a:gd name="connsiteY3" fmla="*/ 1281944 h 2413961"/>
                  <a:gd name="connsiteX4" fmla="*/ 241274 w 643161"/>
                  <a:gd name="connsiteY4" fmla="*/ 1562138 h 2413961"/>
                  <a:gd name="connsiteX5" fmla="*/ 9499 w 643161"/>
                  <a:gd name="connsiteY5" fmla="*/ 2336838 h 2413961"/>
                  <a:gd name="connsiteX6" fmla="*/ 111099 w 643161"/>
                  <a:gd name="connsiteY6" fmla="*/ 2327313 h 2413961"/>
                  <a:gd name="connsiteX7" fmla="*/ 184124 w 643161"/>
                  <a:gd name="connsiteY7" fmla="*/ 1816138 h 2413961"/>
                  <a:gd name="connsiteX8" fmla="*/ 571474 w 643161"/>
                  <a:gd name="connsiteY8" fmla="*/ 1324013 h 2413961"/>
                  <a:gd name="connsiteX9" fmla="*/ 574649 w 643161"/>
                  <a:gd name="connsiteY9" fmla="*/ 974763 h 2413961"/>
                  <a:gd name="connsiteX10" fmla="*/ 180949 w 643161"/>
                  <a:gd name="connsiteY10" fmla="*/ 492163 h 2413961"/>
                  <a:gd name="connsiteX11" fmla="*/ 113480 w 643161"/>
                  <a:gd name="connsiteY11" fmla="*/ 38 h 2413961"/>
                  <a:gd name="connsiteX12" fmla="*/ 6324 w 643161"/>
                  <a:gd name="connsiteY12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55599 w 773882"/>
                  <a:gd name="connsiteY3" fmla="*/ 1281944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43693 w 773882"/>
                  <a:gd name="connsiteY3" fmla="*/ 1289087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43693 w 773882"/>
                  <a:gd name="connsiteY3" fmla="*/ 1289087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43693 w 773882"/>
                  <a:gd name="connsiteY3" fmla="*/ 1289087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624655 w 773882"/>
                  <a:gd name="connsiteY3" fmla="*/ 1246224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79411 w 773882"/>
                  <a:gd name="connsiteY3" fmla="*/ 1260512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79411 w 773882"/>
                  <a:gd name="connsiteY3" fmla="*/ 1260512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561614"/>
                  <a:gd name="connsiteX1" fmla="*/ 117449 w 773882"/>
                  <a:gd name="connsiteY1" fmla="*/ 606463 h 2561614"/>
                  <a:gd name="connsiteX2" fmla="*/ 575442 w 773882"/>
                  <a:gd name="connsiteY2" fmla="*/ 1074775 h 2561614"/>
                  <a:gd name="connsiteX3" fmla="*/ 579411 w 773882"/>
                  <a:gd name="connsiteY3" fmla="*/ 1260512 h 2561614"/>
                  <a:gd name="connsiteX4" fmla="*/ 241274 w 773882"/>
                  <a:gd name="connsiteY4" fmla="*/ 1562138 h 2561614"/>
                  <a:gd name="connsiteX5" fmla="*/ 9499 w 773882"/>
                  <a:gd name="connsiteY5" fmla="*/ 2336838 h 2561614"/>
                  <a:gd name="connsiteX6" fmla="*/ 111099 w 773882"/>
                  <a:gd name="connsiteY6" fmla="*/ 2327313 h 2561614"/>
                  <a:gd name="connsiteX7" fmla="*/ 184124 w 773882"/>
                  <a:gd name="connsiteY7" fmla="*/ 1816138 h 2561614"/>
                  <a:gd name="connsiteX8" fmla="*/ 571474 w 773882"/>
                  <a:gd name="connsiteY8" fmla="*/ 1324013 h 2561614"/>
                  <a:gd name="connsiteX9" fmla="*/ 773880 w 773882"/>
                  <a:gd name="connsiteY9" fmla="*/ 1142243 h 2561614"/>
                  <a:gd name="connsiteX10" fmla="*/ 574649 w 773882"/>
                  <a:gd name="connsiteY10" fmla="*/ 974763 h 2561614"/>
                  <a:gd name="connsiteX11" fmla="*/ 180949 w 773882"/>
                  <a:gd name="connsiteY11" fmla="*/ 492163 h 2561614"/>
                  <a:gd name="connsiteX12" fmla="*/ 113480 w 773882"/>
                  <a:gd name="connsiteY12" fmla="*/ 38 h 2561614"/>
                  <a:gd name="connsiteX13" fmla="*/ 6324 w 773882"/>
                  <a:gd name="connsiteY13" fmla="*/ 38 h 2561614"/>
                  <a:gd name="connsiteX0" fmla="*/ 6324 w 773882"/>
                  <a:gd name="connsiteY0" fmla="*/ 38 h 2409510"/>
                  <a:gd name="connsiteX1" fmla="*/ 117449 w 773882"/>
                  <a:gd name="connsiteY1" fmla="*/ 606463 h 2409510"/>
                  <a:gd name="connsiteX2" fmla="*/ 575442 w 773882"/>
                  <a:gd name="connsiteY2" fmla="*/ 1074775 h 2409510"/>
                  <a:gd name="connsiteX3" fmla="*/ 579411 w 773882"/>
                  <a:gd name="connsiteY3" fmla="*/ 1260512 h 2409510"/>
                  <a:gd name="connsiteX4" fmla="*/ 184124 w 773882"/>
                  <a:gd name="connsiteY4" fmla="*/ 1626432 h 2409510"/>
                  <a:gd name="connsiteX5" fmla="*/ 9499 w 773882"/>
                  <a:gd name="connsiteY5" fmla="*/ 2336838 h 2409510"/>
                  <a:gd name="connsiteX6" fmla="*/ 111099 w 773882"/>
                  <a:gd name="connsiteY6" fmla="*/ 2327313 h 2409510"/>
                  <a:gd name="connsiteX7" fmla="*/ 184124 w 773882"/>
                  <a:gd name="connsiteY7" fmla="*/ 1816138 h 2409510"/>
                  <a:gd name="connsiteX8" fmla="*/ 571474 w 773882"/>
                  <a:gd name="connsiteY8" fmla="*/ 1324013 h 2409510"/>
                  <a:gd name="connsiteX9" fmla="*/ 773880 w 773882"/>
                  <a:gd name="connsiteY9" fmla="*/ 1142243 h 2409510"/>
                  <a:gd name="connsiteX10" fmla="*/ 574649 w 773882"/>
                  <a:gd name="connsiteY10" fmla="*/ 974763 h 2409510"/>
                  <a:gd name="connsiteX11" fmla="*/ 180949 w 773882"/>
                  <a:gd name="connsiteY11" fmla="*/ 492163 h 2409510"/>
                  <a:gd name="connsiteX12" fmla="*/ 113480 w 773882"/>
                  <a:gd name="connsiteY12" fmla="*/ 38 h 2409510"/>
                  <a:gd name="connsiteX13" fmla="*/ 6324 w 773882"/>
                  <a:gd name="connsiteY13" fmla="*/ 38 h 2409510"/>
                  <a:gd name="connsiteX0" fmla="*/ 6324 w 773882"/>
                  <a:gd name="connsiteY0" fmla="*/ 38 h 2409510"/>
                  <a:gd name="connsiteX1" fmla="*/ 117449 w 773882"/>
                  <a:gd name="connsiteY1" fmla="*/ 606463 h 2409510"/>
                  <a:gd name="connsiteX2" fmla="*/ 575442 w 773882"/>
                  <a:gd name="connsiteY2" fmla="*/ 1074775 h 2409510"/>
                  <a:gd name="connsiteX3" fmla="*/ 579411 w 773882"/>
                  <a:gd name="connsiteY3" fmla="*/ 1260512 h 2409510"/>
                  <a:gd name="connsiteX4" fmla="*/ 184124 w 773882"/>
                  <a:gd name="connsiteY4" fmla="*/ 1626432 h 2409510"/>
                  <a:gd name="connsiteX5" fmla="*/ 9499 w 773882"/>
                  <a:gd name="connsiteY5" fmla="*/ 2336838 h 2409510"/>
                  <a:gd name="connsiteX6" fmla="*/ 111099 w 773882"/>
                  <a:gd name="connsiteY6" fmla="*/ 2327313 h 2409510"/>
                  <a:gd name="connsiteX7" fmla="*/ 184124 w 773882"/>
                  <a:gd name="connsiteY7" fmla="*/ 1816138 h 2409510"/>
                  <a:gd name="connsiteX8" fmla="*/ 571474 w 773882"/>
                  <a:gd name="connsiteY8" fmla="*/ 1324013 h 2409510"/>
                  <a:gd name="connsiteX9" fmla="*/ 773880 w 773882"/>
                  <a:gd name="connsiteY9" fmla="*/ 1142243 h 2409510"/>
                  <a:gd name="connsiteX10" fmla="*/ 574649 w 773882"/>
                  <a:gd name="connsiteY10" fmla="*/ 974763 h 2409510"/>
                  <a:gd name="connsiteX11" fmla="*/ 180949 w 773882"/>
                  <a:gd name="connsiteY11" fmla="*/ 492163 h 2409510"/>
                  <a:gd name="connsiteX12" fmla="*/ 113480 w 773882"/>
                  <a:gd name="connsiteY12" fmla="*/ 38 h 2409510"/>
                  <a:gd name="connsiteX13" fmla="*/ 6324 w 773882"/>
                  <a:gd name="connsiteY13" fmla="*/ 38 h 2409510"/>
                  <a:gd name="connsiteX0" fmla="*/ 6324 w 773882"/>
                  <a:gd name="connsiteY0" fmla="*/ 38 h 2407548"/>
                  <a:gd name="connsiteX1" fmla="*/ 117449 w 773882"/>
                  <a:gd name="connsiteY1" fmla="*/ 606463 h 2407548"/>
                  <a:gd name="connsiteX2" fmla="*/ 575442 w 773882"/>
                  <a:gd name="connsiteY2" fmla="*/ 1074775 h 2407548"/>
                  <a:gd name="connsiteX3" fmla="*/ 579411 w 773882"/>
                  <a:gd name="connsiteY3" fmla="*/ 1260512 h 2407548"/>
                  <a:gd name="connsiteX4" fmla="*/ 184124 w 773882"/>
                  <a:gd name="connsiteY4" fmla="*/ 1626432 h 2407548"/>
                  <a:gd name="connsiteX5" fmla="*/ 9499 w 773882"/>
                  <a:gd name="connsiteY5" fmla="*/ 2336838 h 2407548"/>
                  <a:gd name="connsiteX6" fmla="*/ 111099 w 773882"/>
                  <a:gd name="connsiteY6" fmla="*/ 2327313 h 2407548"/>
                  <a:gd name="connsiteX7" fmla="*/ 184124 w 773882"/>
                  <a:gd name="connsiteY7" fmla="*/ 1816138 h 2407548"/>
                  <a:gd name="connsiteX8" fmla="*/ 571474 w 773882"/>
                  <a:gd name="connsiteY8" fmla="*/ 1324013 h 2407548"/>
                  <a:gd name="connsiteX9" fmla="*/ 773880 w 773882"/>
                  <a:gd name="connsiteY9" fmla="*/ 1142243 h 2407548"/>
                  <a:gd name="connsiteX10" fmla="*/ 574649 w 773882"/>
                  <a:gd name="connsiteY10" fmla="*/ 974763 h 2407548"/>
                  <a:gd name="connsiteX11" fmla="*/ 180949 w 773882"/>
                  <a:gd name="connsiteY11" fmla="*/ 492163 h 2407548"/>
                  <a:gd name="connsiteX12" fmla="*/ 113480 w 773882"/>
                  <a:gd name="connsiteY12" fmla="*/ 38 h 2407548"/>
                  <a:gd name="connsiteX13" fmla="*/ 6324 w 773882"/>
                  <a:gd name="connsiteY13" fmla="*/ 38 h 2407548"/>
                  <a:gd name="connsiteX0" fmla="*/ 6324 w 773882"/>
                  <a:gd name="connsiteY0" fmla="*/ 38 h 2367963"/>
                  <a:gd name="connsiteX1" fmla="*/ 117449 w 773882"/>
                  <a:gd name="connsiteY1" fmla="*/ 606463 h 2367963"/>
                  <a:gd name="connsiteX2" fmla="*/ 575442 w 773882"/>
                  <a:gd name="connsiteY2" fmla="*/ 1074775 h 2367963"/>
                  <a:gd name="connsiteX3" fmla="*/ 579411 w 773882"/>
                  <a:gd name="connsiteY3" fmla="*/ 1260512 h 2367963"/>
                  <a:gd name="connsiteX4" fmla="*/ 184124 w 773882"/>
                  <a:gd name="connsiteY4" fmla="*/ 1626432 h 2367963"/>
                  <a:gd name="connsiteX5" fmla="*/ 9499 w 773882"/>
                  <a:gd name="connsiteY5" fmla="*/ 2336838 h 2367963"/>
                  <a:gd name="connsiteX6" fmla="*/ 111099 w 773882"/>
                  <a:gd name="connsiteY6" fmla="*/ 2327313 h 2367963"/>
                  <a:gd name="connsiteX7" fmla="*/ 184124 w 773882"/>
                  <a:gd name="connsiteY7" fmla="*/ 1816138 h 2367963"/>
                  <a:gd name="connsiteX8" fmla="*/ 571474 w 773882"/>
                  <a:gd name="connsiteY8" fmla="*/ 1324013 h 2367963"/>
                  <a:gd name="connsiteX9" fmla="*/ 773880 w 773882"/>
                  <a:gd name="connsiteY9" fmla="*/ 1142243 h 2367963"/>
                  <a:gd name="connsiteX10" fmla="*/ 574649 w 773882"/>
                  <a:gd name="connsiteY10" fmla="*/ 974763 h 2367963"/>
                  <a:gd name="connsiteX11" fmla="*/ 180949 w 773882"/>
                  <a:gd name="connsiteY11" fmla="*/ 492163 h 2367963"/>
                  <a:gd name="connsiteX12" fmla="*/ 113480 w 773882"/>
                  <a:gd name="connsiteY12" fmla="*/ 38 h 2367963"/>
                  <a:gd name="connsiteX13" fmla="*/ 6324 w 773882"/>
                  <a:gd name="connsiteY13" fmla="*/ 38 h 2367963"/>
                  <a:gd name="connsiteX0" fmla="*/ 6324 w 773882"/>
                  <a:gd name="connsiteY0" fmla="*/ 38 h 2336838"/>
                  <a:gd name="connsiteX1" fmla="*/ 117449 w 773882"/>
                  <a:gd name="connsiteY1" fmla="*/ 606463 h 2336838"/>
                  <a:gd name="connsiteX2" fmla="*/ 575442 w 773882"/>
                  <a:gd name="connsiteY2" fmla="*/ 1074775 h 2336838"/>
                  <a:gd name="connsiteX3" fmla="*/ 579411 w 773882"/>
                  <a:gd name="connsiteY3" fmla="*/ 1260512 h 2336838"/>
                  <a:gd name="connsiteX4" fmla="*/ 184124 w 773882"/>
                  <a:gd name="connsiteY4" fmla="*/ 1626432 h 2336838"/>
                  <a:gd name="connsiteX5" fmla="*/ 9499 w 773882"/>
                  <a:gd name="connsiteY5" fmla="*/ 2336838 h 2336838"/>
                  <a:gd name="connsiteX6" fmla="*/ 111099 w 773882"/>
                  <a:gd name="connsiteY6" fmla="*/ 2327313 h 2336838"/>
                  <a:gd name="connsiteX7" fmla="*/ 184124 w 773882"/>
                  <a:gd name="connsiteY7" fmla="*/ 1816138 h 2336838"/>
                  <a:gd name="connsiteX8" fmla="*/ 571474 w 773882"/>
                  <a:gd name="connsiteY8" fmla="*/ 1324013 h 2336838"/>
                  <a:gd name="connsiteX9" fmla="*/ 773880 w 773882"/>
                  <a:gd name="connsiteY9" fmla="*/ 1142243 h 2336838"/>
                  <a:gd name="connsiteX10" fmla="*/ 574649 w 773882"/>
                  <a:gd name="connsiteY10" fmla="*/ 974763 h 2336838"/>
                  <a:gd name="connsiteX11" fmla="*/ 180949 w 773882"/>
                  <a:gd name="connsiteY11" fmla="*/ 492163 h 2336838"/>
                  <a:gd name="connsiteX12" fmla="*/ 113480 w 773882"/>
                  <a:gd name="connsiteY12" fmla="*/ 38 h 2336838"/>
                  <a:gd name="connsiteX13" fmla="*/ 6324 w 773882"/>
                  <a:gd name="connsiteY13" fmla="*/ 38 h 2336838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80949 w 773881"/>
                  <a:gd name="connsiteY11" fmla="*/ 492163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5"/>
                  <a:gd name="connsiteY0" fmla="*/ 38 h 2343129"/>
                  <a:gd name="connsiteX1" fmla="*/ 117449 w 773885"/>
                  <a:gd name="connsiteY1" fmla="*/ 606463 h 2343129"/>
                  <a:gd name="connsiteX2" fmla="*/ 575442 w 773885"/>
                  <a:gd name="connsiteY2" fmla="*/ 1074775 h 2343129"/>
                  <a:gd name="connsiteX3" fmla="*/ 579411 w 773885"/>
                  <a:gd name="connsiteY3" fmla="*/ 1260512 h 2343129"/>
                  <a:gd name="connsiteX4" fmla="*/ 184124 w 773885"/>
                  <a:gd name="connsiteY4" fmla="*/ 1626432 h 2343129"/>
                  <a:gd name="connsiteX5" fmla="*/ 9499 w 773885"/>
                  <a:gd name="connsiteY5" fmla="*/ 2336838 h 2343129"/>
                  <a:gd name="connsiteX6" fmla="*/ 113480 w 773885"/>
                  <a:gd name="connsiteY6" fmla="*/ 2341600 h 2343129"/>
                  <a:gd name="connsiteX7" fmla="*/ 184124 w 773885"/>
                  <a:gd name="connsiteY7" fmla="*/ 1816138 h 2343129"/>
                  <a:gd name="connsiteX8" fmla="*/ 571474 w 773885"/>
                  <a:gd name="connsiteY8" fmla="*/ 1324013 h 2343129"/>
                  <a:gd name="connsiteX9" fmla="*/ 773880 w 773885"/>
                  <a:gd name="connsiteY9" fmla="*/ 1142243 h 2343129"/>
                  <a:gd name="connsiteX10" fmla="*/ 553218 w 773885"/>
                  <a:gd name="connsiteY10" fmla="*/ 986670 h 2343129"/>
                  <a:gd name="connsiteX11" fmla="*/ 180949 w 773885"/>
                  <a:gd name="connsiteY11" fmla="*/ 492163 h 2343129"/>
                  <a:gd name="connsiteX12" fmla="*/ 113480 w 773885"/>
                  <a:gd name="connsiteY12" fmla="*/ 38 h 2343129"/>
                  <a:gd name="connsiteX13" fmla="*/ 6324 w 773885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23799 w 773881"/>
                  <a:gd name="connsiteY11" fmla="*/ 504069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0837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0837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0837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690539"/>
                  <a:gd name="connsiteY0" fmla="*/ 38 h 2343129"/>
                  <a:gd name="connsiteX1" fmla="*/ 117449 w 690539"/>
                  <a:gd name="connsiteY1" fmla="*/ 606463 h 2343129"/>
                  <a:gd name="connsiteX2" fmla="*/ 575442 w 690539"/>
                  <a:gd name="connsiteY2" fmla="*/ 1074775 h 2343129"/>
                  <a:gd name="connsiteX3" fmla="*/ 579411 w 690539"/>
                  <a:gd name="connsiteY3" fmla="*/ 1260512 h 2343129"/>
                  <a:gd name="connsiteX4" fmla="*/ 184124 w 690539"/>
                  <a:gd name="connsiteY4" fmla="*/ 1626432 h 2343129"/>
                  <a:gd name="connsiteX5" fmla="*/ 9499 w 690539"/>
                  <a:gd name="connsiteY5" fmla="*/ 2336838 h 2343129"/>
                  <a:gd name="connsiteX6" fmla="*/ 113480 w 690539"/>
                  <a:gd name="connsiteY6" fmla="*/ 2341600 h 2343129"/>
                  <a:gd name="connsiteX7" fmla="*/ 184124 w 690539"/>
                  <a:gd name="connsiteY7" fmla="*/ 1816138 h 2343129"/>
                  <a:gd name="connsiteX8" fmla="*/ 571474 w 690539"/>
                  <a:gd name="connsiteY8" fmla="*/ 1324013 h 2343129"/>
                  <a:gd name="connsiteX9" fmla="*/ 690536 w 690539"/>
                  <a:gd name="connsiteY9" fmla="*/ 1144624 h 2343129"/>
                  <a:gd name="connsiteX10" fmla="*/ 550837 w 690539"/>
                  <a:gd name="connsiteY10" fmla="*/ 986670 h 2343129"/>
                  <a:gd name="connsiteX11" fmla="*/ 176186 w 690539"/>
                  <a:gd name="connsiteY11" fmla="*/ 535025 h 2343129"/>
                  <a:gd name="connsiteX12" fmla="*/ 113480 w 690539"/>
                  <a:gd name="connsiteY12" fmla="*/ 38 h 2343129"/>
                  <a:gd name="connsiteX13" fmla="*/ 6324 w 690539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71474 w 690541"/>
                  <a:gd name="connsiteY8" fmla="*/ 1324013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48405 w 690541"/>
                  <a:gd name="connsiteY7" fmla="*/ 1806613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11943 w 690541"/>
                  <a:gd name="connsiteY8" fmla="*/ 1343063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16706 w 690541"/>
                  <a:gd name="connsiteY8" fmla="*/ 1376400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16706 w 690541"/>
                  <a:gd name="connsiteY8" fmla="*/ 1376400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16706 w 690541"/>
                  <a:gd name="connsiteY8" fmla="*/ 1376400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5435 w 689652"/>
                  <a:gd name="connsiteY0" fmla="*/ 38 h 2343129"/>
                  <a:gd name="connsiteX1" fmla="*/ 116560 w 689652"/>
                  <a:gd name="connsiteY1" fmla="*/ 606463 h 2343129"/>
                  <a:gd name="connsiteX2" fmla="*/ 503116 w 689652"/>
                  <a:gd name="connsiteY2" fmla="*/ 1017625 h 2343129"/>
                  <a:gd name="connsiteX3" fmla="*/ 578522 w 689652"/>
                  <a:gd name="connsiteY3" fmla="*/ 1260512 h 2343129"/>
                  <a:gd name="connsiteX4" fmla="*/ 183235 w 689652"/>
                  <a:gd name="connsiteY4" fmla="*/ 1626432 h 2343129"/>
                  <a:gd name="connsiteX5" fmla="*/ 8610 w 689652"/>
                  <a:gd name="connsiteY5" fmla="*/ 2336838 h 2343129"/>
                  <a:gd name="connsiteX6" fmla="*/ 112591 w 689652"/>
                  <a:gd name="connsiteY6" fmla="*/ 2341600 h 2343129"/>
                  <a:gd name="connsiteX7" fmla="*/ 173710 w 689652"/>
                  <a:gd name="connsiteY7" fmla="*/ 1813757 h 2343129"/>
                  <a:gd name="connsiteX8" fmla="*/ 515817 w 689652"/>
                  <a:gd name="connsiteY8" fmla="*/ 1376400 h 2343129"/>
                  <a:gd name="connsiteX9" fmla="*/ 689647 w 689652"/>
                  <a:gd name="connsiteY9" fmla="*/ 1144624 h 2343129"/>
                  <a:gd name="connsiteX10" fmla="*/ 549948 w 689652"/>
                  <a:gd name="connsiteY10" fmla="*/ 986670 h 2343129"/>
                  <a:gd name="connsiteX11" fmla="*/ 175297 w 689652"/>
                  <a:gd name="connsiteY11" fmla="*/ 535025 h 2343129"/>
                  <a:gd name="connsiteX12" fmla="*/ 112591 w 689652"/>
                  <a:gd name="connsiteY12" fmla="*/ 38 h 2343129"/>
                  <a:gd name="connsiteX13" fmla="*/ 5435 w 689652"/>
                  <a:gd name="connsiteY13" fmla="*/ 38 h 2343129"/>
                  <a:gd name="connsiteX0" fmla="*/ 5435 w 689652"/>
                  <a:gd name="connsiteY0" fmla="*/ 38 h 2343129"/>
                  <a:gd name="connsiteX1" fmla="*/ 116560 w 689652"/>
                  <a:gd name="connsiteY1" fmla="*/ 606463 h 2343129"/>
                  <a:gd name="connsiteX2" fmla="*/ 503116 w 689652"/>
                  <a:gd name="connsiteY2" fmla="*/ 1017625 h 2343129"/>
                  <a:gd name="connsiteX3" fmla="*/ 578522 w 689652"/>
                  <a:gd name="connsiteY3" fmla="*/ 1260512 h 2343129"/>
                  <a:gd name="connsiteX4" fmla="*/ 183235 w 689652"/>
                  <a:gd name="connsiteY4" fmla="*/ 1626432 h 2343129"/>
                  <a:gd name="connsiteX5" fmla="*/ 8610 w 689652"/>
                  <a:gd name="connsiteY5" fmla="*/ 2336838 h 2343129"/>
                  <a:gd name="connsiteX6" fmla="*/ 112591 w 689652"/>
                  <a:gd name="connsiteY6" fmla="*/ 2341600 h 2343129"/>
                  <a:gd name="connsiteX7" fmla="*/ 173710 w 689652"/>
                  <a:gd name="connsiteY7" fmla="*/ 1813757 h 2343129"/>
                  <a:gd name="connsiteX8" fmla="*/ 515817 w 689652"/>
                  <a:gd name="connsiteY8" fmla="*/ 1376400 h 2343129"/>
                  <a:gd name="connsiteX9" fmla="*/ 689647 w 689652"/>
                  <a:gd name="connsiteY9" fmla="*/ 1144624 h 2343129"/>
                  <a:gd name="connsiteX10" fmla="*/ 549948 w 689652"/>
                  <a:gd name="connsiteY10" fmla="*/ 986670 h 2343129"/>
                  <a:gd name="connsiteX11" fmla="*/ 175297 w 689652"/>
                  <a:gd name="connsiteY11" fmla="*/ 535025 h 2343129"/>
                  <a:gd name="connsiteX12" fmla="*/ 112591 w 689652"/>
                  <a:gd name="connsiteY12" fmla="*/ 38 h 2343129"/>
                  <a:gd name="connsiteX13" fmla="*/ 5435 w 689652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79119 w 690249"/>
                  <a:gd name="connsiteY3" fmla="*/ 1260512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79119 w 690249"/>
                  <a:gd name="connsiteY3" fmla="*/ 1260512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79119 w 690249"/>
                  <a:gd name="connsiteY3" fmla="*/ 1260512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79119 w 690249"/>
                  <a:gd name="connsiteY3" fmla="*/ 1260512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12817 w 697034"/>
                  <a:gd name="connsiteY0" fmla="*/ 38 h 2343129"/>
                  <a:gd name="connsiteX1" fmla="*/ 123942 w 697034"/>
                  <a:gd name="connsiteY1" fmla="*/ 606463 h 2343129"/>
                  <a:gd name="connsiteX2" fmla="*/ 560505 w 697034"/>
                  <a:gd name="connsiteY2" fmla="*/ 1060487 h 2343129"/>
                  <a:gd name="connsiteX3" fmla="*/ 559710 w 697034"/>
                  <a:gd name="connsiteY3" fmla="*/ 1272418 h 2343129"/>
                  <a:gd name="connsiteX4" fmla="*/ 131085 w 697034"/>
                  <a:gd name="connsiteY4" fmla="*/ 1719301 h 2343129"/>
                  <a:gd name="connsiteX5" fmla="*/ 15992 w 697034"/>
                  <a:gd name="connsiteY5" fmla="*/ 2336838 h 2343129"/>
                  <a:gd name="connsiteX6" fmla="*/ 119973 w 697034"/>
                  <a:gd name="connsiteY6" fmla="*/ 2341600 h 2343129"/>
                  <a:gd name="connsiteX7" fmla="*/ 181092 w 697034"/>
                  <a:gd name="connsiteY7" fmla="*/ 1813757 h 2343129"/>
                  <a:gd name="connsiteX8" fmla="*/ 523199 w 697034"/>
                  <a:gd name="connsiteY8" fmla="*/ 1376400 h 2343129"/>
                  <a:gd name="connsiteX9" fmla="*/ 697029 w 697034"/>
                  <a:gd name="connsiteY9" fmla="*/ 1144624 h 2343129"/>
                  <a:gd name="connsiteX10" fmla="*/ 557330 w 697034"/>
                  <a:gd name="connsiteY10" fmla="*/ 986670 h 2343129"/>
                  <a:gd name="connsiteX11" fmla="*/ 182679 w 697034"/>
                  <a:gd name="connsiteY11" fmla="*/ 535025 h 2343129"/>
                  <a:gd name="connsiteX12" fmla="*/ 119973 w 697034"/>
                  <a:gd name="connsiteY12" fmla="*/ 38 h 2343129"/>
                  <a:gd name="connsiteX13" fmla="*/ 12817 w 697034"/>
                  <a:gd name="connsiteY13" fmla="*/ 38 h 2343129"/>
                  <a:gd name="connsiteX0" fmla="*/ 12130 w 696347"/>
                  <a:gd name="connsiteY0" fmla="*/ 38 h 2343129"/>
                  <a:gd name="connsiteX1" fmla="*/ 123255 w 696347"/>
                  <a:gd name="connsiteY1" fmla="*/ 606463 h 2343129"/>
                  <a:gd name="connsiteX2" fmla="*/ 559818 w 696347"/>
                  <a:gd name="connsiteY2" fmla="*/ 1060487 h 2343129"/>
                  <a:gd name="connsiteX3" fmla="*/ 559023 w 696347"/>
                  <a:gd name="connsiteY3" fmla="*/ 1272418 h 2343129"/>
                  <a:gd name="connsiteX4" fmla="*/ 130398 w 696347"/>
                  <a:gd name="connsiteY4" fmla="*/ 1719301 h 2343129"/>
                  <a:gd name="connsiteX5" fmla="*/ 15305 w 696347"/>
                  <a:gd name="connsiteY5" fmla="*/ 2336838 h 2343129"/>
                  <a:gd name="connsiteX6" fmla="*/ 119286 w 696347"/>
                  <a:gd name="connsiteY6" fmla="*/ 2341600 h 2343129"/>
                  <a:gd name="connsiteX7" fmla="*/ 180405 w 696347"/>
                  <a:gd name="connsiteY7" fmla="*/ 1813757 h 2343129"/>
                  <a:gd name="connsiteX8" fmla="*/ 522512 w 696347"/>
                  <a:gd name="connsiteY8" fmla="*/ 1376400 h 2343129"/>
                  <a:gd name="connsiteX9" fmla="*/ 696342 w 696347"/>
                  <a:gd name="connsiteY9" fmla="*/ 1144624 h 2343129"/>
                  <a:gd name="connsiteX10" fmla="*/ 556643 w 696347"/>
                  <a:gd name="connsiteY10" fmla="*/ 986670 h 2343129"/>
                  <a:gd name="connsiteX11" fmla="*/ 181992 w 696347"/>
                  <a:gd name="connsiteY11" fmla="*/ 535025 h 2343129"/>
                  <a:gd name="connsiteX12" fmla="*/ 119286 w 696347"/>
                  <a:gd name="connsiteY12" fmla="*/ 38 h 2343129"/>
                  <a:gd name="connsiteX13" fmla="*/ 12130 w 696347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48"/>
                  <a:gd name="connsiteY0" fmla="*/ 38 h 2343129"/>
                  <a:gd name="connsiteX1" fmla="*/ 117158 w 690248"/>
                  <a:gd name="connsiteY1" fmla="*/ 606463 h 2343129"/>
                  <a:gd name="connsiteX2" fmla="*/ 553721 w 690248"/>
                  <a:gd name="connsiteY2" fmla="*/ 1060487 h 2343129"/>
                  <a:gd name="connsiteX3" fmla="*/ 552926 w 690248"/>
                  <a:gd name="connsiteY3" fmla="*/ 1272418 h 2343129"/>
                  <a:gd name="connsiteX4" fmla="*/ 124301 w 690248"/>
                  <a:gd name="connsiteY4" fmla="*/ 1719301 h 2343129"/>
                  <a:gd name="connsiteX5" fmla="*/ 9208 w 690248"/>
                  <a:gd name="connsiteY5" fmla="*/ 2336838 h 2343129"/>
                  <a:gd name="connsiteX6" fmla="*/ 113189 w 690248"/>
                  <a:gd name="connsiteY6" fmla="*/ 2341600 h 2343129"/>
                  <a:gd name="connsiteX7" fmla="*/ 174308 w 690248"/>
                  <a:gd name="connsiteY7" fmla="*/ 1813757 h 2343129"/>
                  <a:gd name="connsiteX8" fmla="*/ 516415 w 690248"/>
                  <a:gd name="connsiteY8" fmla="*/ 1376400 h 2343129"/>
                  <a:gd name="connsiteX9" fmla="*/ 690245 w 690248"/>
                  <a:gd name="connsiteY9" fmla="*/ 1144624 h 2343129"/>
                  <a:gd name="connsiteX10" fmla="*/ 550546 w 690248"/>
                  <a:gd name="connsiteY10" fmla="*/ 986670 h 2343129"/>
                  <a:gd name="connsiteX11" fmla="*/ 175895 w 690248"/>
                  <a:gd name="connsiteY11" fmla="*/ 535025 h 2343129"/>
                  <a:gd name="connsiteX12" fmla="*/ 113189 w 690248"/>
                  <a:gd name="connsiteY12" fmla="*/ 38 h 2343129"/>
                  <a:gd name="connsiteX13" fmla="*/ 6033 w 690248"/>
                  <a:gd name="connsiteY13" fmla="*/ 38 h 2343129"/>
                  <a:gd name="connsiteX0" fmla="*/ 6033 w 690249"/>
                  <a:gd name="connsiteY0" fmla="*/ 38 h 2343129"/>
                  <a:gd name="connsiteX1" fmla="*/ 117158 w 690249"/>
                  <a:gd name="connsiteY1" fmla="*/ 606463 h 2343129"/>
                  <a:gd name="connsiteX2" fmla="*/ 553721 w 690249"/>
                  <a:gd name="connsiteY2" fmla="*/ 1060487 h 2343129"/>
                  <a:gd name="connsiteX3" fmla="*/ 552926 w 690249"/>
                  <a:gd name="connsiteY3" fmla="*/ 1272418 h 2343129"/>
                  <a:gd name="connsiteX4" fmla="*/ 124301 w 690249"/>
                  <a:gd name="connsiteY4" fmla="*/ 1719301 h 2343129"/>
                  <a:gd name="connsiteX5" fmla="*/ 9208 w 690249"/>
                  <a:gd name="connsiteY5" fmla="*/ 2336838 h 2343129"/>
                  <a:gd name="connsiteX6" fmla="*/ 113189 w 690249"/>
                  <a:gd name="connsiteY6" fmla="*/ 2341600 h 2343129"/>
                  <a:gd name="connsiteX7" fmla="*/ 174308 w 690249"/>
                  <a:gd name="connsiteY7" fmla="*/ 1813757 h 2343129"/>
                  <a:gd name="connsiteX8" fmla="*/ 516415 w 690249"/>
                  <a:gd name="connsiteY8" fmla="*/ 1376400 h 2343129"/>
                  <a:gd name="connsiteX9" fmla="*/ 690245 w 690249"/>
                  <a:gd name="connsiteY9" fmla="*/ 1144624 h 2343129"/>
                  <a:gd name="connsiteX10" fmla="*/ 555308 w 690249"/>
                  <a:gd name="connsiteY10" fmla="*/ 993814 h 2343129"/>
                  <a:gd name="connsiteX11" fmla="*/ 175895 w 690249"/>
                  <a:gd name="connsiteY11" fmla="*/ 535025 h 2343129"/>
                  <a:gd name="connsiteX12" fmla="*/ 113189 w 690249"/>
                  <a:gd name="connsiteY12" fmla="*/ 38 h 2343129"/>
                  <a:gd name="connsiteX13" fmla="*/ 6033 w 690249"/>
                  <a:gd name="connsiteY13" fmla="*/ 38 h 2343129"/>
                  <a:gd name="connsiteX0" fmla="*/ 6033 w 690249"/>
                  <a:gd name="connsiteY0" fmla="*/ 38 h 2343129"/>
                  <a:gd name="connsiteX1" fmla="*/ 117158 w 690249"/>
                  <a:gd name="connsiteY1" fmla="*/ 606463 h 2343129"/>
                  <a:gd name="connsiteX2" fmla="*/ 553721 w 690249"/>
                  <a:gd name="connsiteY2" fmla="*/ 1060487 h 2343129"/>
                  <a:gd name="connsiteX3" fmla="*/ 552926 w 690249"/>
                  <a:gd name="connsiteY3" fmla="*/ 1272418 h 2343129"/>
                  <a:gd name="connsiteX4" fmla="*/ 124301 w 690249"/>
                  <a:gd name="connsiteY4" fmla="*/ 1719301 h 2343129"/>
                  <a:gd name="connsiteX5" fmla="*/ 9208 w 690249"/>
                  <a:gd name="connsiteY5" fmla="*/ 2336838 h 2343129"/>
                  <a:gd name="connsiteX6" fmla="*/ 113189 w 690249"/>
                  <a:gd name="connsiteY6" fmla="*/ 2341600 h 2343129"/>
                  <a:gd name="connsiteX7" fmla="*/ 174308 w 690249"/>
                  <a:gd name="connsiteY7" fmla="*/ 1813757 h 2343129"/>
                  <a:gd name="connsiteX8" fmla="*/ 556896 w 690249"/>
                  <a:gd name="connsiteY8" fmla="*/ 1331156 h 2343129"/>
                  <a:gd name="connsiteX9" fmla="*/ 690245 w 690249"/>
                  <a:gd name="connsiteY9" fmla="*/ 1144624 h 2343129"/>
                  <a:gd name="connsiteX10" fmla="*/ 555308 w 690249"/>
                  <a:gd name="connsiteY10" fmla="*/ 993814 h 2343129"/>
                  <a:gd name="connsiteX11" fmla="*/ 175895 w 690249"/>
                  <a:gd name="connsiteY11" fmla="*/ 535025 h 2343129"/>
                  <a:gd name="connsiteX12" fmla="*/ 113189 w 690249"/>
                  <a:gd name="connsiteY12" fmla="*/ 38 h 2343129"/>
                  <a:gd name="connsiteX13" fmla="*/ 6033 w 690249"/>
                  <a:gd name="connsiteY13" fmla="*/ 38 h 2343129"/>
                  <a:gd name="connsiteX0" fmla="*/ 6033 w 690249"/>
                  <a:gd name="connsiteY0" fmla="*/ 38 h 2343129"/>
                  <a:gd name="connsiteX1" fmla="*/ 117158 w 690249"/>
                  <a:gd name="connsiteY1" fmla="*/ 606463 h 2343129"/>
                  <a:gd name="connsiteX2" fmla="*/ 553721 w 690249"/>
                  <a:gd name="connsiteY2" fmla="*/ 1060487 h 2343129"/>
                  <a:gd name="connsiteX3" fmla="*/ 552926 w 690249"/>
                  <a:gd name="connsiteY3" fmla="*/ 1272418 h 2343129"/>
                  <a:gd name="connsiteX4" fmla="*/ 124301 w 690249"/>
                  <a:gd name="connsiteY4" fmla="*/ 1719301 h 2343129"/>
                  <a:gd name="connsiteX5" fmla="*/ 9208 w 690249"/>
                  <a:gd name="connsiteY5" fmla="*/ 2336838 h 2343129"/>
                  <a:gd name="connsiteX6" fmla="*/ 113189 w 690249"/>
                  <a:gd name="connsiteY6" fmla="*/ 2341600 h 2343129"/>
                  <a:gd name="connsiteX7" fmla="*/ 174308 w 690249"/>
                  <a:gd name="connsiteY7" fmla="*/ 1813757 h 2343129"/>
                  <a:gd name="connsiteX8" fmla="*/ 556896 w 690249"/>
                  <a:gd name="connsiteY8" fmla="*/ 1331156 h 2343129"/>
                  <a:gd name="connsiteX9" fmla="*/ 690245 w 690249"/>
                  <a:gd name="connsiteY9" fmla="*/ 1144624 h 2343129"/>
                  <a:gd name="connsiteX10" fmla="*/ 555308 w 690249"/>
                  <a:gd name="connsiteY10" fmla="*/ 993814 h 2343129"/>
                  <a:gd name="connsiteX11" fmla="*/ 175895 w 690249"/>
                  <a:gd name="connsiteY11" fmla="*/ 535025 h 2343129"/>
                  <a:gd name="connsiteX12" fmla="*/ 113189 w 690249"/>
                  <a:gd name="connsiteY12" fmla="*/ 38 h 2343129"/>
                  <a:gd name="connsiteX13" fmla="*/ 6033 w 690249"/>
                  <a:gd name="connsiteY13" fmla="*/ 38 h 2343129"/>
                  <a:gd name="connsiteX0" fmla="*/ 6033 w 690249"/>
                  <a:gd name="connsiteY0" fmla="*/ 38 h 2343129"/>
                  <a:gd name="connsiteX1" fmla="*/ 117158 w 690249"/>
                  <a:gd name="connsiteY1" fmla="*/ 606463 h 2343129"/>
                  <a:gd name="connsiteX2" fmla="*/ 553721 w 690249"/>
                  <a:gd name="connsiteY2" fmla="*/ 1060487 h 2343129"/>
                  <a:gd name="connsiteX3" fmla="*/ 552926 w 690249"/>
                  <a:gd name="connsiteY3" fmla="*/ 1272418 h 2343129"/>
                  <a:gd name="connsiteX4" fmla="*/ 124301 w 690249"/>
                  <a:gd name="connsiteY4" fmla="*/ 1719301 h 2343129"/>
                  <a:gd name="connsiteX5" fmla="*/ 9208 w 690249"/>
                  <a:gd name="connsiteY5" fmla="*/ 2336838 h 2343129"/>
                  <a:gd name="connsiteX6" fmla="*/ 113189 w 690249"/>
                  <a:gd name="connsiteY6" fmla="*/ 2341600 h 2343129"/>
                  <a:gd name="connsiteX7" fmla="*/ 174308 w 690249"/>
                  <a:gd name="connsiteY7" fmla="*/ 1813757 h 2343129"/>
                  <a:gd name="connsiteX8" fmla="*/ 556896 w 690249"/>
                  <a:gd name="connsiteY8" fmla="*/ 1331156 h 2343129"/>
                  <a:gd name="connsiteX9" fmla="*/ 690245 w 690249"/>
                  <a:gd name="connsiteY9" fmla="*/ 1144624 h 2343129"/>
                  <a:gd name="connsiteX10" fmla="*/ 555308 w 690249"/>
                  <a:gd name="connsiteY10" fmla="*/ 993814 h 2343129"/>
                  <a:gd name="connsiteX11" fmla="*/ 175895 w 690249"/>
                  <a:gd name="connsiteY11" fmla="*/ 535025 h 2343129"/>
                  <a:gd name="connsiteX12" fmla="*/ 113189 w 690249"/>
                  <a:gd name="connsiteY12" fmla="*/ 38 h 2343129"/>
                  <a:gd name="connsiteX13" fmla="*/ 6033 w 690249"/>
                  <a:gd name="connsiteY13" fmla="*/ 38 h 2343129"/>
                  <a:gd name="connsiteX0" fmla="*/ 6033 w 690332"/>
                  <a:gd name="connsiteY0" fmla="*/ 38 h 2343129"/>
                  <a:gd name="connsiteX1" fmla="*/ 117158 w 690332"/>
                  <a:gd name="connsiteY1" fmla="*/ 606463 h 2343129"/>
                  <a:gd name="connsiteX2" fmla="*/ 553721 w 690332"/>
                  <a:gd name="connsiteY2" fmla="*/ 1060487 h 2343129"/>
                  <a:gd name="connsiteX3" fmla="*/ 552926 w 690332"/>
                  <a:gd name="connsiteY3" fmla="*/ 1272418 h 2343129"/>
                  <a:gd name="connsiteX4" fmla="*/ 124301 w 690332"/>
                  <a:gd name="connsiteY4" fmla="*/ 1719301 h 2343129"/>
                  <a:gd name="connsiteX5" fmla="*/ 9208 w 690332"/>
                  <a:gd name="connsiteY5" fmla="*/ 2336838 h 2343129"/>
                  <a:gd name="connsiteX6" fmla="*/ 113189 w 690332"/>
                  <a:gd name="connsiteY6" fmla="*/ 2341600 h 2343129"/>
                  <a:gd name="connsiteX7" fmla="*/ 174308 w 690332"/>
                  <a:gd name="connsiteY7" fmla="*/ 1813757 h 2343129"/>
                  <a:gd name="connsiteX8" fmla="*/ 556896 w 690332"/>
                  <a:gd name="connsiteY8" fmla="*/ 1331156 h 2343129"/>
                  <a:gd name="connsiteX9" fmla="*/ 690245 w 690332"/>
                  <a:gd name="connsiteY9" fmla="*/ 1144624 h 2343129"/>
                  <a:gd name="connsiteX10" fmla="*/ 555308 w 690332"/>
                  <a:gd name="connsiteY10" fmla="*/ 993814 h 2343129"/>
                  <a:gd name="connsiteX11" fmla="*/ 175895 w 690332"/>
                  <a:gd name="connsiteY11" fmla="*/ 535025 h 2343129"/>
                  <a:gd name="connsiteX12" fmla="*/ 113189 w 690332"/>
                  <a:gd name="connsiteY12" fmla="*/ 38 h 2343129"/>
                  <a:gd name="connsiteX13" fmla="*/ 6033 w 690332"/>
                  <a:gd name="connsiteY13" fmla="*/ 38 h 2343129"/>
                  <a:gd name="connsiteX0" fmla="*/ 6033 w 632159"/>
                  <a:gd name="connsiteY0" fmla="*/ 38 h 2343129"/>
                  <a:gd name="connsiteX1" fmla="*/ 117158 w 632159"/>
                  <a:gd name="connsiteY1" fmla="*/ 606463 h 2343129"/>
                  <a:gd name="connsiteX2" fmla="*/ 553721 w 632159"/>
                  <a:gd name="connsiteY2" fmla="*/ 1060487 h 2343129"/>
                  <a:gd name="connsiteX3" fmla="*/ 552926 w 632159"/>
                  <a:gd name="connsiteY3" fmla="*/ 1272418 h 2343129"/>
                  <a:gd name="connsiteX4" fmla="*/ 124301 w 632159"/>
                  <a:gd name="connsiteY4" fmla="*/ 1719301 h 2343129"/>
                  <a:gd name="connsiteX5" fmla="*/ 9208 w 632159"/>
                  <a:gd name="connsiteY5" fmla="*/ 2336838 h 2343129"/>
                  <a:gd name="connsiteX6" fmla="*/ 113189 w 632159"/>
                  <a:gd name="connsiteY6" fmla="*/ 2341600 h 2343129"/>
                  <a:gd name="connsiteX7" fmla="*/ 174308 w 632159"/>
                  <a:gd name="connsiteY7" fmla="*/ 1813757 h 2343129"/>
                  <a:gd name="connsiteX8" fmla="*/ 556896 w 632159"/>
                  <a:gd name="connsiteY8" fmla="*/ 1331156 h 2343129"/>
                  <a:gd name="connsiteX9" fmla="*/ 555308 w 632159"/>
                  <a:gd name="connsiteY9" fmla="*/ 993814 h 2343129"/>
                  <a:gd name="connsiteX10" fmla="*/ 175895 w 632159"/>
                  <a:gd name="connsiteY10" fmla="*/ 535025 h 2343129"/>
                  <a:gd name="connsiteX11" fmla="*/ 113189 w 632159"/>
                  <a:gd name="connsiteY11" fmla="*/ 38 h 2343129"/>
                  <a:gd name="connsiteX12" fmla="*/ 6033 w 632159"/>
                  <a:gd name="connsiteY12" fmla="*/ 38 h 2343129"/>
                  <a:gd name="connsiteX0" fmla="*/ 6033 w 656624"/>
                  <a:gd name="connsiteY0" fmla="*/ 38 h 2343129"/>
                  <a:gd name="connsiteX1" fmla="*/ 117158 w 656624"/>
                  <a:gd name="connsiteY1" fmla="*/ 606463 h 2343129"/>
                  <a:gd name="connsiteX2" fmla="*/ 553721 w 656624"/>
                  <a:gd name="connsiteY2" fmla="*/ 1060487 h 2343129"/>
                  <a:gd name="connsiteX3" fmla="*/ 552926 w 656624"/>
                  <a:gd name="connsiteY3" fmla="*/ 1272418 h 2343129"/>
                  <a:gd name="connsiteX4" fmla="*/ 124301 w 656624"/>
                  <a:gd name="connsiteY4" fmla="*/ 1719301 h 2343129"/>
                  <a:gd name="connsiteX5" fmla="*/ 9208 w 656624"/>
                  <a:gd name="connsiteY5" fmla="*/ 2336838 h 2343129"/>
                  <a:gd name="connsiteX6" fmla="*/ 113189 w 656624"/>
                  <a:gd name="connsiteY6" fmla="*/ 2341600 h 2343129"/>
                  <a:gd name="connsiteX7" fmla="*/ 174308 w 656624"/>
                  <a:gd name="connsiteY7" fmla="*/ 1813757 h 2343129"/>
                  <a:gd name="connsiteX8" fmla="*/ 556896 w 656624"/>
                  <a:gd name="connsiteY8" fmla="*/ 1331156 h 2343129"/>
                  <a:gd name="connsiteX9" fmla="*/ 555308 w 656624"/>
                  <a:gd name="connsiteY9" fmla="*/ 993814 h 2343129"/>
                  <a:gd name="connsiteX10" fmla="*/ 175895 w 656624"/>
                  <a:gd name="connsiteY10" fmla="*/ 535025 h 2343129"/>
                  <a:gd name="connsiteX11" fmla="*/ 113189 w 656624"/>
                  <a:gd name="connsiteY11" fmla="*/ 38 h 2343129"/>
                  <a:gd name="connsiteX12" fmla="*/ 6033 w 656624"/>
                  <a:gd name="connsiteY12" fmla="*/ 38 h 2343129"/>
                  <a:gd name="connsiteX0" fmla="*/ 6033 w 663046"/>
                  <a:gd name="connsiteY0" fmla="*/ 38 h 2343129"/>
                  <a:gd name="connsiteX1" fmla="*/ 117158 w 663046"/>
                  <a:gd name="connsiteY1" fmla="*/ 606463 h 2343129"/>
                  <a:gd name="connsiteX2" fmla="*/ 553721 w 663046"/>
                  <a:gd name="connsiteY2" fmla="*/ 1060487 h 2343129"/>
                  <a:gd name="connsiteX3" fmla="*/ 552926 w 663046"/>
                  <a:gd name="connsiteY3" fmla="*/ 1272418 h 2343129"/>
                  <a:gd name="connsiteX4" fmla="*/ 124301 w 663046"/>
                  <a:gd name="connsiteY4" fmla="*/ 1719301 h 2343129"/>
                  <a:gd name="connsiteX5" fmla="*/ 9208 w 663046"/>
                  <a:gd name="connsiteY5" fmla="*/ 2336838 h 2343129"/>
                  <a:gd name="connsiteX6" fmla="*/ 113189 w 663046"/>
                  <a:gd name="connsiteY6" fmla="*/ 2341600 h 2343129"/>
                  <a:gd name="connsiteX7" fmla="*/ 174308 w 663046"/>
                  <a:gd name="connsiteY7" fmla="*/ 1813757 h 2343129"/>
                  <a:gd name="connsiteX8" fmla="*/ 556896 w 663046"/>
                  <a:gd name="connsiteY8" fmla="*/ 1331156 h 2343129"/>
                  <a:gd name="connsiteX9" fmla="*/ 555308 w 663046"/>
                  <a:gd name="connsiteY9" fmla="*/ 993814 h 2343129"/>
                  <a:gd name="connsiteX10" fmla="*/ 175895 w 663046"/>
                  <a:gd name="connsiteY10" fmla="*/ 535025 h 2343129"/>
                  <a:gd name="connsiteX11" fmla="*/ 113189 w 663046"/>
                  <a:gd name="connsiteY11" fmla="*/ 38 h 2343129"/>
                  <a:gd name="connsiteX12" fmla="*/ 6033 w 663046"/>
                  <a:gd name="connsiteY12" fmla="*/ 38 h 2343129"/>
                  <a:gd name="connsiteX0" fmla="*/ 6033 w 681517"/>
                  <a:gd name="connsiteY0" fmla="*/ 38 h 2343129"/>
                  <a:gd name="connsiteX1" fmla="*/ 117158 w 681517"/>
                  <a:gd name="connsiteY1" fmla="*/ 606463 h 2343129"/>
                  <a:gd name="connsiteX2" fmla="*/ 553721 w 681517"/>
                  <a:gd name="connsiteY2" fmla="*/ 1060487 h 2343129"/>
                  <a:gd name="connsiteX3" fmla="*/ 552926 w 681517"/>
                  <a:gd name="connsiteY3" fmla="*/ 1272418 h 2343129"/>
                  <a:gd name="connsiteX4" fmla="*/ 124301 w 681517"/>
                  <a:gd name="connsiteY4" fmla="*/ 1719301 h 2343129"/>
                  <a:gd name="connsiteX5" fmla="*/ 9208 w 681517"/>
                  <a:gd name="connsiteY5" fmla="*/ 2336838 h 2343129"/>
                  <a:gd name="connsiteX6" fmla="*/ 113189 w 681517"/>
                  <a:gd name="connsiteY6" fmla="*/ 2341600 h 2343129"/>
                  <a:gd name="connsiteX7" fmla="*/ 174308 w 681517"/>
                  <a:gd name="connsiteY7" fmla="*/ 1813757 h 2343129"/>
                  <a:gd name="connsiteX8" fmla="*/ 556896 w 681517"/>
                  <a:gd name="connsiteY8" fmla="*/ 1331156 h 2343129"/>
                  <a:gd name="connsiteX9" fmla="*/ 555308 w 681517"/>
                  <a:gd name="connsiteY9" fmla="*/ 993814 h 2343129"/>
                  <a:gd name="connsiteX10" fmla="*/ 175895 w 681517"/>
                  <a:gd name="connsiteY10" fmla="*/ 535025 h 2343129"/>
                  <a:gd name="connsiteX11" fmla="*/ 113189 w 681517"/>
                  <a:gd name="connsiteY11" fmla="*/ 38 h 2343129"/>
                  <a:gd name="connsiteX12" fmla="*/ 6033 w 681517"/>
                  <a:gd name="connsiteY12" fmla="*/ 38 h 2343129"/>
                  <a:gd name="connsiteX0" fmla="*/ 6033 w 634658"/>
                  <a:gd name="connsiteY0" fmla="*/ 38 h 2343129"/>
                  <a:gd name="connsiteX1" fmla="*/ 117158 w 634658"/>
                  <a:gd name="connsiteY1" fmla="*/ 606463 h 2343129"/>
                  <a:gd name="connsiteX2" fmla="*/ 553721 w 634658"/>
                  <a:gd name="connsiteY2" fmla="*/ 1060487 h 2343129"/>
                  <a:gd name="connsiteX3" fmla="*/ 552926 w 634658"/>
                  <a:gd name="connsiteY3" fmla="*/ 1272418 h 2343129"/>
                  <a:gd name="connsiteX4" fmla="*/ 124301 w 634658"/>
                  <a:gd name="connsiteY4" fmla="*/ 1719301 h 2343129"/>
                  <a:gd name="connsiteX5" fmla="*/ 9208 w 634658"/>
                  <a:gd name="connsiteY5" fmla="*/ 2336838 h 2343129"/>
                  <a:gd name="connsiteX6" fmla="*/ 113189 w 634658"/>
                  <a:gd name="connsiteY6" fmla="*/ 2341600 h 2343129"/>
                  <a:gd name="connsiteX7" fmla="*/ 200502 w 634658"/>
                  <a:gd name="connsiteY7" fmla="*/ 1756607 h 2343129"/>
                  <a:gd name="connsiteX8" fmla="*/ 556896 w 634658"/>
                  <a:gd name="connsiteY8" fmla="*/ 1331156 h 2343129"/>
                  <a:gd name="connsiteX9" fmla="*/ 555308 w 634658"/>
                  <a:gd name="connsiteY9" fmla="*/ 993814 h 2343129"/>
                  <a:gd name="connsiteX10" fmla="*/ 175895 w 634658"/>
                  <a:gd name="connsiteY10" fmla="*/ 535025 h 2343129"/>
                  <a:gd name="connsiteX11" fmla="*/ 113189 w 634658"/>
                  <a:gd name="connsiteY11" fmla="*/ 38 h 2343129"/>
                  <a:gd name="connsiteX12" fmla="*/ 6033 w 634658"/>
                  <a:gd name="connsiteY12" fmla="*/ 38 h 2343129"/>
                  <a:gd name="connsiteX0" fmla="*/ 6033 w 676933"/>
                  <a:gd name="connsiteY0" fmla="*/ 38 h 2343129"/>
                  <a:gd name="connsiteX1" fmla="*/ 117158 w 676933"/>
                  <a:gd name="connsiteY1" fmla="*/ 606463 h 2343129"/>
                  <a:gd name="connsiteX2" fmla="*/ 553721 w 676933"/>
                  <a:gd name="connsiteY2" fmla="*/ 1060487 h 2343129"/>
                  <a:gd name="connsiteX3" fmla="*/ 552926 w 676933"/>
                  <a:gd name="connsiteY3" fmla="*/ 1272418 h 2343129"/>
                  <a:gd name="connsiteX4" fmla="*/ 124301 w 676933"/>
                  <a:gd name="connsiteY4" fmla="*/ 1719301 h 2343129"/>
                  <a:gd name="connsiteX5" fmla="*/ 9208 w 676933"/>
                  <a:gd name="connsiteY5" fmla="*/ 2336838 h 2343129"/>
                  <a:gd name="connsiteX6" fmla="*/ 113189 w 676933"/>
                  <a:gd name="connsiteY6" fmla="*/ 2341600 h 2343129"/>
                  <a:gd name="connsiteX7" fmla="*/ 200502 w 676933"/>
                  <a:gd name="connsiteY7" fmla="*/ 1756607 h 2343129"/>
                  <a:gd name="connsiteX8" fmla="*/ 556896 w 676933"/>
                  <a:gd name="connsiteY8" fmla="*/ 1331156 h 2343129"/>
                  <a:gd name="connsiteX9" fmla="*/ 555308 w 676933"/>
                  <a:gd name="connsiteY9" fmla="*/ 993814 h 2343129"/>
                  <a:gd name="connsiteX10" fmla="*/ 175895 w 676933"/>
                  <a:gd name="connsiteY10" fmla="*/ 535025 h 2343129"/>
                  <a:gd name="connsiteX11" fmla="*/ 113189 w 676933"/>
                  <a:gd name="connsiteY11" fmla="*/ 38 h 2343129"/>
                  <a:gd name="connsiteX12" fmla="*/ 6033 w 676933"/>
                  <a:gd name="connsiteY12" fmla="*/ 38 h 2343129"/>
                  <a:gd name="connsiteX0" fmla="*/ 6033 w 676933"/>
                  <a:gd name="connsiteY0" fmla="*/ 38 h 2343129"/>
                  <a:gd name="connsiteX1" fmla="*/ 117158 w 676933"/>
                  <a:gd name="connsiteY1" fmla="*/ 606463 h 2343129"/>
                  <a:gd name="connsiteX2" fmla="*/ 553721 w 676933"/>
                  <a:gd name="connsiteY2" fmla="*/ 1060487 h 2343129"/>
                  <a:gd name="connsiteX3" fmla="*/ 552926 w 676933"/>
                  <a:gd name="connsiteY3" fmla="*/ 1272418 h 2343129"/>
                  <a:gd name="connsiteX4" fmla="*/ 124301 w 676933"/>
                  <a:gd name="connsiteY4" fmla="*/ 1719301 h 2343129"/>
                  <a:gd name="connsiteX5" fmla="*/ 9208 w 676933"/>
                  <a:gd name="connsiteY5" fmla="*/ 2336838 h 2343129"/>
                  <a:gd name="connsiteX6" fmla="*/ 113189 w 676933"/>
                  <a:gd name="connsiteY6" fmla="*/ 2341600 h 2343129"/>
                  <a:gd name="connsiteX7" fmla="*/ 200502 w 676933"/>
                  <a:gd name="connsiteY7" fmla="*/ 1756607 h 2343129"/>
                  <a:gd name="connsiteX8" fmla="*/ 556896 w 676933"/>
                  <a:gd name="connsiteY8" fmla="*/ 1331156 h 2343129"/>
                  <a:gd name="connsiteX9" fmla="*/ 555308 w 676933"/>
                  <a:gd name="connsiteY9" fmla="*/ 993814 h 2343129"/>
                  <a:gd name="connsiteX10" fmla="*/ 175895 w 676933"/>
                  <a:gd name="connsiteY10" fmla="*/ 535025 h 2343129"/>
                  <a:gd name="connsiteX11" fmla="*/ 113189 w 676933"/>
                  <a:gd name="connsiteY11" fmla="*/ 38 h 2343129"/>
                  <a:gd name="connsiteX12" fmla="*/ 6033 w 676933"/>
                  <a:gd name="connsiteY12" fmla="*/ 38 h 2343129"/>
                  <a:gd name="connsiteX0" fmla="*/ 6033 w 676933"/>
                  <a:gd name="connsiteY0" fmla="*/ 38 h 2343129"/>
                  <a:gd name="connsiteX1" fmla="*/ 117158 w 676933"/>
                  <a:gd name="connsiteY1" fmla="*/ 606463 h 2343129"/>
                  <a:gd name="connsiteX2" fmla="*/ 553721 w 676933"/>
                  <a:gd name="connsiteY2" fmla="*/ 1060487 h 2343129"/>
                  <a:gd name="connsiteX3" fmla="*/ 552926 w 676933"/>
                  <a:gd name="connsiteY3" fmla="*/ 1272418 h 2343129"/>
                  <a:gd name="connsiteX4" fmla="*/ 124301 w 676933"/>
                  <a:gd name="connsiteY4" fmla="*/ 1719301 h 2343129"/>
                  <a:gd name="connsiteX5" fmla="*/ 9208 w 676933"/>
                  <a:gd name="connsiteY5" fmla="*/ 2336838 h 2343129"/>
                  <a:gd name="connsiteX6" fmla="*/ 113189 w 676933"/>
                  <a:gd name="connsiteY6" fmla="*/ 2341600 h 2343129"/>
                  <a:gd name="connsiteX7" fmla="*/ 200502 w 676933"/>
                  <a:gd name="connsiteY7" fmla="*/ 1756607 h 2343129"/>
                  <a:gd name="connsiteX8" fmla="*/ 556896 w 676933"/>
                  <a:gd name="connsiteY8" fmla="*/ 1331156 h 2343129"/>
                  <a:gd name="connsiteX9" fmla="*/ 555308 w 676933"/>
                  <a:gd name="connsiteY9" fmla="*/ 993814 h 2343129"/>
                  <a:gd name="connsiteX10" fmla="*/ 175895 w 676933"/>
                  <a:gd name="connsiteY10" fmla="*/ 535025 h 2343129"/>
                  <a:gd name="connsiteX11" fmla="*/ 113189 w 676933"/>
                  <a:gd name="connsiteY11" fmla="*/ 38 h 2343129"/>
                  <a:gd name="connsiteX12" fmla="*/ 6033 w 676933"/>
                  <a:gd name="connsiteY12" fmla="*/ 38 h 2343129"/>
                  <a:gd name="connsiteX0" fmla="*/ 6033 w 683751"/>
                  <a:gd name="connsiteY0" fmla="*/ 38 h 2343129"/>
                  <a:gd name="connsiteX1" fmla="*/ 117158 w 683751"/>
                  <a:gd name="connsiteY1" fmla="*/ 606463 h 2343129"/>
                  <a:gd name="connsiteX2" fmla="*/ 553721 w 683751"/>
                  <a:gd name="connsiteY2" fmla="*/ 1060487 h 2343129"/>
                  <a:gd name="connsiteX3" fmla="*/ 552926 w 683751"/>
                  <a:gd name="connsiteY3" fmla="*/ 1272418 h 2343129"/>
                  <a:gd name="connsiteX4" fmla="*/ 124301 w 683751"/>
                  <a:gd name="connsiteY4" fmla="*/ 1719301 h 2343129"/>
                  <a:gd name="connsiteX5" fmla="*/ 9208 w 683751"/>
                  <a:gd name="connsiteY5" fmla="*/ 2336838 h 2343129"/>
                  <a:gd name="connsiteX6" fmla="*/ 113189 w 683751"/>
                  <a:gd name="connsiteY6" fmla="*/ 2341600 h 2343129"/>
                  <a:gd name="connsiteX7" fmla="*/ 200502 w 683751"/>
                  <a:gd name="connsiteY7" fmla="*/ 1756607 h 2343129"/>
                  <a:gd name="connsiteX8" fmla="*/ 556896 w 683751"/>
                  <a:gd name="connsiteY8" fmla="*/ 1331156 h 2343129"/>
                  <a:gd name="connsiteX9" fmla="*/ 555308 w 683751"/>
                  <a:gd name="connsiteY9" fmla="*/ 993814 h 2343129"/>
                  <a:gd name="connsiteX10" fmla="*/ 175895 w 683751"/>
                  <a:gd name="connsiteY10" fmla="*/ 535025 h 2343129"/>
                  <a:gd name="connsiteX11" fmla="*/ 113189 w 683751"/>
                  <a:gd name="connsiteY11" fmla="*/ 38 h 2343129"/>
                  <a:gd name="connsiteX12" fmla="*/ 6033 w 683751"/>
                  <a:gd name="connsiteY12" fmla="*/ 38 h 2343129"/>
                  <a:gd name="connsiteX0" fmla="*/ 6033 w 683751"/>
                  <a:gd name="connsiteY0" fmla="*/ 38 h 2343129"/>
                  <a:gd name="connsiteX1" fmla="*/ 117158 w 683751"/>
                  <a:gd name="connsiteY1" fmla="*/ 606463 h 2343129"/>
                  <a:gd name="connsiteX2" fmla="*/ 553721 w 683751"/>
                  <a:gd name="connsiteY2" fmla="*/ 1060487 h 2343129"/>
                  <a:gd name="connsiteX3" fmla="*/ 552926 w 683751"/>
                  <a:gd name="connsiteY3" fmla="*/ 1272418 h 2343129"/>
                  <a:gd name="connsiteX4" fmla="*/ 124301 w 683751"/>
                  <a:gd name="connsiteY4" fmla="*/ 1719301 h 2343129"/>
                  <a:gd name="connsiteX5" fmla="*/ 9208 w 683751"/>
                  <a:gd name="connsiteY5" fmla="*/ 2336838 h 2343129"/>
                  <a:gd name="connsiteX6" fmla="*/ 113189 w 683751"/>
                  <a:gd name="connsiteY6" fmla="*/ 2341600 h 2343129"/>
                  <a:gd name="connsiteX7" fmla="*/ 200502 w 683751"/>
                  <a:gd name="connsiteY7" fmla="*/ 1756607 h 2343129"/>
                  <a:gd name="connsiteX8" fmla="*/ 556896 w 683751"/>
                  <a:gd name="connsiteY8" fmla="*/ 1331156 h 2343129"/>
                  <a:gd name="connsiteX9" fmla="*/ 555308 w 683751"/>
                  <a:gd name="connsiteY9" fmla="*/ 993814 h 2343129"/>
                  <a:gd name="connsiteX10" fmla="*/ 175895 w 683751"/>
                  <a:gd name="connsiteY10" fmla="*/ 535025 h 2343129"/>
                  <a:gd name="connsiteX11" fmla="*/ 113189 w 683751"/>
                  <a:gd name="connsiteY11" fmla="*/ 38 h 2343129"/>
                  <a:gd name="connsiteX12" fmla="*/ 6033 w 683751"/>
                  <a:gd name="connsiteY12" fmla="*/ 38 h 2343129"/>
                  <a:gd name="connsiteX0" fmla="*/ 6033 w 683895"/>
                  <a:gd name="connsiteY0" fmla="*/ 38 h 2343129"/>
                  <a:gd name="connsiteX1" fmla="*/ 117158 w 683895"/>
                  <a:gd name="connsiteY1" fmla="*/ 606463 h 2343129"/>
                  <a:gd name="connsiteX2" fmla="*/ 553721 w 683895"/>
                  <a:gd name="connsiteY2" fmla="*/ 1060487 h 2343129"/>
                  <a:gd name="connsiteX3" fmla="*/ 552926 w 683895"/>
                  <a:gd name="connsiteY3" fmla="*/ 1272418 h 2343129"/>
                  <a:gd name="connsiteX4" fmla="*/ 124301 w 683895"/>
                  <a:gd name="connsiteY4" fmla="*/ 1719301 h 2343129"/>
                  <a:gd name="connsiteX5" fmla="*/ 9208 w 683895"/>
                  <a:gd name="connsiteY5" fmla="*/ 2336838 h 2343129"/>
                  <a:gd name="connsiteX6" fmla="*/ 113189 w 683895"/>
                  <a:gd name="connsiteY6" fmla="*/ 2341600 h 2343129"/>
                  <a:gd name="connsiteX7" fmla="*/ 200502 w 683895"/>
                  <a:gd name="connsiteY7" fmla="*/ 1756607 h 2343129"/>
                  <a:gd name="connsiteX8" fmla="*/ 556896 w 683895"/>
                  <a:gd name="connsiteY8" fmla="*/ 1331156 h 2343129"/>
                  <a:gd name="connsiteX9" fmla="*/ 683894 w 683895"/>
                  <a:gd name="connsiteY9" fmla="*/ 1165263 h 2343129"/>
                  <a:gd name="connsiteX10" fmla="*/ 555308 w 683895"/>
                  <a:gd name="connsiteY10" fmla="*/ 993814 h 2343129"/>
                  <a:gd name="connsiteX11" fmla="*/ 175895 w 683895"/>
                  <a:gd name="connsiteY11" fmla="*/ 535025 h 2343129"/>
                  <a:gd name="connsiteX12" fmla="*/ 113189 w 683895"/>
                  <a:gd name="connsiteY12" fmla="*/ 38 h 2343129"/>
                  <a:gd name="connsiteX13" fmla="*/ 6033 w 683895"/>
                  <a:gd name="connsiteY13" fmla="*/ 38 h 2343129"/>
                  <a:gd name="connsiteX0" fmla="*/ 6033 w 702832"/>
                  <a:gd name="connsiteY0" fmla="*/ 38 h 2343129"/>
                  <a:gd name="connsiteX1" fmla="*/ 117158 w 702832"/>
                  <a:gd name="connsiteY1" fmla="*/ 606463 h 2343129"/>
                  <a:gd name="connsiteX2" fmla="*/ 553721 w 702832"/>
                  <a:gd name="connsiteY2" fmla="*/ 1060487 h 2343129"/>
                  <a:gd name="connsiteX3" fmla="*/ 552926 w 702832"/>
                  <a:gd name="connsiteY3" fmla="*/ 1272418 h 2343129"/>
                  <a:gd name="connsiteX4" fmla="*/ 124301 w 702832"/>
                  <a:gd name="connsiteY4" fmla="*/ 1719301 h 2343129"/>
                  <a:gd name="connsiteX5" fmla="*/ 9208 w 702832"/>
                  <a:gd name="connsiteY5" fmla="*/ 2336838 h 2343129"/>
                  <a:gd name="connsiteX6" fmla="*/ 113189 w 702832"/>
                  <a:gd name="connsiteY6" fmla="*/ 2341600 h 2343129"/>
                  <a:gd name="connsiteX7" fmla="*/ 200502 w 702832"/>
                  <a:gd name="connsiteY7" fmla="*/ 1756607 h 2343129"/>
                  <a:gd name="connsiteX8" fmla="*/ 556896 w 702832"/>
                  <a:gd name="connsiteY8" fmla="*/ 1331156 h 2343129"/>
                  <a:gd name="connsiteX9" fmla="*/ 683894 w 702832"/>
                  <a:gd name="connsiteY9" fmla="*/ 1165263 h 2343129"/>
                  <a:gd name="connsiteX10" fmla="*/ 175895 w 702832"/>
                  <a:gd name="connsiteY10" fmla="*/ 535025 h 2343129"/>
                  <a:gd name="connsiteX11" fmla="*/ 113189 w 702832"/>
                  <a:gd name="connsiteY11" fmla="*/ 38 h 2343129"/>
                  <a:gd name="connsiteX12" fmla="*/ 6033 w 702832"/>
                  <a:gd name="connsiteY12" fmla="*/ 38 h 2343129"/>
                  <a:gd name="connsiteX0" fmla="*/ 6033 w 683925"/>
                  <a:gd name="connsiteY0" fmla="*/ 38 h 2343129"/>
                  <a:gd name="connsiteX1" fmla="*/ 117158 w 683925"/>
                  <a:gd name="connsiteY1" fmla="*/ 606463 h 2343129"/>
                  <a:gd name="connsiteX2" fmla="*/ 553721 w 683925"/>
                  <a:gd name="connsiteY2" fmla="*/ 1060487 h 2343129"/>
                  <a:gd name="connsiteX3" fmla="*/ 552926 w 683925"/>
                  <a:gd name="connsiteY3" fmla="*/ 1272418 h 2343129"/>
                  <a:gd name="connsiteX4" fmla="*/ 124301 w 683925"/>
                  <a:gd name="connsiteY4" fmla="*/ 1719301 h 2343129"/>
                  <a:gd name="connsiteX5" fmla="*/ 9208 w 683925"/>
                  <a:gd name="connsiteY5" fmla="*/ 2336838 h 2343129"/>
                  <a:gd name="connsiteX6" fmla="*/ 113189 w 683925"/>
                  <a:gd name="connsiteY6" fmla="*/ 2341600 h 2343129"/>
                  <a:gd name="connsiteX7" fmla="*/ 200502 w 683925"/>
                  <a:gd name="connsiteY7" fmla="*/ 1756607 h 2343129"/>
                  <a:gd name="connsiteX8" fmla="*/ 683894 w 683925"/>
                  <a:gd name="connsiteY8" fmla="*/ 1165263 h 2343129"/>
                  <a:gd name="connsiteX9" fmla="*/ 175895 w 683925"/>
                  <a:gd name="connsiteY9" fmla="*/ 535025 h 2343129"/>
                  <a:gd name="connsiteX10" fmla="*/ 113189 w 683925"/>
                  <a:gd name="connsiteY10" fmla="*/ 38 h 2343129"/>
                  <a:gd name="connsiteX11" fmla="*/ 6033 w 683925"/>
                  <a:gd name="connsiteY11" fmla="*/ 38 h 2343129"/>
                  <a:gd name="connsiteX0" fmla="*/ 6033 w 689984"/>
                  <a:gd name="connsiteY0" fmla="*/ 38 h 2343129"/>
                  <a:gd name="connsiteX1" fmla="*/ 117158 w 689984"/>
                  <a:gd name="connsiteY1" fmla="*/ 606463 h 2343129"/>
                  <a:gd name="connsiteX2" fmla="*/ 553721 w 689984"/>
                  <a:gd name="connsiteY2" fmla="*/ 1060487 h 2343129"/>
                  <a:gd name="connsiteX3" fmla="*/ 552926 w 689984"/>
                  <a:gd name="connsiteY3" fmla="*/ 1272418 h 2343129"/>
                  <a:gd name="connsiteX4" fmla="*/ 124301 w 689984"/>
                  <a:gd name="connsiteY4" fmla="*/ 1719301 h 2343129"/>
                  <a:gd name="connsiteX5" fmla="*/ 9208 w 689984"/>
                  <a:gd name="connsiteY5" fmla="*/ 2336838 h 2343129"/>
                  <a:gd name="connsiteX6" fmla="*/ 113189 w 689984"/>
                  <a:gd name="connsiteY6" fmla="*/ 2341600 h 2343129"/>
                  <a:gd name="connsiteX7" fmla="*/ 200502 w 689984"/>
                  <a:gd name="connsiteY7" fmla="*/ 1756607 h 2343129"/>
                  <a:gd name="connsiteX8" fmla="*/ 683894 w 689984"/>
                  <a:gd name="connsiteY8" fmla="*/ 1165263 h 2343129"/>
                  <a:gd name="connsiteX9" fmla="*/ 175895 w 689984"/>
                  <a:gd name="connsiteY9" fmla="*/ 535025 h 2343129"/>
                  <a:gd name="connsiteX10" fmla="*/ 113189 w 689984"/>
                  <a:gd name="connsiteY10" fmla="*/ 38 h 2343129"/>
                  <a:gd name="connsiteX11" fmla="*/ 6033 w 689984"/>
                  <a:gd name="connsiteY11" fmla="*/ 38 h 2343129"/>
                  <a:gd name="connsiteX0" fmla="*/ 6033 w 684892"/>
                  <a:gd name="connsiteY0" fmla="*/ 38 h 2343129"/>
                  <a:gd name="connsiteX1" fmla="*/ 117158 w 684892"/>
                  <a:gd name="connsiteY1" fmla="*/ 606463 h 2343129"/>
                  <a:gd name="connsiteX2" fmla="*/ 553721 w 684892"/>
                  <a:gd name="connsiteY2" fmla="*/ 1060487 h 2343129"/>
                  <a:gd name="connsiteX3" fmla="*/ 552926 w 684892"/>
                  <a:gd name="connsiteY3" fmla="*/ 1272418 h 2343129"/>
                  <a:gd name="connsiteX4" fmla="*/ 124301 w 684892"/>
                  <a:gd name="connsiteY4" fmla="*/ 1719301 h 2343129"/>
                  <a:gd name="connsiteX5" fmla="*/ 9208 w 684892"/>
                  <a:gd name="connsiteY5" fmla="*/ 2336838 h 2343129"/>
                  <a:gd name="connsiteX6" fmla="*/ 113189 w 684892"/>
                  <a:gd name="connsiteY6" fmla="*/ 2341600 h 2343129"/>
                  <a:gd name="connsiteX7" fmla="*/ 200502 w 684892"/>
                  <a:gd name="connsiteY7" fmla="*/ 1756607 h 2343129"/>
                  <a:gd name="connsiteX8" fmla="*/ 683894 w 684892"/>
                  <a:gd name="connsiteY8" fmla="*/ 1165263 h 2343129"/>
                  <a:gd name="connsiteX9" fmla="*/ 175895 w 684892"/>
                  <a:gd name="connsiteY9" fmla="*/ 535025 h 2343129"/>
                  <a:gd name="connsiteX10" fmla="*/ 113189 w 684892"/>
                  <a:gd name="connsiteY10" fmla="*/ 38 h 2343129"/>
                  <a:gd name="connsiteX11" fmla="*/ 6033 w 684892"/>
                  <a:gd name="connsiteY11" fmla="*/ 38 h 2343129"/>
                  <a:gd name="connsiteX0" fmla="*/ 6033 w 684004"/>
                  <a:gd name="connsiteY0" fmla="*/ 38 h 2343129"/>
                  <a:gd name="connsiteX1" fmla="*/ 117158 w 684004"/>
                  <a:gd name="connsiteY1" fmla="*/ 606463 h 2343129"/>
                  <a:gd name="connsiteX2" fmla="*/ 553721 w 684004"/>
                  <a:gd name="connsiteY2" fmla="*/ 1060487 h 2343129"/>
                  <a:gd name="connsiteX3" fmla="*/ 552926 w 684004"/>
                  <a:gd name="connsiteY3" fmla="*/ 1272418 h 2343129"/>
                  <a:gd name="connsiteX4" fmla="*/ 124301 w 684004"/>
                  <a:gd name="connsiteY4" fmla="*/ 1719301 h 2343129"/>
                  <a:gd name="connsiteX5" fmla="*/ 9208 w 684004"/>
                  <a:gd name="connsiteY5" fmla="*/ 2336838 h 2343129"/>
                  <a:gd name="connsiteX6" fmla="*/ 113189 w 684004"/>
                  <a:gd name="connsiteY6" fmla="*/ 2341600 h 2343129"/>
                  <a:gd name="connsiteX7" fmla="*/ 200502 w 684004"/>
                  <a:gd name="connsiteY7" fmla="*/ 1756607 h 2343129"/>
                  <a:gd name="connsiteX8" fmla="*/ 683894 w 684004"/>
                  <a:gd name="connsiteY8" fmla="*/ 1165263 h 2343129"/>
                  <a:gd name="connsiteX9" fmla="*/ 175895 w 684004"/>
                  <a:gd name="connsiteY9" fmla="*/ 535025 h 2343129"/>
                  <a:gd name="connsiteX10" fmla="*/ 113189 w 684004"/>
                  <a:gd name="connsiteY10" fmla="*/ 38 h 2343129"/>
                  <a:gd name="connsiteX11" fmla="*/ 6033 w 684004"/>
                  <a:gd name="connsiteY11" fmla="*/ 38 h 2343129"/>
                  <a:gd name="connsiteX0" fmla="*/ 6033 w 684004"/>
                  <a:gd name="connsiteY0" fmla="*/ 38 h 2343129"/>
                  <a:gd name="connsiteX1" fmla="*/ 117158 w 684004"/>
                  <a:gd name="connsiteY1" fmla="*/ 606463 h 2343129"/>
                  <a:gd name="connsiteX2" fmla="*/ 553721 w 684004"/>
                  <a:gd name="connsiteY2" fmla="*/ 1060487 h 2343129"/>
                  <a:gd name="connsiteX3" fmla="*/ 552926 w 684004"/>
                  <a:gd name="connsiteY3" fmla="*/ 1272418 h 2343129"/>
                  <a:gd name="connsiteX4" fmla="*/ 124301 w 684004"/>
                  <a:gd name="connsiteY4" fmla="*/ 1719301 h 2343129"/>
                  <a:gd name="connsiteX5" fmla="*/ 9208 w 684004"/>
                  <a:gd name="connsiteY5" fmla="*/ 2336838 h 2343129"/>
                  <a:gd name="connsiteX6" fmla="*/ 113189 w 684004"/>
                  <a:gd name="connsiteY6" fmla="*/ 2341600 h 2343129"/>
                  <a:gd name="connsiteX7" fmla="*/ 200502 w 684004"/>
                  <a:gd name="connsiteY7" fmla="*/ 1756607 h 2343129"/>
                  <a:gd name="connsiteX8" fmla="*/ 683894 w 684004"/>
                  <a:gd name="connsiteY8" fmla="*/ 1165263 h 2343129"/>
                  <a:gd name="connsiteX9" fmla="*/ 175895 w 684004"/>
                  <a:gd name="connsiteY9" fmla="*/ 535025 h 2343129"/>
                  <a:gd name="connsiteX10" fmla="*/ 113189 w 684004"/>
                  <a:gd name="connsiteY10" fmla="*/ 38 h 2343129"/>
                  <a:gd name="connsiteX11" fmla="*/ 6033 w 684004"/>
                  <a:gd name="connsiteY11" fmla="*/ 38 h 2343129"/>
                  <a:gd name="connsiteX0" fmla="*/ 6033 w 683899"/>
                  <a:gd name="connsiteY0" fmla="*/ 38 h 2343129"/>
                  <a:gd name="connsiteX1" fmla="*/ 117158 w 683899"/>
                  <a:gd name="connsiteY1" fmla="*/ 606463 h 2343129"/>
                  <a:gd name="connsiteX2" fmla="*/ 553721 w 683899"/>
                  <a:gd name="connsiteY2" fmla="*/ 1060487 h 2343129"/>
                  <a:gd name="connsiteX3" fmla="*/ 552926 w 683899"/>
                  <a:gd name="connsiteY3" fmla="*/ 1272418 h 2343129"/>
                  <a:gd name="connsiteX4" fmla="*/ 124301 w 683899"/>
                  <a:gd name="connsiteY4" fmla="*/ 1719301 h 2343129"/>
                  <a:gd name="connsiteX5" fmla="*/ 9208 w 683899"/>
                  <a:gd name="connsiteY5" fmla="*/ 2336838 h 2343129"/>
                  <a:gd name="connsiteX6" fmla="*/ 113189 w 683899"/>
                  <a:gd name="connsiteY6" fmla="*/ 2341600 h 2343129"/>
                  <a:gd name="connsiteX7" fmla="*/ 200502 w 683899"/>
                  <a:gd name="connsiteY7" fmla="*/ 1756607 h 2343129"/>
                  <a:gd name="connsiteX8" fmla="*/ 683894 w 683899"/>
                  <a:gd name="connsiteY8" fmla="*/ 1165263 h 2343129"/>
                  <a:gd name="connsiteX9" fmla="*/ 175895 w 683899"/>
                  <a:gd name="connsiteY9" fmla="*/ 535025 h 2343129"/>
                  <a:gd name="connsiteX10" fmla="*/ 113189 w 683899"/>
                  <a:gd name="connsiteY10" fmla="*/ 38 h 2343129"/>
                  <a:gd name="connsiteX11" fmla="*/ 6033 w 683899"/>
                  <a:gd name="connsiteY11" fmla="*/ 38 h 2343129"/>
                  <a:gd name="connsiteX0" fmla="*/ 6033 w 683899"/>
                  <a:gd name="connsiteY0" fmla="*/ 38 h 2343129"/>
                  <a:gd name="connsiteX1" fmla="*/ 117158 w 683899"/>
                  <a:gd name="connsiteY1" fmla="*/ 606463 h 2343129"/>
                  <a:gd name="connsiteX2" fmla="*/ 553721 w 683899"/>
                  <a:gd name="connsiteY2" fmla="*/ 1060487 h 2343129"/>
                  <a:gd name="connsiteX3" fmla="*/ 552926 w 683899"/>
                  <a:gd name="connsiteY3" fmla="*/ 1272418 h 2343129"/>
                  <a:gd name="connsiteX4" fmla="*/ 124301 w 683899"/>
                  <a:gd name="connsiteY4" fmla="*/ 1719301 h 2343129"/>
                  <a:gd name="connsiteX5" fmla="*/ 9208 w 683899"/>
                  <a:gd name="connsiteY5" fmla="*/ 2336838 h 2343129"/>
                  <a:gd name="connsiteX6" fmla="*/ 113189 w 683899"/>
                  <a:gd name="connsiteY6" fmla="*/ 2341600 h 2343129"/>
                  <a:gd name="connsiteX7" fmla="*/ 200502 w 683899"/>
                  <a:gd name="connsiteY7" fmla="*/ 1756607 h 2343129"/>
                  <a:gd name="connsiteX8" fmla="*/ 683894 w 683899"/>
                  <a:gd name="connsiteY8" fmla="*/ 1165263 h 2343129"/>
                  <a:gd name="connsiteX9" fmla="*/ 175895 w 683899"/>
                  <a:gd name="connsiteY9" fmla="*/ 535025 h 2343129"/>
                  <a:gd name="connsiteX10" fmla="*/ 113189 w 683899"/>
                  <a:gd name="connsiteY10" fmla="*/ 38 h 2343129"/>
                  <a:gd name="connsiteX11" fmla="*/ 6033 w 683899"/>
                  <a:gd name="connsiteY11" fmla="*/ 38 h 2343129"/>
                  <a:gd name="connsiteX0" fmla="*/ 6033 w 683899"/>
                  <a:gd name="connsiteY0" fmla="*/ 38 h 2343129"/>
                  <a:gd name="connsiteX1" fmla="*/ 117158 w 683899"/>
                  <a:gd name="connsiteY1" fmla="*/ 606463 h 2343129"/>
                  <a:gd name="connsiteX2" fmla="*/ 553721 w 683899"/>
                  <a:gd name="connsiteY2" fmla="*/ 1060487 h 2343129"/>
                  <a:gd name="connsiteX3" fmla="*/ 552926 w 683899"/>
                  <a:gd name="connsiteY3" fmla="*/ 1272418 h 2343129"/>
                  <a:gd name="connsiteX4" fmla="*/ 124301 w 683899"/>
                  <a:gd name="connsiteY4" fmla="*/ 1719301 h 2343129"/>
                  <a:gd name="connsiteX5" fmla="*/ 9208 w 683899"/>
                  <a:gd name="connsiteY5" fmla="*/ 2336838 h 2343129"/>
                  <a:gd name="connsiteX6" fmla="*/ 113189 w 683899"/>
                  <a:gd name="connsiteY6" fmla="*/ 2341600 h 2343129"/>
                  <a:gd name="connsiteX7" fmla="*/ 200502 w 683899"/>
                  <a:gd name="connsiteY7" fmla="*/ 1756607 h 2343129"/>
                  <a:gd name="connsiteX8" fmla="*/ 683894 w 683899"/>
                  <a:gd name="connsiteY8" fmla="*/ 1165263 h 2343129"/>
                  <a:gd name="connsiteX9" fmla="*/ 175895 w 683899"/>
                  <a:gd name="connsiteY9" fmla="*/ 535025 h 2343129"/>
                  <a:gd name="connsiteX10" fmla="*/ 113189 w 683899"/>
                  <a:gd name="connsiteY10" fmla="*/ 38 h 2343129"/>
                  <a:gd name="connsiteX11" fmla="*/ 6033 w 683899"/>
                  <a:gd name="connsiteY11" fmla="*/ 38 h 2343129"/>
                  <a:gd name="connsiteX0" fmla="*/ 6033 w 683899"/>
                  <a:gd name="connsiteY0" fmla="*/ 38 h 2343129"/>
                  <a:gd name="connsiteX1" fmla="*/ 117158 w 683899"/>
                  <a:gd name="connsiteY1" fmla="*/ 606463 h 2343129"/>
                  <a:gd name="connsiteX2" fmla="*/ 553721 w 683899"/>
                  <a:gd name="connsiteY2" fmla="*/ 1060487 h 2343129"/>
                  <a:gd name="connsiteX3" fmla="*/ 552926 w 683899"/>
                  <a:gd name="connsiteY3" fmla="*/ 1272418 h 2343129"/>
                  <a:gd name="connsiteX4" fmla="*/ 124301 w 683899"/>
                  <a:gd name="connsiteY4" fmla="*/ 1719301 h 2343129"/>
                  <a:gd name="connsiteX5" fmla="*/ 9208 w 683899"/>
                  <a:gd name="connsiteY5" fmla="*/ 2336838 h 2343129"/>
                  <a:gd name="connsiteX6" fmla="*/ 113189 w 683899"/>
                  <a:gd name="connsiteY6" fmla="*/ 2341600 h 2343129"/>
                  <a:gd name="connsiteX7" fmla="*/ 200502 w 683899"/>
                  <a:gd name="connsiteY7" fmla="*/ 1756607 h 2343129"/>
                  <a:gd name="connsiteX8" fmla="*/ 683894 w 683899"/>
                  <a:gd name="connsiteY8" fmla="*/ 1165263 h 2343129"/>
                  <a:gd name="connsiteX9" fmla="*/ 175895 w 683899"/>
                  <a:gd name="connsiteY9" fmla="*/ 535025 h 2343129"/>
                  <a:gd name="connsiteX10" fmla="*/ 113189 w 683899"/>
                  <a:gd name="connsiteY10" fmla="*/ 38 h 2343129"/>
                  <a:gd name="connsiteX11" fmla="*/ 6033 w 683899"/>
                  <a:gd name="connsiteY11" fmla="*/ 38 h 2343129"/>
                  <a:gd name="connsiteX0" fmla="*/ 6033 w 683899"/>
                  <a:gd name="connsiteY0" fmla="*/ 38 h 2341719"/>
                  <a:gd name="connsiteX1" fmla="*/ 117158 w 683899"/>
                  <a:gd name="connsiteY1" fmla="*/ 606463 h 2341719"/>
                  <a:gd name="connsiteX2" fmla="*/ 553721 w 683899"/>
                  <a:gd name="connsiteY2" fmla="*/ 1060487 h 2341719"/>
                  <a:gd name="connsiteX3" fmla="*/ 552926 w 683899"/>
                  <a:gd name="connsiteY3" fmla="*/ 1272418 h 2341719"/>
                  <a:gd name="connsiteX4" fmla="*/ 124301 w 683899"/>
                  <a:gd name="connsiteY4" fmla="*/ 1719301 h 2341719"/>
                  <a:gd name="connsiteX5" fmla="*/ 9208 w 683899"/>
                  <a:gd name="connsiteY5" fmla="*/ 2336838 h 2341719"/>
                  <a:gd name="connsiteX6" fmla="*/ 113189 w 683899"/>
                  <a:gd name="connsiteY6" fmla="*/ 2341600 h 2341719"/>
                  <a:gd name="connsiteX7" fmla="*/ 200502 w 683899"/>
                  <a:gd name="connsiteY7" fmla="*/ 1756607 h 2341719"/>
                  <a:gd name="connsiteX8" fmla="*/ 683894 w 683899"/>
                  <a:gd name="connsiteY8" fmla="*/ 1165263 h 2341719"/>
                  <a:gd name="connsiteX9" fmla="*/ 175895 w 683899"/>
                  <a:gd name="connsiteY9" fmla="*/ 535025 h 2341719"/>
                  <a:gd name="connsiteX10" fmla="*/ 113189 w 683899"/>
                  <a:gd name="connsiteY10" fmla="*/ 38 h 2341719"/>
                  <a:gd name="connsiteX11" fmla="*/ 6033 w 683899"/>
                  <a:gd name="connsiteY11" fmla="*/ 38 h 2341719"/>
                  <a:gd name="connsiteX0" fmla="*/ 6033 w 683899"/>
                  <a:gd name="connsiteY0" fmla="*/ 38 h 2341701"/>
                  <a:gd name="connsiteX1" fmla="*/ 117158 w 683899"/>
                  <a:gd name="connsiteY1" fmla="*/ 606463 h 2341701"/>
                  <a:gd name="connsiteX2" fmla="*/ 553721 w 683899"/>
                  <a:gd name="connsiteY2" fmla="*/ 1060487 h 2341701"/>
                  <a:gd name="connsiteX3" fmla="*/ 552926 w 683899"/>
                  <a:gd name="connsiteY3" fmla="*/ 1272418 h 2341701"/>
                  <a:gd name="connsiteX4" fmla="*/ 124301 w 683899"/>
                  <a:gd name="connsiteY4" fmla="*/ 1719301 h 2341701"/>
                  <a:gd name="connsiteX5" fmla="*/ 9208 w 683899"/>
                  <a:gd name="connsiteY5" fmla="*/ 2336838 h 2341701"/>
                  <a:gd name="connsiteX6" fmla="*/ 113189 w 683899"/>
                  <a:gd name="connsiteY6" fmla="*/ 2341600 h 2341701"/>
                  <a:gd name="connsiteX7" fmla="*/ 200502 w 683899"/>
                  <a:gd name="connsiteY7" fmla="*/ 1756607 h 2341701"/>
                  <a:gd name="connsiteX8" fmla="*/ 683894 w 683899"/>
                  <a:gd name="connsiteY8" fmla="*/ 1165263 h 2341701"/>
                  <a:gd name="connsiteX9" fmla="*/ 175895 w 683899"/>
                  <a:gd name="connsiteY9" fmla="*/ 535025 h 2341701"/>
                  <a:gd name="connsiteX10" fmla="*/ 113189 w 683899"/>
                  <a:gd name="connsiteY10" fmla="*/ 38 h 2341701"/>
                  <a:gd name="connsiteX11" fmla="*/ 6033 w 683899"/>
                  <a:gd name="connsiteY11" fmla="*/ 38 h 2341701"/>
                  <a:gd name="connsiteX0" fmla="*/ 6033 w 683899"/>
                  <a:gd name="connsiteY0" fmla="*/ 38 h 2341699"/>
                  <a:gd name="connsiteX1" fmla="*/ 117158 w 683899"/>
                  <a:gd name="connsiteY1" fmla="*/ 606463 h 2341699"/>
                  <a:gd name="connsiteX2" fmla="*/ 553721 w 683899"/>
                  <a:gd name="connsiteY2" fmla="*/ 1060487 h 2341699"/>
                  <a:gd name="connsiteX3" fmla="*/ 552926 w 683899"/>
                  <a:gd name="connsiteY3" fmla="*/ 1272418 h 2341699"/>
                  <a:gd name="connsiteX4" fmla="*/ 124301 w 683899"/>
                  <a:gd name="connsiteY4" fmla="*/ 1719301 h 2341699"/>
                  <a:gd name="connsiteX5" fmla="*/ 9208 w 683899"/>
                  <a:gd name="connsiteY5" fmla="*/ 2336838 h 2341699"/>
                  <a:gd name="connsiteX6" fmla="*/ 113189 w 683899"/>
                  <a:gd name="connsiteY6" fmla="*/ 2341600 h 2341699"/>
                  <a:gd name="connsiteX7" fmla="*/ 200502 w 683899"/>
                  <a:gd name="connsiteY7" fmla="*/ 1756607 h 2341699"/>
                  <a:gd name="connsiteX8" fmla="*/ 683894 w 683899"/>
                  <a:gd name="connsiteY8" fmla="*/ 1165263 h 2341699"/>
                  <a:gd name="connsiteX9" fmla="*/ 175895 w 683899"/>
                  <a:gd name="connsiteY9" fmla="*/ 535025 h 2341699"/>
                  <a:gd name="connsiteX10" fmla="*/ 113189 w 683899"/>
                  <a:gd name="connsiteY10" fmla="*/ 38 h 2341699"/>
                  <a:gd name="connsiteX11" fmla="*/ 6033 w 683899"/>
                  <a:gd name="connsiteY11" fmla="*/ 38 h 2341699"/>
                  <a:gd name="connsiteX0" fmla="*/ 6033 w 683899"/>
                  <a:gd name="connsiteY0" fmla="*/ 38 h 2341699"/>
                  <a:gd name="connsiteX1" fmla="*/ 117158 w 683899"/>
                  <a:gd name="connsiteY1" fmla="*/ 606463 h 2341699"/>
                  <a:gd name="connsiteX2" fmla="*/ 553721 w 683899"/>
                  <a:gd name="connsiteY2" fmla="*/ 1060487 h 2341699"/>
                  <a:gd name="connsiteX3" fmla="*/ 552926 w 683899"/>
                  <a:gd name="connsiteY3" fmla="*/ 1272418 h 2341699"/>
                  <a:gd name="connsiteX4" fmla="*/ 124301 w 683899"/>
                  <a:gd name="connsiteY4" fmla="*/ 1719301 h 2341699"/>
                  <a:gd name="connsiteX5" fmla="*/ 9208 w 683899"/>
                  <a:gd name="connsiteY5" fmla="*/ 2336838 h 2341699"/>
                  <a:gd name="connsiteX6" fmla="*/ 113189 w 683899"/>
                  <a:gd name="connsiteY6" fmla="*/ 2341600 h 2341699"/>
                  <a:gd name="connsiteX7" fmla="*/ 200502 w 683899"/>
                  <a:gd name="connsiteY7" fmla="*/ 1756607 h 2341699"/>
                  <a:gd name="connsiteX8" fmla="*/ 683894 w 683899"/>
                  <a:gd name="connsiteY8" fmla="*/ 1165263 h 2341699"/>
                  <a:gd name="connsiteX9" fmla="*/ 175895 w 683899"/>
                  <a:gd name="connsiteY9" fmla="*/ 535025 h 2341699"/>
                  <a:gd name="connsiteX10" fmla="*/ 113189 w 683899"/>
                  <a:gd name="connsiteY10" fmla="*/ 38 h 2341699"/>
                  <a:gd name="connsiteX11" fmla="*/ 6033 w 683899"/>
                  <a:gd name="connsiteY11" fmla="*/ 38 h 2341699"/>
                  <a:gd name="connsiteX0" fmla="*/ 6033 w 683899"/>
                  <a:gd name="connsiteY0" fmla="*/ 38 h 2341699"/>
                  <a:gd name="connsiteX1" fmla="*/ 117158 w 683899"/>
                  <a:gd name="connsiteY1" fmla="*/ 606463 h 2341699"/>
                  <a:gd name="connsiteX2" fmla="*/ 553721 w 683899"/>
                  <a:gd name="connsiteY2" fmla="*/ 1060487 h 2341699"/>
                  <a:gd name="connsiteX3" fmla="*/ 552926 w 683899"/>
                  <a:gd name="connsiteY3" fmla="*/ 1272418 h 2341699"/>
                  <a:gd name="connsiteX4" fmla="*/ 124301 w 683899"/>
                  <a:gd name="connsiteY4" fmla="*/ 1719301 h 2341699"/>
                  <a:gd name="connsiteX5" fmla="*/ 9208 w 683899"/>
                  <a:gd name="connsiteY5" fmla="*/ 2336838 h 2341699"/>
                  <a:gd name="connsiteX6" fmla="*/ 113189 w 683899"/>
                  <a:gd name="connsiteY6" fmla="*/ 2341600 h 2341699"/>
                  <a:gd name="connsiteX7" fmla="*/ 200502 w 683899"/>
                  <a:gd name="connsiteY7" fmla="*/ 1756607 h 2341699"/>
                  <a:gd name="connsiteX8" fmla="*/ 683894 w 683899"/>
                  <a:gd name="connsiteY8" fmla="*/ 1165263 h 2341699"/>
                  <a:gd name="connsiteX9" fmla="*/ 175895 w 683899"/>
                  <a:gd name="connsiteY9" fmla="*/ 535025 h 2341699"/>
                  <a:gd name="connsiteX10" fmla="*/ 113189 w 683899"/>
                  <a:gd name="connsiteY10" fmla="*/ 38 h 2341699"/>
                  <a:gd name="connsiteX11" fmla="*/ 6033 w 683899"/>
                  <a:gd name="connsiteY11" fmla="*/ 38 h 2341699"/>
                  <a:gd name="connsiteX0" fmla="*/ 6033 w 683899"/>
                  <a:gd name="connsiteY0" fmla="*/ 38 h 2341699"/>
                  <a:gd name="connsiteX1" fmla="*/ 117158 w 683899"/>
                  <a:gd name="connsiteY1" fmla="*/ 606463 h 2341699"/>
                  <a:gd name="connsiteX2" fmla="*/ 553721 w 683899"/>
                  <a:gd name="connsiteY2" fmla="*/ 1060487 h 2341699"/>
                  <a:gd name="connsiteX3" fmla="*/ 552926 w 683899"/>
                  <a:gd name="connsiteY3" fmla="*/ 1272418 h 2341699"/>
                  <a:gd name="connsiteX4" fmla="*/ 124301 w 683899"/>
                  <a:gd name="connsiteY4" fmla="*/ 1719301 h 2341699"/>
                  <a:gd name="connsiteX5" fmla="*/ 9208 w 683899"/>
                  <a:gd name="connsiteY5" fmla="*/ 2336838 h 2341699"/>
                  <a:gd name="connsiteX6" fmla="*/ 113189 w 683899"/>
                  <a:gd name="connsiteY6" fmla="*/ 2341600 h 2341699"/>
                  <a:gd name="connsiteX7" fmla="*/ 200502 w 683899"/>
                  <a:gd name="connsiteY7" fmla="*/ 1756607 h 2341699"/>
                  <a:gd name="connsiteX8" fmla="*/ 683894 w 683899"/>
                  <a:gd name="connsiteY8" fmla="*/ 1165263 h 2341699"/>
                  <a:gd name="connsiteX9" fmla="*/ 175895 w 683899"/>
                  <a:gd name="connsiteY9" fmla="*/ 535025 h 2341699"/>
                  <a:gd name="connsiteX10" fmla="*/ 113189 w 683899"/>
                  <a:gd name="connsiteY10" fmla="*/ 38 h 2341699"/>
                  <a:gd name="connsiteX11" fmla="*/ 6033 w 683899"/>
                  <a:gd name="connsiteY11" fmla="*/ 38 h 2341699"/>
                  <a:gd name="connsiteX0" fmla="*/ 6033 w 683898"/>
                  <a:gd name="connsiteY0" fmla="*/ 38 h 2336838"/>
                  <a:gd name="connsiteX1" fmla="*/ 117158 w 683898"/>
                  <a:gd name="connsiteY1" fmla="*/ 606463 h 2336838"/>
                  <a:gd name="connsiteX2" fmla="*/ 553721 w 683898"/>
                  <a:gd name="connsiteY2" fmla="*/ 1060487 h 2336838"/>
                  <a:gd name="connsiteX3" fmla="*/ 552926 w 683898"/>
                  <a:gd name="connsiteY3" fmla="*/ 1272418 h 2336838"/>
                  <a:gd name="connsiteX4" fmla="*/ 124301 w 683898"/>
                  <a:gd name="connsiteY4" fmla="*/ 1719301 h 2336838"/>
                  <a:gd name="connsiteX5" fmla="*/ 9208 w 683898"/>
                  <a:gd name="connsiteY5" fmla="*/ 2336838 h 2336838"/>
                  <a:gd name="connsiteX6" fmla="*/ 141764 w 683898"/>
                  <a:gd name="connsiteY6" fmla="*/ 2335250 h 2336838"/>
                  <a:gd name="connsiteX7" fmla="*/ 200502 w 683898"/>
                  <a:gd name="connsiteY7" fmla="*/ 1756607 h 2336838"/>
                  <a:gd name="connsiteX8" fmla="*/ 683894 w 683898"/>
                  <a:gd name="connsiteY8" fmla="*/ 1165263 h 2336838"/>
                  <a:gd name="connsiteX9" fmla="*/ 175895 w 683898"/>
                  <a:gd name="connsiteY9" fmla="*/ 535025 h 2336838"/>
                  <a:gd name="connsiteX10" fmla="*/ 113189 w 683898"/>
                  <a:gd name="connsiteY10" fmla="*/ 38 h 2336838"/>
                  <a:gd name="connsiteX11" fmla="*/ 6033 w 683898"/>
                  <a:gd name="connsiteY11" fmla="*/ 38 h 2336838"/>
                  <a:gd name="connsiteX0" fmla="*/ 6033 w 683899"/>
                  <a:gd name="connsiteY0" fmla="*/ 38 h 2336838"/>
                  <a:gd name="connsiteX1" fmla="*/ 117158 w 683899"/>
                  <a:gd name="connsiteY1" fmla="*/ 606463 h 2336838"/>
                  <a:gd name="connsiteX2" fmla="*/ 553721 w 683899"/>
                  <a:gd name="connsiteY2" fmla="*/ 1060487 h 2336838"/>
                  <a:gd name="connsiteX3" fmla="*/ 552926 w 683899"/>
                  <a:gd name="connsiteY3" fmla="*/ 1272418 h 2336838"/>
                  <a:gd name="connsiteX4" fmla="*/ 124301 w 683899"/>
                  <a:gd name="connsiteY4" fmla="*/ 1719301 h 2336838"/>
                  <a:gd name="connsiteX5" fmla="*/ 9208 w 683899"/>
                  <a:gd name="connsiteY5" fmla="*/ 2336838 h 2336838"/>
                  <a:gd name="connsiteX6" fmla="*/ 141764 w 683899"/>
                  <a:gd name="connsiteY6" fmla="*/ 2335250 h 2336838"/>
                  <a:gd name="connsiteX7" fmla="*/ 200502 w 683899"/>
                  <a:gd name="connsiteY7" fmla="*/ 1756607 h 2336838"/>
                  <a:gd name="connsiteX8" fmla="*/ 683894 w 683899"/>
                  <a:gd name="connsiteY8" fmla="*/ 1165263 h 2336838"/>
                  <a:gd name="connsiteX9" fmla="*/ 175895 w 683899"/>
                  <a:gd name="connsiteY9" fmla="*/ 535025 h 2336838"/>
                  <a:gd name="connsiteX10" fmla="*/ 113189 w 683899"/>
                  <a:gd name="connsiteY10" fmla="*/ 38 h 2336838"/>
                  <a:gd name="connsiteX11" fmla="*/ 6033 w 683899"/>
                  <a:gd name="connsiteY11" fmla="*/ 38 h 2336838"/>
                  <a:gd name="connsiteX0" fmla="*/ 7898 w 685764"/>
                  <a:gd name="connsiteY0" fmla="*/ 38 h 2336838"/>
                  <a:gd name="connsiteX1" fmla="*/ 119023 w 685764"/>
                  <a:gd name="connsiteY1" fmla="*/ 606463 h 2336838"/>
                  <a:gd name="connsiteX2" fmla="*/ 555586 w 685764"/>
                  <a:gd name="connsiteY2" fmla="*/ 1060487 h 2336838"/>
                  <a:gd name="connsiteX3" fmla="*/ 554791 w 685764"/>
                  <a:gd name="connsiteY3" fmla="*/ 1272418 h 2336838"/>
                  <a:gd name="connsiteX4" fmla="*/ 113466 w 685764"/>
                  <a:gd name="connsiteY4" fmla="*/ 1716126 h 2336838"/>
                  <a:gd name="connsiteX5" fmla="*/ 11073 w 685764"/>
                  <a:gd name="connsiteY5" fmla="*/ 2336838 h 2336838"/>
                  <a:gd name="connsiteX6" fmla="*/ 143629 w 685764"/>
                  <a:gd name="connsiteY6" fmla="*/ 2335250 h 2336838"/>
                  <a:gd name="connsiteX7" fmla="*/ 202367 w 685764"/>
                  <a:gd name="connsiteY7" fmla="*/ 1756607 h 2336838"/>
                  <a:gd name="connsiteX8" fmla="*/ 685759 w 685764"/>
                  <a:gd name="connsiteY8" fmla="*/ 1165263 h 2336838"/>
                  <a:gd name="connsiteX9" fmla="*/ 177760 w 685764"/>
                  <a:gd name="connsiteY9" fmla="*/ 535025 h 2336838"/>
                  <a:gd name="connsiteX10" fmla="*/ 115054 w 685764"/>
                  <a:gd name="connsiteY10" fmla="*/ 38 h 2336838"/>
                  <a:gd name="connsiteX11" fmla="*/ 7898 w 685764"/>
                  <a:gd name="connsiteY11" fmla="*/ 38 h 2336838"/>
                  <a:gd name="connsiteX0" fmla="*/ 7898 w 685764"/>
                  <a:gd name="connsiteY0" fmla="*/ 38 h 2336838"/>
                  <a:gd name="connsiteX1" fmla="*/ 119023 w 685764"/>
                  <a:gd name="connsiteY1" fmla="*/ 606463 h 2336838"/>
                  <a:gd name="connsiteX2" fmla="*/ 555586 w 685764"/>
                  <a:gd name="connsiteY2" fmla="*/ 1060487 h 2336838"/>
                  <a:gd name="connsiteX3" fmla="*/ 554791 w 685764"/>
                  <a:gd name="connsiteY3" fmla="*/ 1272418 h 2336838"/>
                  <a:gd name="connsiteX4" fmla="*/ 113466 w 685764"/>
                  <a:gd name="connsiteY4" fmla="*/ 1716126 h 2336838"/>
                  <a:gd name="connsiteX5" fmla="*/ 11073 w 685764"/>
                  <a:gd name="connsiteY5" fmla="*/ 2336838 h 2336838"/>
                  <a:gd name="connsiteX6" fmla="*/ 143629 w 685764"/>
                  <a:gd name="connsiteY6" fmla="*/ 2335250 h 2336838"/>
                  <a:gd name="connsiteX7" fmla="*/ 202367 w 685764"/>
                  <a:gd name="connsiteY7" fmla="*/ 1756607 h 2336838"/>
                  <a:gd name="connsiteX8" fmla="*/ 685759 w 685764"/>
                  <a:gd name="connsiteY8" fmla="*/ 1165263 h 2336838"/>
                  <a:gd name="connsiteX9" fmla="*/ 177760 w 685764"/>
                  <a:gd name="connsiteY9" fmla="*/ 535025 h 2336838"/>
                  <a:gd name="connsiteX10" fmla="*/ 115054 w 685764"/>
                  <a:gd name="connsiteY10" fmla="*/ 38 h 2336838"/>
                  <a:gd name="connsiteX11" fmla="*/ 7898 w 685764"/>
                  <a:gd name="connsiteY11" fmla="*/ 38 h 2336838"/>
                  <a:gd name="connsiteX0" fmla="*/ 6033 w 683899"/>
                  <a:gd name="connsiteY0" fmla="*/ 38 h 2336838"/>
                  <a:gd name="connsiteX1" fmla="*/ 117158 w 683899"/>
                  <a:gd name="connsiteY1" fmla="*/ 606463 h 2336838"/>
                  <a:gd name="connsiteX2" fmla="*/ 553721 w 683899"/>
                  <a:gd name="connsiteY2" fmla="*/ 1060487 h 2336838"/>
                  <a:gd name="connsiteX3" fmla="*/ 552926 w 683899"/>
                  <a:gd name="connsiteY3" fmla="*/ 1272418 h 2336838"/>
                  <a:gd name="connsiteX4" fmla="*/ 111601 w 683899"/>
                  <a:gd name="connsiteY4" fmla="*/ 1716126 h 2336838"/>
                  <a:gd name="connsiteX5" fmla="*/ 9208 w 683899"/>
                  <a:gd name="connsiteY5" fmla="*/ 2336838 h 2336838"/>
                  <a:gd name="connsiteX6" fmla="*/ 141764 w 683899"/>
                  <a:gd name="connsiteY6" fmla="*/ 2335250 h 2336838"/>
                  <a:gd name="connsiteX7" fmla="*/ 200502 w 683899"/>
                  <a:gd name="connsiteY7" fmla="*/ 1756607 h 2336838"/>
                  <a:gd name="connsiteX8" fmla="*/ 683894 w 683899"/>
                  <a:gd name="connsiteY8" fmla="*/ 1165263 h 2336838"/>
                  <a:gd name="connsiteX9" fmla="*/ 175895 w 683899"/>
                  <a:gd name="connsiteY9" fmla="*/ 535025 h 2336838"/>
                  <a:gd name="connsiteX10" fmla="*/ 113189 w 683899"/>
                  <a:gd name="connsiteY10" fmla="*/ 38 h 2336838"/>
                  <a:gd name="connsiteX11" fmla="*/ 6033 w 683899"/>
                  <a:gd name="connsiteY11" fmla="*/ 38 h 2336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3899" h="2336838">
                    <a:moveTo>
                      <a:pt x="6033" y="38"/>
                    </a:moveTo>
                    <a:cubicBezTo>
                      <a:pt x="-16721" y="183657"/>
                      <a:pt x="25877" y="429721"/>
                      <a:pt x="117158" y="606463"/>
                    </a:cubicBezTo>
                    <a:cubicBezTo>
                      <a:pt x="208439" y="783205"/>
                      <a:pt x="431087" y="968544"/>
                      <a:pt x="553721" y="1060487"/>
                    </a:cubicBezTo>
                    <a:cubicBezTo>
                      <a:pt x="676355" y="1152430"/>
                      <a:pt x="642488" y="1204420"/>
                      <a:pt x="552926" y="1272418"/>
                    </a:cubicBezTo>
                    <a:cubicBezTo>
                      <a:pt x="463364" y="1340416"/>
                      <a:pt x="241114" y="1476017"/>
                      <a:pt x="111601" y="1716126"/>
                    </a:cubicBezTo>
                    <a:cubicBezTo>
                      <a:pt x="-17912" y="1956235"/>
                      <a:pt x="-2434" y="2224788"/>
                      <a:pt x="9208" y="2336838"/>
                    </a:cubicBezTo>
                    <a:cubicBezTo>
                      <a:pt x="73238" y="2334588"/>
                      <a:pt x="79322" y="2333927"/>
                      <a:pt x="141764" y="2335250"/>
                    </a:cubicBezTo>
                    <a:cubicBezTo>
                      <a:pt x="142293" y="2341337"/>
                      <a:pt x="72047" y="2043680"/>
                      <a:pt x="200502" y="1756607"/>
                    </a:cubicBezTo>
                    <a:cubicBezTo>
                      <a:pt x="328957" y="1469534"/>
                      <a:pt x="685482" y="1317001"/>
                      <a:pt x="683894" y="1165263"/>
                    </a:cubicBezTo>
                    <a:cubicBezTo>
                      <a:pt x="682306" y="1013525"/>
                      <a:pt x="282919" y="869723"/>
                      <a:pt x="175895" y="535025"/>
                    </a:cubicBezTo>
                    <a:cubicBezTo>
                      <a:pt x="68871" y="200327"/>
                      <a:pt x="104458" y="4271"/>
                      <a:pt x="113189" y="38"/>
                    </a:cubicBezTo>
                    <a:cubicBezTo>
                      <a:pt x="90964" y="-226"/>
                      <a:pt x="41530" y="1023"/>
                      <a:pt x="6033" y="3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</a:endParaRPr>
              </a:p>
            </p:txBody>
          </p:sp>
          <p:sp>
            <p:nvSpPr>
              <p:cNvPr id="31" name="圆角矩形 30"/>
              <p:cNvSpPr/>
              <p:nvPr/>
            </p:nvSpPr>
            <p:spPr>
              <a:xfrm>
                <a:off x="457037" y="1023995"/>
                <a:ext cx="2371887" cy="2525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</a:endParaRPr>
              </a:p>
            </p:txBody>
          </p:sp>
          <p:sp>
            <p:nvSpPr>
              <p:cNvPr id="32" name="圆角矩形 31"/>
              <p:cNvSpPr/>
              <p:nvPr/>
            </p:nvSpPr>
            <p:spPr>
              <a:xfrm>
                <a:off x="457037" y="4318878"/>
                <a:ext cx="2371887" cy="2525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</a:endParaRPr>
              </a:p>
            </p:txBody>
          </p:sp>
        </p:grpSp>
        <p:sp>
          <p:nvSpPr>
            <p:cNvPr id="33" name="椭圆 32"/>
            <p:cNvSpPr/>
            <p:nvPr/>
          </p:nvSpPr>
          <p:spPr>
            <a:xfrm>
              <a:off x="1845741" y="3964605"/>
              <a:ext cx="289363" cy="28936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cs typeface="+mn-ea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1854606" y="4351009"/>
              <a:ext cx="361325" cy="3613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cs typeface="+mn-ea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1490416" y="4662028"/>
              <a:ext cx="322816" cy="3228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cs typeface="+mn-ea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1917350" y="4794098"/>
              <a:ext cx="221382" cy="2213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cs typeface="+mn-ea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2189531" y="4128805"/>
              <a:ext cx="240290" cy="24028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cs typeface="+mn-ea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2271869" y="4747105"/>
              <a:ext cx="290653" cy="29065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cs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06704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图示 13"/>
          <p:cNvGraphicFramePr/>
          <p:nvPr>
            <p:extLst>
              <p:ext uri="{D42A27DB-BD31-4B8C-83A1-F6EECF244321}">
                <p14:modId xmlns:p14="http://schemas.microsoft.com/office/powerpoint/2010/main" val="162671567"/>
              </p:ext>
            </p:extLst>
          </p:nvPr>
        </p:nvGraphicFramePr>
        <p:xfrm>
          <a:off x="683568" y="1203598"/>
          <a:ext cx="7776864" cy="36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矩形 12"/>
          <p:cNvSpPr/>
          <p:nvPr/>
        </p:nvSpPr>
        <p:spPr>
          <a:xfrm>
            <a:off x="4788024" y="406933"/>
            <a:ext cx="3149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srgbClr val="C00000"/>
                </a:solidFill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</a:rPr>
              <a:t>STM32</a:t>
            </a:r>
            <a:r>
              <a:rPr lang="zh-CN" altLang="en-US" b="1" dirty="0">
                <a:solidFill>
                  <a:srgbClr val="C00000"/>
                </a:solidFill>
              </a:rPr>
              <a:t>的外部中断步骤</a:t>
            </a:r>
          </a:p>
        </p:txBody>
      </p:sp>
    </p:spTree>
    <p:extLst>
      <p:ext uri="{BB962C8B-B14F-4D97-AF65-F5344CB8AC3E}">
        <p14:creationId xmlns:p14="http://schemas.microsoft.com/office/powerpoint/2010/main" val="19777531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4716016" y="411510"/>
            <a:ext cx="3456384" cy="3168352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6" name="矩形 5"/>
          <p:cNvSpPr/>
          <p:nvPr/>
        </p:nvSpPr>
        <p:spPr>
          <a:xfrm>
            <a:off x="611560" y="1387088"/>
            <a:ext cx="3006335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/>
              <a:t>    嵌入式系统开发的程序架构由初始化部分和主程序部分组成，初始化部分涉及到系统所用外设的初始化配置程序，主程序部分一般是由</a:t>
            </a:r>
            <a:r>
              <a:rPr lang="en-US" altLang="zh-CN" b="1" dirty="0"/>
              <a:t>while(1){ }</a:t>
            </a:r>
            <a:r>
              <a:rPr lang="zh-CN" altLang="en-US" b="1" dirty="0"/>
              <a:t>构成的无限循环，程序实体一直循环不停地轮流执行</a:t>
            </a:r>
            <a:endParaRPr lang="en-US" altLang="zh-CN" b="1" dirty="0"/>
          </a:p>
        </p:txBody>
      </p:sp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230415"/>
              </p:ext>
            </p:extLst>
          </p:nvPr>
        </p:nvGraphicFramePr>
        <p:xfrm>
          <a:off x="5220072" y="516708"/>
          <a:ext cx="2627784" cy="3101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261930" imgH="1486334" progId="Visio.Drawing.11">
                  <p:embed/>
                </p:oleObj>
              </mc:Choice>
              <mc:Fallback>
                <p:oleObj name="Visio" r:id="rId2" imgW="1261930" imgH="148633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516708"/>
                        <a:ext cx="2627784" cy="31019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矩形 40"/>
          <p:cNvSpPr/>
          <p:nvPr/>
        </p:nvSpPr>
        <p:spPr>
          <a:xfrm>
            <a:off x="4139952" y="3723878"/>
            <a:ext cx="4572000" cy="110094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/>
              <a:t>     </a:t>
            </a:r>
            <a:r>
              <a:rPr lang="zh-CN" altLang="zh-CN" b="1" dirty="0">
                <a:solidFill>
                  <a:schemeClr val="dk1"/>
                </a:solidFill>
              </a:rPr>
              <a:t>结构简单，容易实现，但由于主程序部分是一个轮流执行的无限循环体，遇到突发事件，无法保证系统响应的及时性</a:t>
            </a:r>
            <a:endParaRPr lang="zh-CN" altLang="en-US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1454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222636"/>
              </p:ext>
            </p:extLst>
          </p:nvPr>
        </p:nvGraphicFramePr>
        <p:xfrm>
          <a:off x="1754687" y="1059582"/>
          <a:ext cx="6049491" cy="3059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129799" imgH="2073232" progId="Visio.Drawing.11">
                  <p:embed/>
                </p:oleObj>
              </mc:Choice>
              <mc:Fallback>
                <p:oleObj name="Visio" r:id="rId2" imgW="4129799" imgH="207323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687" y="1059582"/>
                        <a:ext cx="6049491" cy="305983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755576" y="4163184"/>
            <a:ext cx="7632848" cy="78483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/>
              <a:t>     前台程序通过中断来处理事件，后台程序是一个无限循环的应用程序实体，负责嵌入式系统软、硬件资源的分配、管理等日常事务。</a:t>
            </a:r>
            <a:endParaRPr lang="en-US" altLang="zh-CN" b="1" dirty="0"/>
          </a:p>
        </p:txBody>
      </p:sp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148064" y="406865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前后台系统的程序架构图</a:t>
            </a:r>
          </a:p>
        </p:txBody>
      </p:sp>
    </p:spTree>
    <p:extLst>
      <p:ext uri="{BB962C8B-B14F-4D97-AF65-F5344CB8AC3E}">
        <p14:creationId xmlns:p14="http://schemas.microsoft.com/office/powerpoint/2010/main" val="30675139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5514174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54786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6.5 EXTI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模块的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库接口函数及应用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文本框 9"/>
          <p:cNvSpPr txBox="1"/>
          <p:nvPr/>
        </p:nvSpPr>
        <p:spPr>
          <a:xfrm>
            <a:off x="3635896" y="1355526"/>
            <a:ext cx="2180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思源黑体旧字形 ExtraLight" panose="020B0200000000000000" pitchFamily="34" charset="-128"/>
              </a:rPr>
              <a:t>目  录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1007688" y="1995686"/>
            <a:ext cx="7057802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941229" y="2427734"/>
            <a:ext cx="38731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6.5.1 EXTI</a:t>
            </a:r>
            <a:r>
              <a:rPr lang="zh-CN" altLang="en-US" sz="2400" b="1" dirty="0"/>
              <a:t>的</a:t>
            </a:r>
            <a:r>
              <a:rPr lang="en-US" altLang="zh-CN" sz="2400" b="1" dirty="0"/>
              <a:t> HAL</a:t>
            </a:r>
            <a:r>
              <a:rPr lang="zh-CN" altLang="en-US" sz="2400" b="1" dirty="0"/>
              <a:t>库接口函数</a:t>
            </a:r>
          </a:p>
        </p:txBody>
      </p:sp>
      <p:sp>
        <p:nvSpPr>
          <p:cNvPr id="26" name="矩形 25"/>
          <p:cNvSpPr/>
          <p:nvPr/>
        </p:nvSpPr>
        <p:spPr>
          <a:xfrm>
            <a:off x="4461509" y="3219822"/>
            <a:ext cx="38042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6.5.2 EXTI</a:t>
            </a:r>
            <a:r>
              <a:rPr lang="zh-CN" altLang="en-US" sz="2400" b="1" dirty="0"/>
              <a:t>的</a:t>
            </a:r>
            <a:r>
              <a:rPr lang="en-US" altLang="zh-CN" sz="2400" b="1" dirty="0"/>
              <a:t>HAL</a:t>
            </a:r>
            <a:r>
              <a:rPr lang="zh-CN" altLang="en-US" sz="2400" b="1" dirty="0"/>
              <a:t>库应用实例</a:t>
            </a:r>
          </a:p>
        </p:txBody>
      </p:sp>
      <p:sp>
        <p:nvSpPr>
          <p:cNvPr id="27" name="十字箭头标注 26"/>
          <p:cNvSpPr/>
          <p:nvPr/>
        </p:nvSpPr>
        <p:spPr>
          <a:xfrm>
            <a:off x="1221149" y="2406538"/>
            <a:ext cx="720080" cy="504056"/>
          </a:xfrm>
          <a:prstGeom prst="quadArrowCallou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28" name="十字箭头标注 27"/>
          <p:cNvSpPr/>
          <p:nvPr/>
        </p:nvSpPr>
        <p:spPr>
          <a:xfrm>
            <a:off x="3741429" y="3219822"/>
            <a:ext cx="720080" cy="504056"/>
          </a:xfrm>
          <a:prstGeom prst="quadArrowCallou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7090621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99593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72837"/>
            <a:ext cx="38042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6.5.1 EXTI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  <p:sp>
        <p:nvSpPr>
          <p:cNvPr id="7" name="矩形 6"/>
          <p:cNvSpPr/>
          <p:nvPr/>
        </p:nvSpPr>
        <p:spPr>
          <a:xfrm>
            <a:off x="4067944" y="38129"/>
            <a:ext cx="4968552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    EXTI</a:t>
            </a:r>
            <a:r>
              <a:rPr lang="zh-CN" altLang="en-US" b="1" dirty="0">
                <a:solidFill>
                  <a:prstClr val="black"/>
                </a:solidFill>
              </a:rPr>
              <a:t>的</a:t>
            </a:r>
            <a:r>
              <a:rPr lang="en-US" altLang="zh-CN" b="1" dirty="0">
                <a:solidFill>
                  <a:prstClr val="black"/>
                </a:solidFill>
              </a:rPr>
              <a:t>HAL</a:t>
            </a:r>
            <a:r>
              <a:rPr lang="zh-CN" altLang="en-US" b="1" dirty="0">
                <a:solidFill>
                  <a:prstClr val="black"/>
                </a:solidFill>
              </a:rPr>
              <a:t>库接口函数的源码定义在</a:t>
            </a:r>
            <a:r>
              <a:rPr lang="en-US" altLang="zh-CN" b="1" dirty="0">
                <a:solidFill>
                  <a:prstClr val="black"/>
                </a:solidFill>
              </a:rPr>
              <a:t>stm32f1xx_hal_exti.c</a:t>
            </a:r>
            <a:r>
              <a:rPr lang="zh-CN" altLang="en-US" b="1" dirty="0">
                <a:solidFill>
                  <a:prstClr val="black"/>
                </a:solidFill>
              </a:rPr>
              <a:t>源文件中，其对应的头文件</a:t>
            </a:r>
            <a:r>
              <a:rPr lang="en-US" altLang="zh-CN" b="1" dirty="0">
                <a:solidFill>
                  <a:prstClr val="black"/>
                </a:solidFill>
              </a:rPr>
              <a:t>stm32f1xx_hal_exti.h</a:t>
            </a:r>
            <a:r>
              <a:rPr lang="zh-CN" altLang="en-US" b="1" dirty="0">
                <a:solidFill>
                  <a:prstClr val="black"/>
                </a:solidFill>
              </a:rPr>
              <a:t>声明了</a:t>
            </a:r>
            <a:r>
              <a:rPr lang="en-US" altLang="zh-CN" b="1" dirty="0">
                <a:solidFill>
                  <a:prstClr val="black"/>
                </a:solidFill>
              </a:rPr>
              <a:t>EXTI</a:t>
            </a:r>
            <a:r>
              <a:rPr lang="zh-CN" altLang="en-US" b="1" dirty="0">
                <a:solidFill>
                  <a:prstClr val="black"/>
                </a:solidFill>
              </a:rPr>
              <a:t>所有的库函数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637362"/>
              </p:ext>
            </p:extLst>
          </p:nvPr>
        </p:nvGraphicFramePr>
        <p:xfrm>
          <a:off x="755576" y="1214847"/>
          <a:ext cx="7704856" cy="3627120"/>
        </p:xfrm>
        <a:graphic>
          <a:graphicData uri="http://schemas.openxmlformats.org/drawingml/2006/table">
            <a:tbl>
              <a:tblPr firstRow="1" firstCol="1" bandRow="1">
                <a:tableStyleId>{22838BEF-8BB2-4498-84A7-C5851F593DF1}</a:tableStyleId>
              </a:tblPr>
              <a:tblGrid>
                <a:gridCol w="865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9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4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类型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函数及功能描述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09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配置函数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>
                          <a:effectLst/>
                        </a:rPr>
                        <a:t>HAL_EXTI_SetConfigLine</a:t>
                      </a:r>
                      <a:r>
                        <a:rPr lang="en-US" sz="1400" b="1" kern="100" dirty="0">
                          <a:effectLst/>
                        </a:rPr>
                        <a:t>(</a:t>
                      </a:r>
                      <a:r>
                        <a:rPr lang="en-US" sz="1400" b="1" kern="100" dirty="0" err="1">
                          <a:effectLst/>
                        </a:rPr>
                        <a:t>EXTI_HandleTypeDef</a:t>
                      </a:r>
                      <a:r>
                        <a:rPr lang="en-US" sz="1400" b="1" kern="100" dirty="0">
                          <a:effectLst/>
                        </a:rPr>
                        <a:t> *</a:t>
                      </a:r>
                      <a:r>
                        <a:rPr lang="en-US" sz="1400" b="1" kern="100" dirty="0" err="1">
                          <a:effectLst/>
                        </a:rPr>
                        <a:t>hexti</a:t>
                      </a:r>
                      <a:r>
                        <a:rPr lang="en-US" sz="1400" b="1" kern="100" dirty="0">
                          <a:effectLst/>
                        </a:rPr>
                        <a:t>, </a:t>
                      </a:r>
                      <a:r>
                        <a:rPr lang="en-US" sz="1400" b="1" kern="100" dirty="0" err="1">
                          <a:effectLst/>
                        </a:rPr>
                        <a:t>EXTI_ConfigTypeDef</a:t>
                      </a:r>
                      <a:r>
                        <a:rPr lang="en-US" sz="1400" b="1" kern="100" dirty="0">
                          <a:effectLst/>
                        </a:rPr>
                        <a:t> *</a:t>
                      </a:r>
                      <a:r>
                        <a:rPr lang="en-US" sz="1400" b="1" kern="100" dirty="0" err="1">
                          <a:effectLst/>
                        </a:rPr>
                        <a:t>pExtiConfig</a:t>
                      </a:r>
                      <a:r>
                        <a:rPr lang="en-US" sz="1400" b="1" kern="100" dirty="0">
                          <a:effectLst/>
                        </a:rPr>
                        <a:t>);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功能描述：设置外部中断</a:t>
                      </a:r>
                      <a:r>
                        <a:rPr lang="en-US" sz="1400" b="1" kern="100" dirty="0">
                          <a:effectLst/>
                        </a:rPr>
                        <a:t>EXTI</a:t>
                      </a:r>
                      <a:r>
                        <a:rPr lang="zh-CN" sz="1400" b="1" kern="100" dirty="0">
                          <a:effectLst/>
                        </a:rPr>
                        <a:t>的外部中断线路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87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HAL_EXTI_GetConfigLine(EXTI_HandleTypeDef *hexti, EXTI_ConfigTypeDef *pExtiConfig);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功能描述：获取已配置好的外部中断</a:t>
                      </a:r>
                      <a:r>
                        <a:rPr lang="en-US" sz="1400" b="1" kern="100">
                          <a:effectLst/>
                        </a:rPr>
                        <a:t>EXTI</a:t>
                      </a:r>
                      <a:r>
                        <a:rPr lang="zh-CN" sz="1400" b="1" kern="100">
                          <a:effectLst/>
                        </a:rPr>
                        <a:t>的外部中断线路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87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HAL_StatusTypeDef HAL_EXTI_ClearConfigLine(EXTI_HandleTypeDef *hexti);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功能描述：将已设置好的外部中断线路清除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4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HAL_EXTI_GetHandle(EXTI_HandleTypeDef *hexti, uint32_t ExtiLine);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功能描述：获取</a:t>
                      </a:r>
                      <a:r>
                        <a:rPr lang="en-US" sz="1400" b="1" kern="100">
                          <a:effectLst/>
                        </a:rPr>
                        <a:t>EXTI</a:t>
                      </a:r>
                      <a:r>
                        <a:rPr lang="zh-CN" sz="1400" b="1" kern="100">
                          <a:effectLst/>
                        </a:rPr>
                        <a:t>的句柄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878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引脚功能</a:t>
                      </a:r>
                      <a:endParaRPr lang="zh-CN" sz="1600" b="1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操作函数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void HAL_EXTI_IRQHandler(EXTI_HandleTypeDef *hexti);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功能描述：外部中断</a:t>
                      </a:r>
                      <a:r>
                        <a:rPr lang="en-US" sz="1400" b="1" kern="100">
                          <a:effectLst/>
                        </a:rPr>
                        <a:t>EXTI</a:t>
                      </a:r>
                      <a:r>
                        <a:rPr lang="zh-CN" sz="1400" b="1" kern="100">
                          <a:effectLst/>
                        </a:rPr>
                        <a:t>的中断处理函数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87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uint32_t </a:t>
                      </a:r>
                      <a:r>
                        <a:rPr lang="en-US" sz="1400" b="1" kern="100" dirty="0" err="1">
                          <a:effectLst/>
                        </a:rPr>
                        <a:t>HAL_EXTI_GetPending</a:t>
                      </a:r>
                      <a:r>
                        <a:rPr lang="en-US" sz="1400" b="1" kern="100" dirty="0">
                          <a:effectLst/>
                        </a:rPr>
                        <a:t>(</a:t>
                      </a:r>
                      <a:r>
                        <a:rPr lang="en-US" sz="1400" b="1" kern="100" dirty="0" err="1">
                          <a:effectLst/>
                        </a:rPr>
                        <a:t>EXTI_HandleTypeDef</a:t>
                      </a:r>
                      <a:r>
                        <a:rPr lang="en-US" sz="1400" b="1" kern="100" dirty="0">
                          <a:effectLst/>
                        </a:rPr>
                        <a:t> *</a:t>
                      </a:r>
                      <a:r>
                        <a:rPr lang="en-US" sz="1400" b="1" kern="100" dirty="0" err="1">
                          <a:effectLst/>
                        </a:rPr>
                        <a:t>hexti</a:t>
                      </a:r>
                      <a:r>
                        <a:rPr lang="en-US" sz="1400" b="1" kern="100" dirty="0">
                          <a:effectLst/>
                        </a:rPr>
                        <a:t>, uint32_t Edge);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功能描述：获取被挂起的外部中断线</a:t>
                      </a:r>
                      <a:r>
                        <a:rPr lang="en-US" sz="1400" b="1" kern="100" dirty="0">
                          <a:effectLst/>
                        </a:rPr>
                        <a:t>/</a:t>
                      </a:r>
                      <a:r>
                        <a:rPr lang="zh-CN" sz="1400" b="1" kern="100" dirty="0">
                          <a:effectLst/>
                        </a:rPr>
                        <a:t>事件线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87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void HAL_EXTI_ClearPending(EXTI_HandleTypeDef *hexti, uint32_t Edge);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功能描述：清除被挂起的外部中断</a:t>
                      </a:r>
                      <a:r>
                        <a:rPr lang="en-US" sz="1400" b="1" kern="100">
                          <a:effectLst/>
                        </a:rPr>
                        <a:t>/</a:t>
                      </a:r>
                      <a:r>
                        <a:rPr lang="zh-CN" sz="1400" b="1" kern="100">
                          <a:effectLst/>
                        </a:rPr>
                        <a:t>事件线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87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void </a:t>
                      </a:r>
                      <a:r>
                        <a:rPr lang="en-US" sz="1400" b="1" kern="100" dirty="0" err="1">
                          <a:effectLst/>
                        </a:rPr>
                        <a:t>HAL_EXTI_GenerateSWI</a:t>
                      </a:r>
                      <a:r>
                        <a:rPr lang="en-US" sz="1400" b="1" kern="100" dirty="0">
                          <a:effectLst/>
                        </a:rPr>
                        <a:t>(</a:t>
                      </a:r>
                      <a:r>
                        <a:rPr lang="en-US" sz="1400" b="1" kern="100" dirty="0" err="1">
                          <a:effectLst/>
                        </a:rPr>
                        <a:t>EXTI_HandleTypeDef</a:t>
                      </a:r>
                      <a:r>
                        <a:rPr lang="en-US" sz="1400" b="1" kern="100" dirty="0">
                          <a:effectLst/>
                        </a:rPr>
                        <a:t> *</a:t>
                      </a:r>
                      <a:r>
                        <a:rPr lang="en-US" sz="1400" b="1" kern="100" dirty="0" err="1">
                          <a:effectLst/>
                        </a:rPr>
                        <a:t>hexti</a:t>
                      </a:r>
                      <a:r>
                        <a:rPr lang="en-US" sz="1400" b="1" kern="100" dirty="0">
                          <a:effectLst/>
                        </a:rPr>
                        <a:t>);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功能描述：产生一个软件中断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6529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99593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8042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6.5.2 EXTI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库应用实例</a:t>
            </a:r>
          </a:p>
        </p:txBody>
      </p:sp>
      <p:sp>
        <p:nvSpPr>
          <p:cNvPr id="7" name="矩形 6"/>
          <p:cNvSpPr/>
          <p:nvPr/>
        </p:nvSpPr>
        <p:spPr>
          <a:xfrm>
            <a:off x="3635896" y="3723878"/>
            <a:ext cx="4896544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/>
              <a:t>     按键</a:t>
            </a:r>
            <a:r>
              <a:rPr lang="en-US" altLang="zh-CN" b="1" dirty="0"/>
              <a:t>WAKE_UP</a:t>
            </a:r>
            <a:r>
              <a:rPr lang="zh-CN" altLang="en-US" b="1" dirty="0"/>
              <a:t>连接在</a:t>
            </a:r>
            <a:r>
              <a:rPr lang="en-US" altLang="zh-CN" b="1" dirty="0"/>
              <a:t>STM32F103</a:t>
            </a:r>
            <a:r>
              <a:rPr lang="zh-CN" altLang="en-US" b="1" dirty="0"/>
              <a:t>的</a:t>
            </a:r>
            <a:r>
              <a:rPr lang="en-US" altLang="zh-CN" b="1" dirty="0"/>
              <a:t>PA0</a:t>
            </a:r>
            <a:r>
              <a:rPr lang="zh-CN" altLang="en-US" b="1" dirty="0"/>
              <a:t>引脚上，按下时</a:t>
            </a:r>
            <a:r>
              <a:rPr lang="en-US" altLang="zh-CN" b="1" dirty="0"/>
              <a:t>PA0</a:t>
            </a:r>
            <a:r>
              <a:rPr lang="zh-CN" altLang="en-US" b="1" dirty="0"/>
              <a:t>为高电平，按键</a:t>
            </a:r>
            <a:r>
              <a:rPr lang="en-US" altLang="zh-CN" b="1" dirty="0"/>
              <a:t>S2</a:t>
            </a:r>
            <a:r>
              <a:rPr lang="zh-CN" altLang="en-US" b="1" dirty="0"/>
              <a:t>连接在</a:t>
            </a:r>
            <a:r>
              <a:rPr lang="en-US" altLang="zh-CN" b="1" dirty="0"/>
              <a:t>STM32F103</a:t>
            </a:r>
            <a:r>
              <a:rPr lang="zh-CN" altLang="en-US" b="1" dirty="0"/>
              <a:t>的</a:t>
            </a:r>
            <a:r>
              <a:rPr lang="en-US" altLang="zh-CN" b="1" dirty="0"/>
              <a:t>PE3</a:t>
            </a:r>
            <a:r>
              <a:rPr lang="zh-CN" altLang="en-US" b="1" dirty="0"/>
              <a:t>引脚上。</a:t>
            </a:r>
          </a:p>
        </p:txBody>
      </p:sp>
      <p:sp>
        <p:nvSpPr>
          <p:cNvPr id="8" name="矩形 7"/>
          <p:cNvSpPr/>
          <p:nvPr/>
        </p:nvSpPr>
        <p:spPr>
          <a:xfrm>
            <a:off x="1071538" y="1923966"/>
            <a:ext cx="1988294" cy="20159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/>
              <a:t>      采用基于</a:t>
            </a:r>
            <a:r>
              <a:rPr lang="en-US" altLang="zh-CN" sz="2000" b="1" dirty="0"/>
              <a:t>HAL</a:t>
            </a:r>
            <a:r>
              <a:rPr lang="zh-CN" altLang="en-US" sz="2000" b="1" dirty="0"/>
              <a:t>库设计方式，通过两个按键分别控制两个</a:t>
            </a:r>
            <a:r>
              <a:rPr lang="en-US" altLang="zh-CN" sz="2000" b="1" dirty="0"/>
              <a:t>LED</a:t>
            </a:r>
            <a:r>
              <a:rPr lang="zh-CN" altLang="en-US" sz="2000" b="1" dirty="0"/>
              <a:t>灯状态翻转。</a:t>
            </a:r>
          </a:p>
        </p:txBody>
      </p:sp>
      <p:sp>
        <p:nvSpPr>
          <p:cNvPr id="9" name="矩形 8"/>
          <p:cNvSpPr/>
          <p:nvPr/>
        </p:nvSpPr>
        <p:spPr>
          <a:xfrm>
            <a:off x="466892" y="1618896"/>
            <a:ext cx="928694" cy="422358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功能</a:t>
            </a:r>
          </a:p>
        </p:txBody>
      </p:sp>
      <p:sp>
        <p:nvSpPr>
          <p:cNvPr id="10" name="矩形 9"/>
          <p:cNvSpPr/>
          <p:nvPr/>
        </p:nvSpPr>
        <p:spPr>
          <a:xfrm>
            <a:off x="3851921" y="1136150"/>
            <a:ext cx="4824536" cy="2299696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419872" y="915566"/>
            <a:ext cx="1368151" cy="4796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硬件设计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111467"/>
              </p:ext>
            </p:extLst>
          </p:nvPr>
        </p:nvGraphicFramePr>
        <p:xfrm>
          <a:off x="3923928" y="1552339"/>
          <a:ext cx="4593456" cy="1643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147373" imgH="1130544" progId="Visio.Drawing.11">
                  <p:embed/>
                </p:oleObj>
              </mc:Choice>
              <mc:Fallback>
                <p:oleObj name="Visio" r:id="rId2" imgW="3147373" imgH="113054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1552339"/>
                        <a:ext cx="4593456" cy="16430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86365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35623937"/>
              </p:ext>
            </p:extLst>
          </p:nvPr>
        </p:nvGraphicFramePr>
        <p:xfrm>
          <a:off x="683568" y="483518"/>
          <a:ext cx="7857746" cy="3548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右箭头 18"/>
          <p:cNvSpPr/>
          <p:nvPr/>
        </p:nvSpPr>
        <p:spPr>
          <a:xfrm>
            <a:off x="1115616" y="3869781"/>
            <a:ext cx="6768752" cy="36004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11" name="矩形 10"/>
          <p:cNvSpPr/>
          <p:nvPr/>
        </p:nvSpPr>
        <p:spPr>
          <a:xfrm>
            <a:off x="4731071" y="363896"/>
            <a:ext cx="2088232" cy="479663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软件设计流程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1511660" y="3706537"/>
            <a:ext cx="1224136" cy="665413"/>
          </a:xfrm>
          <a:prstGeom prst="roundRect">
            <a:avLst>
              <a:gd name="adj" fmla="val 1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RCC</a:t>
            </a:r>
            <a:r>
              <a:rPr lang="zh-CN" altLang="zh-CN" b="1" dirty="0">
                <a:solidFill>
                  <a:schemeClr val="tx1"/>
                </a:solidFill>
              </a:rPr>
              <a:t>和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zh-CN" b="1" dirty="0">
                <a:solidFill>
                  <a:schemeClr val="tx1"/>
                </a:solidFill>
              </a:rPr>
              <a:t>时钟配置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085048" y="3706537"/>
            <a:ext cx="1199547" cy="665413"/>
          </a:xfrm>
          <a:prstGeom prst="roundRect">
            <a:avLst>
              <a:gd name="adj" fmla="val 1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MCU</a:t>
            </a:r>
          </a:p>
          <a:p>
            <a:pPr algn="ctr"/>
            <a:r>
              <a:rPr lang="zh-CN" altLang="zh-CN" b="1" dirty="0">
                <a:solidFill>
                  <a:schemeClr val="tx1"/>
                </a:solidFill>
              </a:rPr>
              <a:t>引脚选择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4633847" y="3706537"/>
            <a:ext cx="1224136" cy="665413"/>
          </a:xfrm>
          <a:prstGeom prst="roundRect">
            <a:avLst>
              <a:gd name="adj" fmla="val 1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GPIO</a:t>
            </a:r>
            <a:r>
              <a:rPr lang="zh-CN" altLang="zh-CN" b="1" dirty="0">
                <a:solidFill>
                  <a:schemeClr val="tx1"/>
                </a:solidFill>
              </a:rPr>
              <a:t>引脚参数配置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207235" y="3706537"/>
            <a:ext cx="1224136" cy="665413"/>
          </a:xfrm>
          <a:prstGeom prst="roundRect">
            <a:avLst>
              <a:gd name="adj" fmla="val 1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zh-CN" altLang="zh-CN" b="1" dirty="0">
                <a:solidFill>
                  <a:schemeClr val="tx1"/>
                </a:solidFill>
              </a:rPr>
              <a:t>配置外部中断参数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0" name="左大括号 19"/>
          <p:cNvSpPr/>
          <p:nvPr/>
        </p:nvSpPr>
        <p:spPr>
          <a:xfrm rot="5400000">
            <a:off x="4211959" y="699542"/>
            <a:ext cx="288032" cy="5328592"/>
          </a:xfrm>
          <a:prstGeom prst="leftBrace">
            <a:avLst>
              <a:gd name="adj1" fmla="val 51646"/>
              <a:gd name="adj2" fmla="val 76385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" y="339503"/>
            <a:ext cx="399593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25188" y="360767"/>
            <a:ext cx="38042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6.5.2 EXTI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库应用实例</a:t>
            </a:r>
          </a:p>
        </p:txBody>
      </p:sp>
    </p:spTree>
    <p:extLst>
      <p:ext uri="{BB962C8B-B14F-4D97-AF65-F5344CB8AC3E}">
        <p14:creationId xmlns:p14="http://schemas.microsoft.com/office/powerpoint/2010/main" val="16045036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528679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51616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软件设计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新建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工程，选择</a:t>
            </a:r>
            <a:r>
              <a:rPr lang="en-US" altLang="zh-CN" sz="1600" b="1" dirty="0">
                <a:solidFill>
                  <a:schemeClr val="bg1"/>
                </a:solidFill>
              </a:rPr>
              <a:t>MCU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3528" y="1131590"/>
            <a:ext cx="2934644" cy="355481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/>
              <a:t>      在</a:t>
            </a:r>
            <a:r>
              <a:rPr lang="en-US" altLang="zh-CN" sz="2000" b="1" dirty="0"/>
              <a:t>D</a:t>
            </a:r>
            <a:r>
              <a:rPr lang="zh-CN" altLang="en-US" sz="2000" b="1" dirty="0"/>
              <a:t>盘或其他盘符目录下新建一个文件夹，用来存放后面建立的</a:t>
            </a:r>
            <a:r>
              <a:rPr lang="en-US" altLang="zh-CN" sz="2000" b="1" dirty="0"/>
              <a:t>STM32CubeMX</a:t>
            </a:r>
            <a:r>
              <a:rPr lang="zh-CN" altLang="en-US" sz="2000" b="1" dirty="0"/>
              <a:t>工程。需要注意的是：所建工程文件名最好是英文名称，且最好是英文路径。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/>
              <a:t>这里采用</a:t>
            </a:r>
            <a:r>
              <a:rPr lang="en-US" altLang="zh-CN" sz="2000" b="1" dirty="0"/>
              <a:t>STM32F103ZET6</a:t>
            </a:r>
            <a:r>
              <a:rPr lang="zh-CN" altLang="en-US" sz="2000" b="1" dirty="0"/>
              <a:t>芯片。</a:t>
            </a:r>
          </a:p>
        </p:txBody>
      </p:sp>
      <p:sp>
        <p:nvSpPr>
          <p:cNvPr id="10" name="矩形 9"/>
          <p:cNvSpPr/>
          <p:nvPr/>
        </p:nvSpPr>
        <p:spPr>
          <a:xfrm>
            <a:off x="3563888" y="1203598"/>
            <a:ext cx="5256584" cy="3456384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2" name="图片 11"/>
          <p:cNvPicPr/>
          <p:nvPr/>
        </p:nvPicPr>
        <p:blipFill>
          <a:blip r:embed="rId3"/>
          <a:stretch>
            <a:fillRect/>
          </a:stretch>
        </p:blipFill>
        <p:spPr>
          <a:xfrm>
            <a:off x="3662194" y="1275606"/>
            <a:ext cx="5040560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090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5681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软件设计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248444" y="1560744"/>
            <a:ext cx="2142556" cy="20159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sz="2000" b="1" dirty="0"/>
              <a:t>HSE</a:t>
            </a:r>
            <a:r>
              <a:rPr lang="zh-CN" altLang="en-US" sz="2000" b="1" dirty="0"/>
              <a:t>选择“</a:t>
            </a:r>
            <a:r>
              <a:rPr lang="en-GB" altLang="zh-CN" sz="2000" b="1" dirty="0"/>
              <a:t>Crystal/Ceramic Resonator”</a:t>
            </a:r>
            <a:r>
              <a:rPr lang="zh-CN" altLang="en-GB" sz="2000" b="1" dirty="0"/>
              <a:t>（</a:t>
            </a:r>
            <a:r>
              <a:rPr lang="zh-CN" altLang="en-US" sz="2000" b="1" dirty="0"/>
              <a:t>晶振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陶瓷谐振器），</a:t>
            </a:r>
            <a:r>
              <a:rPr lang="en-GB" altLang="zh-CN" sz="2000" b="1" dirty="0"/>
              <a:t>LSE</a:t>
            </a:r>
            <a:r>
              <a:rPr lang="zh-CN" altLang="en-US" sz="2000" b="1" dirty="0"/>
              <a:t>选择“</a:t>
            </a:r>
            <a:r>
              <a:rPr lang="en-GB" altLang="zh-CN" sz="2000" b="1" dirty="0"/>
              <a:t>Disable”</a:t>
            </a:r>
            <a:endParaRPr lang="zh-CN" altLang="en-US" sz="2000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337843" y="406933"/>
            <a:ext cx="1021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>
                <a:solidFill>
                  <a:srgbClr val="C00000"/>
                </a:solidFill>
              </a:rPr>
              <a:t>RCC</a:t>
            </a:r>
            <a:r>
              <a:rPr lang="zh-CN" altLang="en-US" b="1" dirty="0">
                <a:solidFill>
                  <a:srgbClr val="C00000"/>
                </a:solidFill>
              </a:rPr>
              <a:t>配置</a:t>
            </a:r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977731"/>
            <a:ext cx="6047308" cy="3787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85110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468981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软件设计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5234552" y="843559"/>
            <a:ext cx="3384376" cy="39395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sz="2000" b="1" dirty="0"/>
              <a:t>LED2</a:t>
            </a:r>
            <a:r>
              <a:rPr lang="zh-CN" altLang="en-US" sz="2000" b="1" dirty="0"/>
              <a:t>连接在</a:t>
            </a:r>
            <a:r>
              <a:rPr lang="en-US" altLang="zh-CN" sz="2000" b="1" dirty="0"/>
              <a:t>PE5</a:t>
            </a:r>
            <a:r>
              <a:rPr lang="zh-CN" altLang="en-US" sz="2000" b="1" dirty="0"/>
              <a:t>引脚上，</a:t>
            </a:r>
            <a:r>
              <a:rPr lang="en-US" altLang="zh-CN" sz="2000" b="1" dirty="0"/>
              <a:t>LED3</a:t>
            </a:r>
            <a:r>
              <a:rPr lang="zh-CN" altLang="en-US" sz="2000" b="1" dirty="0"/>
              <a:t>连接在</a:t>
            </a:r>
            <a:r>
              <a:rPr lang="en-US" altLang="zh-CN" sz="2000" b="1" dirty="0"/>
              <a:t>PB5</a:t>
            </a:r>
            <a:r>
              <a:rPr lang="zh-CN" altLang="en-US" sz="2000" b="1" dirty="0"/>
              <a:t>引脚上，设置为</a:t>
            </a:r>
            <a:r>
              <a:rPr lang="en-US" altLang="zh-CN" sz="2000" b="1" dirty="0" err="1"/>
              <a:t>GPIO_Output</a:t>
            </a:r>
            <a:r>
              <a:rPr lang="zh-CN" altLang="en-US" sz="2000" b="1" dirty="0"/>
              <a:t>；</a:t>
            </a:r>
            <a:endParaRPr lang="en-US" altLang="zh-CN" sz="2000" b="1" dirty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/>
              <a:t>设置</a:t>
            </a:r>
            <a:r>
              <a:rPr lang="en-US" altLang="zh-CN" sz="2000" b="1" dirty="0"/>
              <a:t>PA0</a:t>
            </a:r>
            <a:r>
              <a:rPr lang="zh-CN" altLang="en-US" sz="2000" b="1" dirty="0"/>
              <a:t>为</a:t>
            </a:r>
            <a:r>
              <a:rPr lang="en-US" altLang="zh-CN" sz="2000" b="1" dirty="0"/>
              <a:t>GPIO_EXTI0</a:t>
            </a:r>
            <a:r>
              <a:rPr lang="zh-CN" altLang="en-US" sz="2000" b="1" dirty="0"/>
              <a:t>外部中断线作为</a:t>
            </a:r>
            <a:r>
              <a:rPr lang="en-US" altLang="zh-CN" sz="2000" b="1" dirty="0"/>
              <a:t>WAKE_UP</a:t>
            </a:r>
            <a:r>
              <a:rPr lang="zh-CN" altLang="en-US" sz="2000" b="1" dirty="0"/>
              <a:t>按键使用，用于控制</a:t>
            </a:r>
            <a:r>
              <a:rPr lang="en-US" altLang="zh-CN" sz="2000" b="1" dirty="0"/>
              <a:t>LED3</a:t>
            </a:r>
            <a:r>
              <a:rPr lang="zh-CN" altLang="en-US" sz="2000" b="1" dirty="0"/>
              <a:t>灯闪烁；</a:t>
            </a:r>
            <a:endParaRPr lang="en-US" altLang="zh-CN" sz="2000" b="1" dirty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/>
              <a:t>设置</a:t>
            </a:r>
            <a:r>
              <a:rPr lang="en-US" altLang="zh-CN" sz="2000" b="1" dirty="0"/>
              <a:t>PE3</a:t>
            </a:r>
            <a:r>
              <a:rPr lang="zh-CN" altLang="en-US" sz="2000" b="1" dirty="0"/>
              <a:t>为</a:t>
            </a:r>
            <a:r>
              <a:rPr lang="en-US" altLang="zh-CN" sz="2000" b="1" dirty="0"/>
              <a:t>GPIO_EXTI3</a:t>
            </a:r>
            <a:r>
              <a:rPr lang="zh-CN" altLang="en-US" sz="2000" b="1" dirty="0"/>
              <a:t>作为按键</a:t>
            </a:r>
            <a:r>
              <a:rPr lang="en-US" altLang="zh-CN" sz="2000" b="1" dirty="0"/>
              <a:t>S2</a:t>
            </a:r>
            <a:r>
              <a:rPr lang="zh-CN" altLang="en-US" sz="2000" b="1" dirty="0"/>
              <a:t>使用，用于控制</a:t>
            </a:r>
            <a:r>
              <a:rPr lang="en-US" altLang="zh-CN" sz="2000" b="1" dirty="0"/>
              <a:t>LED2</a:t>
            </a:r>
            <a:r>
              <a:rPr lang="zh-CN" altLang="en-US" sz="2000" b="1" dirty="0"/>
              <a:t>灯闪烁。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012160" y="352939"/>
            <a:ext cx="17443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MCU</a:t>
            </a:r>
            <a:r>
              <a:rPr lang="zh-CN" altLang="en-US" sz="2000" b="1" dirty="0">
                <a:solidFill>
                  <a:srgbClr val="C00000"/>
                </a:solidFill>
              </a:rPr>
              <a:t>引脚选择</a:t>
            </a:r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225319" y="1183060"/>
            <a:ext cx="3914633" cy="347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5645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4400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50228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软件设计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5781499" y="1131590"/>
            <a:ext cx="3024336" cy="355481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/>
              <a:t>在“</a:t>
            </a:r>
            <a:r>
              <a:rPr lang="en-US" altLang="zh-CN" sz="2000" b="1" dirty="0"/>
              <a:t>GPIO”</a:t>
            </a:r>
            <a:r>
              <a:rPr lang="zh-CN" altLang="en-US" sz="2000" b="1" dirty="0"/>
              <a:t>参数配置中设置</a:t>
            </a:r>
            <a:r>
              <a:rPr lang="en-US" altLang="zh-CN" sz="2000" b="1" dirty="0"/>
              <a:t>PA0</a:t>
            </a:r>
            <a:r>
              <a:rPr lang="zh-CN" altLang="en-US" sz="2000" b="1" dirty="0"/>
              <a:t>为上升沿触发；</a:t>
            </a:r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sz="2000" b="1" dirty="0"/>
              <a:t>PE3</a:t>
            </a:r>
            <a:r>
              <a:rPr lang="zh-CN" altLang="en-US" sz="2000" b="1" dirty="0"/>
              <a:t>的“</a:t>
            </a:r>
            <a:r>
              <a:rPr lang="en-US" altLang="zh-CN" sz="2000" b="1" dirty="0"/>
              <a:t>GPIO mode”</a:t>
            </a:r>
            <a:r>
              <a:rPr lang="zh-CN" altLang="en-US" sz="2000" b="1" dirty="0"/>
              <a:t>设置为下降沿触发，添加用户标签</a:t>
            </a:r>
            <a:r>
              <a:rPr lang="en-US" altLang="zh-CN" sz="2000" b="1" dirty="0"/>
              <a:t>S2</a:t>
            </a:r>
            <a:r>
              <a:rPr lang="zh-CN" altLang="en-US" sz="2000" b="1" dirty="0"/>
              <a:t>。</a:t>
            </a:r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sz="2000" b="1" dirty="0"/>
              <a:t>PB5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PE5</a:t>
            </a:r>
            <a:r>
              <a:rPr lang="zh-CN" altLang="en-US" sz="2000" b="1" dirty="0"/>
              <a:t>两个</a:t>
            </a:r>
            <a:r>
              <a:rPr lang="en-US" altLang="zh-CN" sz="2000" b="1" dirty="0"/>
              <a:t>LED</a:t>
            </a:r>
            <a:r>
              <a:rPr lang="zh-CN" altLang="en-US" sz="2000" b="1" dirty="0"/>
              <a:t>灯设置为推挽输出，分别添加用户标签为</a:t>
            </a:r>
            <a:r>
              <a:rPr lang="en-US" altLang="zh-CN" sz="2000" b="1" dirty="0"/>
              <a:t>LED2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LED3</a:t>
            </a:r>
            <a:r>
              <a:rPr lang="zh-CN" altLang="en-US" sz="2000" b="1" dirty="0"/>
              <a:t>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90" y="1347614"/>
            <a:ext cx="5402059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6156176" y="586311"/>
            <a:ext cx="22749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000" b="1" dirty="0">
                <a:solidFill>
                  <a:srgbClr val="C00000"/>
                </a:solidFill>
              </a:rPr>
              <a:t>GPIO</a:t>
            </a:r>
            <a:r>
              <a:rPr lang="zh-CN" altLang="en-US" sz="2000" b="1" dirty="0">
                <a:solidFill>
                  <a:srgbClr val="C00000"/>
                </a:solidFill>
              </a:rPr>
              <a:t>引脚参数配置</a:t>
            </a:r>
          </a:p>
        </p:txBody>
      </p:sp>
    </p:spTree>
    <p:extLst>
      <p:ext uri="{BB962C8B-B14F-4D97-AF65-F5344CB8AC3E}">
        <p14:creationId xmlns:p14="http://schemas.microsoft.com/office/powerpoint/2010/main" val="33980483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5681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软件设计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6359213" y="901607"/>
            <a:ext cx="2448272" cy="355481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/>
              <a:t>通过图形化方式直观对系统时钟进行配置，系统时钟采用外部高速时钟，配置</a:t>
            </a:r>
            <a:r>
              <a:rPr lang="en-US" altLang="zh-CN" sz="2000" b="1" dirty="0"/>
              <a:t>STM32F103</a:t>
            </a:r>
            <a:r>
              <a:rPr lang="zh-CN" altLang="en-US" sz="2000" b="1" dirty="0"/>
              <a:t>系列芯片最大时钟为</a:t>
            </a:r>
            <a:r>
              <a:rPr lang="en-US" altLang="zh-CN" sz="2000" b="1" dirty="0"/>
              <a:t>72MHz</a:t>
            </a:r>
            <a:r>
              <a:rPr lang="zh-CN" altLang="en-US" sz="2000" b="1" dirty="0"/>
              <a:t>，配置</a:t>
            </a:r>
            <a:r>
              <a:rPr lang="en-US" altLang="zh-CN" sz="2000" b="1" dirty="0"/>
              <a:t>APB2</a:t>
            </a:r>
            <a:r>
              <a:rPr lang="zh-CN" altLang="en-US" sz="2000" b="1" dirty="0"/>
              <a:t>为</a:t>
            </a:r>
            <a:r>
              <a:rPr lang="en-US" altLang="zh-CN" sz="2000" b="1" dirty="0"/>
              <a:t>72MHz</a:t>
            </a:r>
            <a:r>
              <a:rPr lang="zh-CN" altLang="en-US" sz="2000" b="1" dirty="0"/>
              <a:t>，配置</a:t>
            </a:r>
            <a:r>
              <a:rPr lang="en-US" altLang="zh-CN" sz="2000" b="1" dirty="0"/>
              <a:t>APB1</a:t>
            </a:r>
            <a:r>
              <a:rPr lang="zh-CN" altLang="en-US" sz="2000" b="1" dirty="0"/>
              <a:t>为</a:t>
            </a:r>
            <a:r>
              <a:rPr lang="en-US" altLang="zh-CN" sz="2000" b="1" dirty="0"/>
              <a:t>36MHz</a:t>
            </a:r>
            <a:r>
              <a:rPr lang="zh-CN" altLang="en-US" sz="2000" b="1" dirty="0"/>
              <a:t>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026145" y="356576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时钟配置</a:t>
            </a:r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539552" y="1275606"/>
            <a:ext cx="5706507" cy="316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632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5681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软件设计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5364088" y="1419622"/>
            <a:ext cx="3515405" cy="31700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/>
              <a:t>在“</a:t>
            </a:r>
            <a:r>
              <a:rPr lang="en-US" altLang="zh-CN" sz="2000" b="1" dirty="0"/>
              <a:t>NVIC</a:t>
            </a:r>
            <a:r>
              <a:rPr lang="zh-CN" altLang="en-US" sz="2000" b="1" dirty="0"/>
              <a:t>”选项页中，设置“</a:t>
            </a:r>
            <a:r>
              <a:rPr lang="en-US" altLang="zh-CN" sz="2000" b="1" dirty="0"/>
              <a:t>Priority Group”</a:t>
            </a:r>
            <a:r>
              <a:rPr lang="zh-CN" altLang="en-US" sz="2000" b="1" dirty="0"/>
              <a:t>进行优先级分组；</a:t>
            </a:r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/>
              <a:t>勾选“</a:t>
            </a:r>
            <a:r>
              <a:rPr lang="en-US" altLang="zh-CN" sz="2000" b="1" dirty="0"/>
              <a:t>EXIT_Line0 interrupt”</a:t>
            </a:r>
            <a:r>
              <a:rPr lang="zh-CN" altLang="en-US" sz="2000" b="1" dirty="0"/>
              <a:t>使能</a:t>
            </a:r>
            <a:r>
              <a:rPr lang="en-US" altLang="zh-CN" sz="2000" b="1" dirty="0"/>
              <a:t>PA0</a:t>
            </a:r>
            <a:r>
              <a:rPr lang="zh-CN" altLang="en-US" sz="2000" b="1" dirty="0"/>
              <a:t>外部中断线；</a:t>
            </a:r>
            <a:endParaRPr lang="en-US" altLang="zh-CN" sz="2000" b="1" dirty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/>
              <a:t>类似地，勾选“</a:t>
            </a:r>
            <a:r>
              <a:rPr lang="en-US" altLang="zh-CN" sz="2000" b="1" dirty="0"/>
              <a:t>EXTI_Line3 interrupt”</a:t>
            </a:r>
            <a:r>
              <a:rPr lang="zh-CN" altLang="en-US" sz="2000" b="1" dirty="0"/>
              <a:t>使能</a:t>
            </a:r>
            <a:r>
              <a:rPr lang="en-US" altLang="zh-CN" sz="2000" b="1" dirty="0"/>
              <a:t>PE3</a:t>
            </a:r>
            <a:r>
              <a:rPr lang="zh-CN" altLang="en-US" sz="2000" b="1" dirty="0"/>
              <a:t>外部中断线。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868144" y="822432"/>
            <a:ext cx="22493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配置外部中断参数</a:t>
            </a:r>
          </a:p>
        </p:txBody>
      </p:sp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395536" y="1131590"/>
            <a:ext cx="4680520" cy="361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326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395536" y="991680"/>
            <a:ext cx="4608512" cy="374441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软件设计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生成工程代码</a:t>
            </a:r>
          </a:p>
        </p:txBody>
      </p:sp>
      <p:sp>
        <p:nvSpPr>
          <p:cNvPr id="8" name="矩形 7"/>
          <p:cNvSpPr/>
          <p:nvPr/>
        </p:nvSpPr>
        <p:spPr>
          <a:xfrm>
            <a:off x="5209544" y="1851670"/>
            <a:ext cx="3528392" cy="16312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>
                  <a:lumMod val="75000"/>
                </a:schemeClr>
              </a:buClr>
            </a:pPr>
            <a:r>
              <a:rPr lang="zh-CN" altLang="en-US" sz="2000" b="1" dirty="0"/>
              <a:t>定义“</a:t>
            </a:r>
            <a:r>
              <a:rPr lang="en-GB" altLang="zh-CN" sz="2000" b="1" dirty="0"/>
              <a:t>Project Name”</a:t>
            </a:r>
            <a:r>
              <a:rPr lang="zh-CN" altLang="en-US" sz="2000" b="1" dirty="0"/>
              <a:t>为“</a:t>
            </a:r>
            <a:r>
              <a:rPr lang="en-GB" altLang="zh-CN" sz="2000" b="1" dirty="0" err="1"/>
              <a:t>MyProject_EXTI</a:t>
            </a:r>
            <a:r>
              <a:rPr lang="en-GB" altLang="zh-CN" sz="2000" b="1" dirty="0"/>
              <a:t>”</a:t>
            </a:r>
            <a:r>
              <a:rPr lang="zh-CN" altLang="en-GB" sz="2000" b="1" dirty="0"/>
              <a:t>，“</a:t>
            </a:r>
            <a:r>
              <a:rPr lang="en-GB" altLang="zh-CN" sz="2000" b="1" dirty="0" err="1"/>
              <a:t>Toolchain</a:t>
            </a:r>
            <a:r>
              <a:rPr lang="en-GB" altLang="zh-CN" sz="2000" b="1" dirty="0"/>
              <a:t>/IDE”</a:t>
            </a:r>
            <a:r>
              <a:rPr lang="zh-CN" altLang="en-US" sz="2000" b="1" dirty="0"/>
              <a:t>选择“</a:t>
            </a:r>
            <a:r>
              <a:rPr lang="en-GB" altLang="zh-CN" sz="2000" b="1" dirty="0"/>
              <a:t>MDK-ARM V5”</a:t>
            </a:r>
            <a:r>
              <a:rPr lang="zh-CN" altLang="en-US" sz="2000" b="1" dirty="0"/>
              <a:t>；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209544" y="988562"/>
            <a:ext cx="33949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配置</a:t>
            </a:r>
            <a:r>
              <a:rPr lang="en-GB" altLang="zh-CN" sz="2000" b="1" dirty="0" err="1">
                <a:solidFill>
                  <a:srgbClr val="C00000"/>
                </a:solidFill>
              </a:rPr>
              <a:t>keil</a:t>
            </a:r>
            <a:r>
              <a:rPr lang="zh-CN" altLang="en-US" sz="2000" b="1" dirty="0">
                <a:solidFill>
                  <a:srgbClr val="C00000"/>
                </a:solidFill>
              </a:rPr>
              <a:t>工程名称和存放位置</a:t>
            </a:r>
          </a:p>
        </p:txBody>
      </p:sp>
      <p:grpSp>
        <p:nvGrpSpPr>
          <p:cNvPr id="11" name="组合 10"/>
          <p:cNvGrpSpPr/>
          <p:nvPr/>
        </p:nvGrpSpPr>
        <p:grpSpPr>
          <a:xfrm rot="5400000">
            <a:off x="7463543" y="3795887"/>
            <a:ext cx="986940" cy="986938"/>
            <a:chOff x="4804687" y="2294038"/>
            <a:chExt cx="1354015" cy="1354012"/>
          </a:xfrm>
        </p:grpSpPr>
        <p:sp>
          <p:nvSpPr>
            <p:cNvPr id="12" name="ïṧḷïḓê-任意多边形: 形状 4">
              <a:extLst>
                <a:ext uri="{FF2B5EF4-FFF2-40B4-BE49-F238E27FC236}">
                  <a16:creationId xmlns:a16="http://schemas.microsoft.com/office/drawing/2014/main" id="{86A49E6A-6B1A-47FB-9631-DCE52C050E4F}"/>
                </a:ext>
              </a:extLst>
            </p:cNvPr>
            <p:cNvSpPr/>
            <p:nvPr/>
          </p:nvSpPr>
          <p:spPr>
            <a:xfrm>
              <a:off x="4804687" y="2294038"/>
              <a:ext cx="1354015" cy="1354012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3" name="ïṧḷïḓê-Oval 5">
              <a:extLst>
                <a:ext uri="{FF2B5EF4-FFF2-40B4-BE49-F238E27FC236}">
                  <a16:creationId xmlns:a16="http://schemas.microsoft.com/office/drawing/2014/main" id="{6908010F-8E5D-45DA-8274-EB48CB6B3B2E}"/>
                </a:ext>
              </a:extLst>
            </p:cNvPr>
            <p:cNvSpPr/>
            <p:nvPr/>
          </p:nvSpPr>
          <p:spPr>
            <a:xfrm>
              <a:off x="5061660" y="2551010"/>
              <a:ext cx="840068" cy="840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 anchorCtr="1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KSO_Shape"/>
          <p:cNvSpPr>
            <a:spLocks/>
          </p:cNvSpPr>
          <p:nvPr/>
        </p:nvSpPr>
        <p:spPr bwMode="auto">
          <a:xfrm>
            <a:off x="7804907" y="4145773"/>
            <a:ext cx="299146" cy="253712"/>
          </a:xfrm>
          <a:custGeom>
            <a:avLst/>
            <a:gdLst>
              <a:gd name="T0" fmla="*/ 151004 w 5185"/>
              <a:gd name="T1" fmla="*/ 1065477 h 3880"/>
              <a:gd name="T2" fmla="*/ 1873403 w 5185"/>
              <a:gd name="T3" fmla="*/ 1297678 h 3880"/>
              <a:gd name="T4" fmla="*/ 751713 w 5185"/>
              <a:gd name="T5" fmla="*/ 1241832 h 3880"/>
              <a:gd name="T6" fmla="*/ 1108464 w 5185"/>
              <a:gd name="T7" fmla="*/ 1148144 h 3880"/>
              <a:gd name="T8" fmla="*/ 751713 w 5185"/>
              <a:gd name="T9" fmla="*/ 1241832 h 3880"/>
              <a:gd name="T10" fmla="*/ 1726808 w 5185"/>
              <a:gd name="T11" fmla="*/ 1012203 h 3880"/>
              <a:gd name="T12" fmla="*/ 1726073 w 5185"/>
              <a:gd name="T13" fmla="*/ 1007794 h 3880"/>
              <a:gd name="T14" fmla="*/ 1726808 w 5185"/>
              <a:gd name="T15" fmla="*/ 44089 h 3880"/>
              <a:gd name="T16" fmla="*/ 1726441 w 5185"/>
              <a:gd name="T17" fmla="*/ 39680 h 3880"/>
              <a:gd name="T18" fmla="*/ 1724604 w 5185"/>
              <a:gd name="T19" fmla="*/ 30862 h 3880"/>
              <a:gd name="T20" fmla="*/ 1721297 w 5185"/>
              <a:gd name="T21" fmla="*/ 23147 h 3880"/>
              <a:gd name="T22" fmla="*/ 1716888 w 5185"/>
              <a:gd name="T23" fmla="*/ 15798 h 3880"/>
              <a:gd name="T24" fmla="*/ 1711010 w 5185"/>
              <a:gd name="T25" fmla="*/ 9920 h 3880"/>
              <a:gd name="T26" fmla="*/ 1703662 w 5185"/>
              <a:gd name="T27" fmla="*/ 5144 h 3880"/>
              <a:gd name="T28" fmla="*/ 1695946 w 5185"/>
              <a:gd name="T29" fmla="*/ 1837 h 3880"/>
              <a:gd name="T30" fmla="*/ 1687128 w 5185"/>
              <a:gd name="T31" fmla="*/ 367 h 3880"/>
              <a:gd name="T32" fmla="*/ 222281 w 5185"/>
              <a:gd name="T33" fmla="*/ 0 h 3880"/>
              <a:gd name="T34" fmla="*/ 217872 w 5185"/>
              <a:gd name="T35" fmla="*/ 367 h 3880"/>
              <a:gd name="T36" fmla="*/ 209054 w 5185"/>
              <a:gd name="T37" fmla="*/ 1837 h 3880"/>
              <a:gd name="T38" fmla="*/ 201338 w 5185"/>
              <a:gd name="T39" fmla="*/ 5144 h 3880"/>
              <a:gd name="T40" fmla="*/ 194358 w 5185"/>
              <a:gd name="T41" fmla="*/ 9920 h 3880"/>
              <a:gd name="T42" fmla="*/ 188112 w 5185"/>
              <a:gd name="T43" fmla="*/ 15798 h 3880"/>
              <a:gd name="T44" fmla="*/ 183336 w 5185"/>
              <a:gd name="T45" fmla="*/ 23147 h 3880"/>
              <a:gd name="T46" fmla="*/ 180029 w 5185"/>
              <a:gd name="T47" fmla="*/ 30862 h 3880"/>
              <a:gd name="T48" fmla="*/ 178559 w 5185"/>
              <a:gd name="T49" fmla="*/ 39680 h 3880"/>
              <a:gd name="T50" fmla="*/ 178192 w 5185"/>
              <a:gd name="T51" fmla="*/ 1003386 h 3880"/>
              <a:gd name="T52" fmla="*/ 178559 w 5185"/>
              <a:gd name="T53" fmla="*/ 1007794 h 3880"/>
              <a:gd name="T54" fmla="*/ 178192 w 5185"/>
              <a:gd name="T55" fmla="*/ 1012203 h 3880"/>
              <a:gd name="T56" fmla="*/ 1727176 w 5185"/>
              <a:gd name="T57" fmla="*/ 1012571 h 3880"/>
              <a:gd name="T58" fmla="*/ 1616954 w 5185"/>
              <a:gd name="T59" fmla="*/ 937620 h 3880"/>
              <a:gd name="T60" fmla="*/ 288046 w 5185"/>
              <a:gd name="T61" fmla="*/ 109854 h 3880"/>
              <a:gd name="T62" fmla="*/ 1616954 w 5185"/>
              <a:gd name="T63" fmla="*/ 937620 h 3880"/>
              <a:gd name="T64" fmla="*/ 4409 w 5185"/>
              <a:gd name="T65" fmla="*/ 1350584 h 3880"/>
              <a:gd name="T66" fmla="*/ 0 w 5185"/>
              <a:gd name="T67" fmla="*/ 1359402 h 3880"/>
              <a:gd name="T68" fmla="*/ 735 w 5185"/>
              <a:gd name="T69" fmla="*/ 1369322 h 3880"/>
              <a:gd name="T70" fmla="*/ 3307 w 5185"/>
              <a:gd name="T71" fmla="*/ 1379977 h 3880"/>
              <a:gd name="T72" fmla="*/ 7348 w 5185"/>
              <a:gd name="T73" fmla="*/ 1390999 h 3880"/>
              <a:gd name="T74" fmla="*/ 13227 w 5185"/>
              <a:gd name="T75" fmla="*/ 1401654 h 3880"/>
              <a:gd name="T76" fmla="*/ 19473 w 5185"/>
              <a:gd name="T77" fmla="*/ 1411206 h 3880"/>
              <a:gd name="T78" fmla="*/ 26821 w 5185"/>
              <a:gd name="T79" fmla="*/ 1418554 h 3880"/>
              <a:gd name="T80" fmla="*/ 35271 w 5185"/>
              <a:gd name="T81" fmla="*/ 1423698 h 3880"/>
              <a:gd name="T82" fmla="*/ 41884 w 5185"/>
              <a:gd name="T83" fmla="*/ 1425168 h 3880"/>
              <a:gd name="T84" fmla="*/ 1860911 w 5185"/>
              <a:gd name="T85" fmla="*/ 1425535 h 3880"/>
              <a:gd name="T86" fmla="*/ 1863116 w 5185"/>
              <a:gd name="T87" fmla="*/ 1425168 h 3880"/>
              <a:gd name="T88" fmla="*/ 1869729 w 5185"/>
              <a:gd name="T89" fmla="*/ 1423698 h 3880"/>
              <a:gd name="T90" fmla="*/ 1878179 w 5185"/>
              <a:gd name="T91" fmla="*/ 1418554 h 3880"/>
              <a:gd name="T92" fmla="*/ 1885527 w 5185"/>
              <a:gd name="T93" fmla="*/ 1411206 h 3880"/>
              <a:gd name="T94" fmla="*/ 1892141 w 5185"/>
              <a:gd name="T95" fmla="*/ 1401654 h 3880"/>
              <a:gd name="T96" fmla="*/ 1897652 w 5185"/>
              <a:gd name="T97" fmla="*/ 1390999 h 3880"/>
              <a:gd name="T98" fmla="*/ 1901693 w 5185"/>
              <a:gd name="T99" fmla="*/ 1379977 h 3880"/>
              <a:gd name="T100" fmla="*/ 1903898 w 5185"/>
              <a:gd name="T101" fmla="*/ 1369322 h 3880"/>
              <a:gd name="T102" fmla="*/ 1905000 w 5185"/>
              <a:gd name="T103" fmla="*/ 1359402 h 388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185" h="3880">
                <a:moveTo>
                  <a:pt x="4775" y="2900"/>
                </a:moveTo>
                <a:lnTo>
                  <a:pt x="411" y="2900"/>
                </a:lnTo>
                <a:lnTo>
                  <a:pt x="87" y="3532"/>
                </a:lnTo>
                <a:lnTo>
                  <a:pt x="5099" y="3532"/>
                </a:lnTo>
                <a:lnTo>
                  <a:pt x="4775" y="2900"/>
                </a:lnTo>
                <a:close/>
                <a:moveTo>
                  <a:pt x="2046" y="3380"/>
                </a:moveTo>
                <a:lnTo>
                  <a:pt x="2181" y="3125"/>
                </a:lnTo>
                <a:lnTo>
                  <a:pt x="3017" y="3125"/>
                </a:lnTo>
                <a:lnTo>
                  <a:pt x="3139" y="3380"/>
                </a:lnTo>
                <a:lnTo>
                  <a:pt x="2046" y="3380"/>
                </a:lnTo>
                <a:close/>
                <a:moveTo>
                  <a:pt x="4700" y="2755"/>
                </a:moveTo>
                <a:lnTo>
                  <a:pt x="4700" y="2755"/>
                </a:lnTo>
                <a:lnTo>
                  <a:pt x="4698" y="2743"/>
                </a:lnTo>
                <a:lnTo>
                  <a:pt x="4700" y="2731"/>
                </a:lnTo>
                <a:lnTo>
                  <a:pt x="4700" y="120"/>
                </a:lnTo>
                <a:lnTo>
                  <a:pt x="4699" y="108"/>
                </a:lnTo>
                <a:lnTo>
                  <a:pt x="4697" y="95"/>
                </a:lnTo>
                <a:lnTo>
                  <a:pt x="4694" y="84"/>
                </a:lnTo>
                <a:lnTo>
                  <a:pt x="4690" y="73"/>
                </a:lnTo>
                <a:lnTo>
                  <a:pt x="4685" y="63"/>
                </a:lnTo>
                <a:lnTo>
                  <a:pt x="4680" y="53"/>
                </a:lnTo>
                <a:lnTo>
                  <a:pt x="4673" y="43"/>
                </a:lnTo>
                <a:lnTo>
                  <a:pt x="4665" y="34"/>
                </a:lnTo>
                <a:lnTo>
                  <a:pt x="4657" y="27"/>
                </a:lnTo>
                <a:lnTo>
                  <a:pt x="4647" y="20"/>
                </a:lnTo>
                <a:lnTo>
                  <a:pt x="4637" y="14"/>
                </a:lnTo>
                <a:lnTo>
                  <a:pt x="4627" y="9"/>
                </a:lnTo>
                <a:lnTo>
                  <a:pt x="4616" y="5"/>
                </a:lnTo>
                <a:lnTo>
                  <a:pt x="4605" y="2"/>
                </a:lnTo>
                <a:lnTo>
                  <a:pt x="4592" y="1"/>
                </a:lnTo>
                <a:lnTo>
                  <a:pt x="4580" y="0"/>
                </a:lnTo>
                <a:lnTo>
                  <a:pt x="605" y="0"/>
                </a:lnTo>
                <a:lnTo>
                  <a:pt x="593" y="1"/>
                </a:lnTo>
                <a:lnTo>
                  <a:pt x="581" y="2"/>
                </a:lnTo>
                <a:lnTo>
                  <a:pt x="569" y="5"/>
                </a:lnTo>
                <a:lnTo>
                  <a:pt x="558" y="9"/>
                </a:lnTo>
                <a:lnTo>
                  <a:pt x="548" y="14"/>
                </a:lnTo>
                <a:lnTo>
                  <a:pt x="538" y="20"/>
                </a:lnTo>
                <a:lnTo>
                  <a:pt x="529" y="27"/>
                </a:lnTo>
                <a:lnTo>
                  <a:pt x="521" y="34"/>
                </a:lnTo>
                <a:lnTo>
                  <a:pt x="512" y="43"/>
                </a:lnTo>
                <a:lnTo>
                  <a:pt x="505" y="53"/>
                </a:lnTo>
                <a:lnTo>
                  <a:pt x="499" y="63"/>
                </a:lnTo>
                <a:lnTo>
                  <a:pt x="494" y="73"/>
                </a:lnTo>
                <a:lnTo>
                  <a:pt x="490" y="84"/>
                </a:lnTo>
                <a:lnTo>
                  <a:pt x="488" y="95"/>
                </a:lnTo>
                <a:lnTo>
                  <a:pt x="486" y="108"/>
                </a:lnTo>
                <a:lnTo>
                  <a:pt x="485" y="120"/>
                </a:lnTo>
                <a:lnTo>
                  <a:pt x="485" y="2731"/>
                </a:lnTo>
                <a:lnTo>
                  <a:pt x="486" y="2743"/>
                </a:lnTo>
                <a:lnTo>
                  <a:pt x="485" y="2755"/>
                </a:lnTo>
                <a:lnTo>
                  <a:pt x="484" y="2756"/>
                </a:lnTo>
                <a:lnTo>
                  <a:pt x="4701" y="2756"/>
                </a:lnTo>
                <a:lnTo>
                  <a:pt x="4700" y="2755"/>
                </a:lnTo>
                <a:close/>
                <a:moveTo>
                  <a:pt x="4401" y="2552"/>
                </a:moveTo>
                <a:lnTo>
                  <a:pt x="784" y="2552"/>
                </a:lnTo>
                <a:lnTo>
                  <a:pt x="784" y="299"/>
                </a:lnTo>
                <a:lnTo>
                  <a:pt x="4401" y="299"/>
                </a:lnTo>
                <a:lnTo>
                  <a:pt x="4401" y="2552"/>
                </a:lnTo>
                <a:close/>
                <a:moveTo>
                  <a:pt x="5172" y="3676"/>
                </a:moveTo>
                <a:lnTo>
                  <a:pt x="12" y="3676"/>
                </a:lnTo>
                <a:lnTo>
                  <a:pt x="0" y="3700"/>
                </a:lnTo>
                <a:lnTo>
                  <a:pt x="1" y="3713"/>
                </a:lnTo>
                <a:lnTo>
                  <a:pt x="2" y="3727"/>
                </a:lnTo>
                <a:lnTo>
                  <a:pt x="5" y="3741"/>
                </a:lnTo>
                <a:lnTo>
                  <a:pt x="9" y="3756"/>
                </a:lnTo>
                <a:lnTo>
                  <a:pt x="14" y="3771"/>
                </a:lnTo>
                <a:lnTo>
                  <a:pt x="20" y="3786"/>
                </a:lnTo>
                <a:lnTo>
                  <a:pt x="28" y="3801"/>
                </a:lnTo>
                <a:lnTo>
                  <a:pt x="36" y="3815"/>
                </a:lnTo>
                <a:lnTo>
                  <a:pt x="44" y="3828"/>
                </a:lnTo>
                <a:lnTo>
                  <a:pt x="53" y="3841"/>
                </a:lnTo>
                <a:lnTo>
                  <a:pt x="63" y="3852"/>
                </a:lnTo>
                <a:lnTo>
                  <a:pt x="73" y="3861"/>
                </a:lnTo>
                <a:lnTo>
                  <a:pt x="85" y="3869"/>
                </a:lnTo>
                <a:lnTo>
                  <a:pt x="96" y="3875"/>
                </a:lnTo>
                <a:lnTo>
                  <a:pt x="108" y="3878"/>
                </a:lnTo>
                <a:lnTo>
                  <a:pt x="114" y="3879"/>
                </a:lnTo>
                <a:lnTo>
                  <a:pt x="120" y="3880"/>
                </a:lnTo>
                <a:lnTo>
                  <a:pt x="5065" y="3880"/>
                </a:lnTo>
                <a:lnTo>
                  <a:pt x="5071" y="3879"/>
                </a:lnTo>
                <a:lnTo>
                  <a:pt x="5077" y="3878"/>
                </a:lnTo>
                <a:lnTo>
                  <a:pt x="5089" y="3875"/>
                </a:lnTo>
                <a:lnTo>
                  <a:pt x="5101" y="3869"/>
                </a:lnTo>
                <a:lnTo>
                  <a:pt x="5112" y="3861"/>
                </a:lnTo>
                <a:lnTo>
                  <a:pt x="5122" y="3852"/>
                </a:lnTo>
                <a:lnTo>
                  <a:pt x="5132" y="3841"/>
                </a:lnTo>
                <a:lnTo>
                  <a:pt x="5141" y="3828"/>
                </a:lnTo>
                <a:lnTo>
                  <a:pt x="5150" y="3815"/>
                </a:lnTo>
                <a:lnTo>
                  <a:pt x="5158" y="3801"/>
                </a:lnTo>
                <a:lnTo>
                  <a:pt x="5165" y="3786"/>
                </a:lnTo>
                <a:lnTo>
                  <a:pt x="5171" y="3771"/>
                </a:lnTo>
                <a:lnTo>
                  <a:pt x="5176" y="3756"/>
                </a:lnTo>
                <a:lnTo>
                  <a:pt x="5180" y="3741"/>
                </a:lnTo>
                <a:lnTo>
                  <a:pt x="5182" y="3727"/>
                </a:lnTo>
                <a:lnTo>
                  <a:pt x="5184" y="3713"/>
                </a:lnTo>
                <a:lnTo>
                  <a:pt x="5185" y="3700"/>
                </a:lnTo>
                <a:lnTo>
                  <a:pt x="5172" y="367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bIns="36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18826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软件设计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生成工程代码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 rot="5400000">
            <a:off x="7925632" y="4035441"/>
            <a:ext cx="986940" cy="986938"/>
            <a:chOff x="4804687" y="2294038"/>
            <a:chExt cx="1354015" cy="1354012"/>
          </a:xfrm>
        </p:grpSpPr>
        <p:sp>
          <p:nvSpPr>
            <p:cNvPr id="12" name="ïṧḷïḓê-任意多边形: 形状 4">
              <a:extLst>
                <a:ext uri="{FF2B5EF4-FFF2-40B4-BE49-F238E27FC236}">
                  <a16:creationId xmlns:a16="http://schemas.microsoft.com/office/drawing/2014/main" id="{86A49E6A-6B1A-47FB-9631-DCE52C050E4F}"/>
                </a:ext>
              </a:extLst>
            </p:cNvPr>
            <p:cNvSpPr/>
            <p:nvPr/>
          </p:nvSpPr>
          <p:spPr>
            <a:xfrm>
              <a:off x="4804687" y="2294038"/>
              <a:ext cx="1354015" cy="1354012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3" name="ïṧḷïḓê-Oval 5">
              <a:extLst>
                <a:ext uri="{FF2B5EF4-FFF2-40B4-BE49-F238E27FC236}">
                  <a16:creationId xmlns:a16="http://schemas.microsoft.com/office/drawing/2014/main" id="{6908010F-8E5D-45DA-8274-EB48CB6B3B2E}"/>
                </a:ext>
              </a:extLst>
            </p:cNvPr>
            <p:cNvSpPr/>
            <p:nvPr/>
          </p:nvSpPr>
          <p:spPr>
            <a:xfrm>
              <a:off x="5061660" y="2551010"/>
              <a:ext cx="840068" cy="840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 anchorCtr="1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KSO_Shape"/>
          <p:cNvSpPr>
            <a:spLocks/>
          </p:cNvSpPr>
          <p:nvPr/>
        </p:nvSpPr>
        <p:spPr bwMode="auto">
          <a:xfrm>
            <a:off x="8269529" y="4402054"/>
            <a:ext cx="299146" cy="253712"/>
          </a:xfrm>
          <a:custGeom>
            <a:avLst/>
            <a:gdLst>
              <a:gd name="T0" fmla="*/ 151004 w 5185"/>
              <a:gd name="T1" fmla="*/ 1065477 h 3880"/>
              <a:gd name="T2" fmla="*/ 1873403 w 5185"/>
              <a:gd name="T3" fmla="*/ 1297678 h 3880"/>
              <a:gd name="T4" fmla="*/ 751713 w 5185"/>
              <a:gd name="T5" fmla="*/ 1241832 h 3880"/>
              <a:gd name="T6" fmla="*/ 1108464 w 5185"/>
              <a:gd name="T7" fmla="*/ 1148144 h 3880"/>
              <a:gd name="T8" fmla="*/ 751713 w 5185"/>
              <a:gd name="T9" fmla="*/ 1241832 h 3880"/>
              <a:gd name="T10" fmla="*/ 1726808 w 5185"/>
              <a:gd name="T11" fmla="*/ 1012203 h 3880"/>
              <a:gd name="T12" fmla="*/ 1726073 w 5185"/>
              <a:gd name="T13" fmla="*/ 1007794 h 3880"/>
              <a:gd name="T14" fmla="*/ 1726808 w 5185"/>
              <a:gd name="T15" fmla="*/ 44089 h 3880"/>
              <a:gd name="T16" fmla="*/ 1726441 w 5185"/>
              <a:gd name="T17" fmla="*/ 39680 h 3880"/>
              <a:gd name="T18" fmla="*/ 1724604 w 5185"/>
              <a:gd name="T19" fmla="*/ 30862 h 3880"/>
              <a:gd name="T20" fmla="*/ 1721297 w 5185"/>
              <a:gd name="T21" fmla="*/ 23147 h 3880"/>
              <a:gd name="T22" fmla="*/ 1716888 w 5185"/>
              <a:gd name="T23" fmla="*/ 15798 h 3880"/>
              <a:gd name="T24" fmla="*/ 1711010 w 5185"/>
              <a:gd name="T25" fmla="*/ 9920 h 3880"/>
              <a:gd name="T26" fmla="*/ 1703662 w 5185"/>
              <a:gd name="T27" fmla="*/ 5144 h 3880"/>
              <a:gd name="T28" fmla="*/ 1695946 w 5185"/>
              <a:gd name="T29" fmla="*/ 1837 h 3880"/>
              <a:gd name="T30" fmla="*/ 1687128 w 5185"/>
              <a:gd name="T31" fmla="*/ 367 h 3880"/>
              <a:gd name="T32" fmla="*/ 222281 w 5185"/>
              <a:gd name="T33" fmla="*/ 0 h 3880"/>
              <a:gd name="T34" fmla="*/ 217872 w 5185"/>
              <a:gd name="T35" fmla="*/ 367 h 3880"/>
              <a:gd name="T36" fmla="*/ 209054 w 5185"/>
              <a:gd name="T37" fmla="*/ 1837 h 3880"/>
              <a:gd name="T38" fmla="*/ 201338 w 5185"/>
              <a:gd name="T39" fmla="*/ 5144 h 3880"/>
              <a:gd name="T40" fmla="*/ 194358 w 5185"/>
              <a:gd name="T41" fmla="*/ 9920 h 3880"/>
              <a:gd name="T42" fmla="*/ 188112 w 5185"/>
              <a:gd name="T43" fmla="*/ 15798 h 3880"/>
              <a:gd name="T44" fmla="*/ 183336 w 5185"/>
              <a:gd name="T45" fmla="*/ 23147 h 3880"/>
              <a:gd name="T46" fmla="*/ 180029 w 5185"/>
              <a:gd name="T47" fmla="*/ 30862 h 3880"/>
              <a:gd name="T48" fmla="*/ 178559 w 5185"/>
              <a:gd name="T49" fmla="*/ 39680 h 3880"/>
              <a:gd name="T50" fmla="*/ 178192 w 5185"/>
              <a:gd name="T51" fmla="*/ 1003386 h 3880"/>
              <a:gd name="T52" fmla="*/ 178559 w 5185"/>
              <a:gd name="T53" fmla="*/ 1007794 h 3880"/>
              <a:gd name="T54" fmla="*/ 178192 w 5185"/>
              <a:gd name="T55" fmla="*/ 1012203 h 3880"/>
              <a:gd name="T56" fmla="*/ 1727176 w 5185"/>
              <a:gd name="T57" fmla="*/ 1012571 h 3880"/>
              <a:gd name="T58" fmla="*/ 1616954 w 5185"/>
              <a:gd name="T59" fmla="*/ 937620 h 3880"/>
              <a:gd name="T60" fmla="*/ 288046 w 5185"/>
              <a:gd name="T61" fmla="*/ 109854 h 3880"/>
              <a:gd name="T62" fmla="*/ 1616954 w 5185"/>
              <a:gd name="T63" fmla="*/ 937620 h 3880"/>
              <a:gd name="T64" fmla="*/ 4409 w 5185"/>
              <a:gd name="T65" fmla="*/ 1350584 h 3880"/>
              <a:gd name="T66" fmla="*/ 0 w 5185"/>
              <a:gd name="T67" fmla="*/ 1359402 h 3880"/>
              <a:gd name="T68" fmla="*/ 735 w 5185"/>
              <a:gd name="T69" fmla="*/ 1369322 h 3880"/>
              <a:gd name="T70" fmla="*/ 3307 w 5185"/>
              <a:gd name="T71" fmla="*/ 1379977 h 3880"/>
              <a:gd name="T72" fmla="*/ 7348 w 5185"/>
              <a:gd name="T73" fmla="*/ 1390999 h 3880"/>
              <a:gd name="T74" fmla="*/ 13227 w 5185"/>
              <a:gd name="T75" fmla="*/ 1401654 h 3880"/>
              <a:gd name="T76" fmla="*/ 19473 w 5185"/>
              <a:gd name="T77" fmla="*/ 1411206 h 3880"/>
              <a:gd name="T78" fmla="*/ 26821 w 5185"/>
              <a:gd name="T79" fmla="*/ 1418554 h 3880"/>
              <a:gd name="T80" fmla="*/ 35271 w 5185"/>
              <a:gd name="T81" fmla="*/ 1423698 h 3880"/>
              <a:gd name="T82" fmla="*/ 41884 w 5185"/>
              <a:gd name="T83" fmla="*/ 1425168 h 3880"/>
              <a:gd name="T84" fmla="*/ 1860911 w 5185"/>
              <a:gd name="T85" fmla="*/ 1425535 h 3880"/>
              <a:gd name="T86" fmla="*/ 1863116 w 5185"/>
              <a:gd name="T87" fmla="*/ 1425168 h 3880"/>
              <a:gd name="T88" fmla="*/ 1869729 w 5185"/>
              <a:gd name="T89" fmla="*/ 1423698 h 3880"/>
              <a:gd name="T90" fmla="*/ 1878179 w 5185"/>
              <a:gd name="T91" fmla="*/ 1418554 h 3880"/>
              <a:gd name="T92" fmla="*/ 1885527 w 5185"/>
              <a:gd name="T93" fmla="*/ 1411206 h 3880"/>
              <a:gd name="T94" fmla="*/ 1892141 w 5185"/>
              <a:gd name="T95" fmla="*/ 1401654 h 3880"/>
              <a:gd name="T96" fmla="*/ 1897652 w 5185"/>
              <a:gd name="T97" fmla="*/ 1390999 h 3880"/>
              <a:gd name="T98" fmla="*/ 1901693 w 5185"/>
              <a:gd name="T99" fmla="*/ 1379977 h 3880"/>
              <a:gd name="T100" fmla="*/ 1903898 w 5185"/>
              <a:gd name="T101" fmla="*/ 1369322 h 3880"/>
              <a:gd name="T102" fmla="*/ 1905000 w 5185"/>
              <a:gd name="T103" fmla="*/ 1359402 h 388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185" h="3880">
                <a:moveTo>
                  <a:pt x="4775" y="2900"/>
                </a:moveTo>
                <a:lnTo>
                  <a:pt x="411" y="2900"/>
                </a:lnTo>
                <a:lnTo>
                  <a:pt x="87" y="3532"/>
                </a:lnTo>
                <a:lnTo>
                  <a:pt x="5099" y="3532"/>
                </a:lnTo>
                <a:lnTo>
                  <a:pt x="4775" y="2900"/>
                </a:lnTo>
                <a:close/>
                <a:moveTo>
                  <a:pt x="2046" y="3380"/>
                </a:moveTo>
                <a:lnTo>
                  <a:pt x="2181" y="3125"/>
                </a:lnTo>
                <a:lnTo>
                  <a:pt x="3017" y="3125"/>
                </a:lnTo>
                <a:lnTo>
                  <a:pt x="3139" y="3380"/>
                </a:lnTo>
                <a:lnTo>
                  <a:pt x="2046" y="3380"/>
                </a:lnTo>
                <a:close/>
                <a:moveTo>
                  <a:pt x="4700" y="2755"/>
                </a:moveTo>
                <a:lnTo>
                  <a:pt x="4700" y="2755"/>
                </a:lnTo>
                <a:lnTo>
                  <a:pt x="4698" y="2743"/>
                </a:lnTo>
                <a:lnTo>
                  <a:pt x="4700" y="2731"/>
                </a:lnTo>
                <a:lnTo>
                  <a:pt x="4700" y="120"/>
                </a:lnTo>
                <a:lnTo>
                  <a:pt x="4699" y="108"/>
                </a:lnTo>
                <a:lnTo>
                  <a:pt x="4697" y="95"/>
                </a:lnTo>
                <a:lnTo>
                  <a:pt x="4694" y="84"/>
                </a:lnTo>
                <a:lnTo>
                  <a:pt x="4690" y="73"/>
                </a:lnTo>
                <a:lnTo>
                  <a:pt x="4685" y="63"/>
                </a:lnTo>
                <a:lnTo>
                  <a:pt x="4680" y="53"/>
                </a:lnTo>
                <a:lnTo>
                  <a:pt x="4673" y="43"/>
                </a:lnTo>
                <a:lnTo>
                  <a:pt x="4665" y="34"/>
                </a:lnTo>
                <a:lnTo>
                  <a:pt x="4657" y="27"/>
                </a:lnTo>
                <a:lnTo>
                  <a:pt x="4647" y="20"/>
                </a:lnTo>
                <a:lnTo>
                  <a:pt x="4637" y="14"/>
                </a:lnTo>
                <a:lnTo>
                  <a:pt x="4627" y="9"/>
                </a:lnTo>
                <a:lnTo>
                  <a:pt x="4616" y="5"/>
                </a:lnTo>
                <a:lnTo>
                  <a:pt x="4605" y="2"/>
                </a:lnTo>
                <a:lnTo>
                  <a:pt x="4592" y="1"/>
                </a:lnTo>
                <a:lnTo>
                  <a:pt x="4580" y="0"/>
                </a:lnTo>
                <a:lnTo>
                  <a:pt x="605" y="0"/>
                </a:lnTo>
                <a:lnTo>
                  <a:pt x="593" y="1"/>
                </a:lnTo>
                <a:lnTo>
                  <a:pt x="581" y="2"/>
                </a:lnTo>
                <a:lnTo>
                  <a:pt x="569" y="5"/>
                </a:lnTo>
                <a:lnTo>
                  <a:pt x="558" y="9"/>
                </a:lnTo>
                <a:lnTo>
                  <a:pt x="548" y="14"/>
                </a:lnTo>
                <a:lnTo>
                  <a:pt x="538" y="20"/>
                </a:lnTo>
                <a:lnTo>
                  <a:pt x="529" y="27"/>
                </a:lnTo>
                <a:lnTo>
                  <a:pt x="521" y="34"/>
                </a:lnTo>
                <a:lnTo>
                  <a:pt x="512" y="43"/>
                </a:lnTo>
                <a:lnTo>
                  <a:pt x="505" y="53"/>
                </a:lnTo>
                <a:lnTo>
                  <a:pt x="499" y="63"/>
                </a:lnTo>
                <a:lnTo>
                  <a:pt x="494" y="73"/>
                </a:lnTo>
                <a:lnTo>
                  <a:pt x="490" y="84"/>
                </a:lnTo>
                <a:lnTo>
                  <a:pt x="488" y="95"/>
                </a:lnTo>
                <a:lnTo>
                  <a:pt x="486" y="108"/>
                </a:lnTo>
                <a:lnTo>
                  <a:pt x="485" y="120"/>
                </a:lnTo>
                <a:lnTo>
                  <a:pt x="485" y="2731"/>
                </a:lnTo>
                <a:lnTo>
                  <a:pt x="486" y="2743"/>
                </a:lnTo>
                <a:lnTo>
                  <a:pt x="485" y="2755"/>
                </a:lnTo>
                <a:lnTo>
                  <a:pt x="484" y="2756"/>
                </a:lnTo>
                <a:lnTo>
                  <a:pt x="4701" y="2756"/>
                </a:lnTo>
                <a:lnTo>
                  <a:pt x="4700" y="2755"/>
                </a:lnTo>
                <a:close/>
                <a:moveTo>
                  <a:pt x="4401" y="2552"/>
                </a:moveTo>
                <a:lnTo>
                  <a:pt x="784" y="2552"/>
                </a:lnTo>
                <a:lnTo>
                  <a:pt x="784" y="299"/>
                </a:lnTo>
                <a:lnTo>
                  <a:pt x="4401" y="299"/>
                </a:lnTo>
                <a:lnTo>
                  <a:pt x="4401" y="2552"/>
                </a:lnTo>
                <a:close/>
                <a:moveTo>
                  <a:pt x="5172" y="3676"/>
                </a:moveTo>
                <a:lnTo>
                  <a:pt x="12" y="3676"/>
                </a:lnTo>
                <a:lnTo>
                  <a:pt x="0" y="3700"/>
                </a:lnTo>
                <a:lnTo>
                  <a:pt x="1" y="3713"/>
                </a:lnTo>
                <a:lnTo>
                  <a:pt x="2" y="3727"/>
                </a:lnTo>
                <a:lnTo>
                  <a:pt x="5" y="3741"/>
                </a:lnTo>
                <a:lnTo>
                  <a:pt x="9" y="3756"/>
                </a:lnTo>
                <a:lnTo>
                  <a:pt x="14" y="3771"/>
                </a:lnTo>
                <a:lnTo>
                  <a:pt x="20" y="3786"/>
                </a:lnTo>
                <a:lnTo>
                  <a:pt x="28" y="3801"/>
                </a:lnTo>
                <a:lnTo>
                  <a:pt x="36" y="3815"/>
                </a:lnTo>
                <a:lnTo>
                  <a:pt x="44" y="3828"/>
                </a:lnTo>
                <a:lnTo>
                  <a:pt x="53" y="3841"/>
                </a:lnTo>
                <a:lnTo>
                  <a:pt x="63" y="3852"/>
                </a:lnTo>
                <a:lnTo>
                  <a:pt x="73" y="3861"/>
                </a:lnTo>
                <a:lnTo>
                  <a:pt x="85" y="3869"/>
                </a:lnTo>
                <a:lnTo>
                  <a:pt x="96" y="3875"/>
                </a:lnTo>
                <a:lnTo>
                  <a:pt x="108" y="3878"/>
                </a:lnTo>
                <a:lnTo>
                  <a:pt x="114" y="3879"/>
                </a:lnTo>
                <a:lnTo>
                  <a:pt x="120" y="3880"/>
                </a:lnTo>
                <a:lnTo>
                  <a:pt x="5065" y="3880"/>
                </a:lnTo>
                <a:lnTo>
                  <a:pt x="5071" y="3879"/>
                </a:lnTo>
                <a:lnTo>
                  <a:pt x="5077" y="3878"/>
                </a:lnTo>
                <a:lnTo>
                  <a:pt x="5089" y="3875"/>
                </a:lnTo>
                <a:lnTo>
                  <a:pt x="5101" y="3869"/>
                </a:lnTo>
                <a:lnTo>
                  <a:pt x="5112" y="3861"/>
                </a:lnTo>
                <a:lnTo>
                  <a:pt x="5122" y="3852"/>
                </a:lnTo>
                <a:lnTo>
                  <a:pt x="5132" y="3841"/>
                </a:lnTo>
                <a:lnTo>
                  <a:pt x="5141" y="3828"/>
                </a:lnTo>
                <a:lnTo>
                  <a:pt x="5150" y="3815"/>
                </a:lnTo>
                <a:lnTo>
                  <a:pt x="5158" y="3801"/>
                </a:lnTo>
                <a:lnTo>
                  <a:pt x="5165" y="3786"/>
                </a:lnTo>
                <a:lnTo>
                  <a:pt x="5171" y="3771"/>
                </a:lnTo>
                <a:lnTo>
                  <a:pt x="5176" y="3756"/>
                </a:lnTo>
                <a:lnTo>
                  <a:pt x="5180" y="3741"/>
                </a:lnTo>
                <a:lnTo>
                  <a:pt x="5182" y="3727"/>
                </a:lnTo>
                <a:lnTo>
                  <a:pt x="5184" y="3713"/>
                </a:lnTo>
                <a:lnTo>
                  <a:pt x="5185" y="3700"/>
                </a:lnTo>
                <a:lnTo>
                  <a:pt x="5172" y="367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bIns="36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+mn-ea"/>
              <a:cs typeface="+mn-ea"/>
            </a:endParaRPr>
          </a:p>
        </p:txBody>
      </p:sp>
      <p:pic>
        <p:nvPicPr>
          <p:cNvPr id="15" name="图片 14"/>
          <p:cNvPicPr/>
          <p:nvPr/>
        </p:nvPicPr>
        <p:blipFill>
          <a:blip r:embed="rId3"/>
          <a:stretch>
            <a:fillRect/>
          </a:stretch>
        </p:blipFill>
        <p:spPr>
          <a:xfrm>
            <a:off x="323528" y="1213607"/>
            <a:ext cx="4752528" cy="318844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220072" y="1059582"/>
            <a:ext cx="3498938" cy="27853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>
                  <a:lumMod val="75000"/>
                </a:schemeClr>
              </a:buClr>
            </a:pPr>
            <a:r>
              <a:rPr lang="zh-CN" altLang="en-US" sz="2000" b="1" dirty="0"/>
              <a:t>    在“</a:t>
            </a:r>
            <a:r>
              <a:rPr lang="en-GB" altLang="zh-CN" sz="2000" b="1" dirty="0"/>
              <a:t>Code Generator”</a:t>
            </a:r>
            <a:r>
              <a:rPr lang="zh-CN" altLang="en-US" sz="2000" b="1" dirty="0"/>
              <a:t>选项栏中找到“</a:t>
            </a:r>
            <a:r>
              <a:rPr lang="en-GB" altLang="zh-CN" sz="2000" b="1" dirty="0"/>
              <a:t>Generated files”</a:t>
            </a:r>
            <a:r>
              <a:rPr lang="zh-CN" altLang="en-US" sz="2000" b="1" dirty="0"/>
              <a:t>框，勾选“</a:t>
            </a:r>
            <a:r>
              <a:rPr lang="en-GB" altLang="zh-CN" sz="2000" b="1" dirty="0"/>
              <a:t>Generate peripheral initialization as a pair of ’.c/.h’ files per IP”</a:t>
            </a:r>
            <a:r>
              <a:rPr lang="zh-CN" altLang="en-GB" sz="2000" b="1" dirty="0"/>
              <a:t>，</a:t>
            </a:r>
            <a:r>
              <a:rPr lang="zh-CN" altLang="en-US" sz="2000" b="1" dirty="0"/>
              <a:t>将外设初始化的代码设置生成为独立的</a:t>
            </a:r>
            <a:r>
              <a:rPr lang="en-US" altLang="zh-CN" sz="2000" b="1" dirty="0"/>
              <a:t>.</a:t>
            </a:r>
            <a:r>
              <a:rPr lang="en-GB" altLang="zh-CN" sz="2000" b="1" dirty="0"/>
              <a:t>c</a:t>
            </a:r>
            <a:r>
              <a:rPr lang="zh-CN" altLang="en-US" sz="2000" b="1" dirty="0"/>
              <a:t>源文件和</a:t>
            </a:r>
            <a:r>
              <a:rPr lang="en-US" altLang="zh-CN" sz="2000" b="1" dirty="0"/>
              <a:t>.</a:t>
            </a:r>
            <a:r>
              <a:rPr lang="en-GB" altLang="zh-CN" sz="2000" b="1" dirty="0"/>
              <a:t>h</a:t>
            </a:r>
            <a:r>
              <a:rPr lang="zh-CN" altLang="en-US" sz="2000" b="1" dirty="0"/>
              <a:t>头文件。</a:t>
            </a:r>
          </a:p>
        </p:txBody>
      </p:sp>
    </p:spTree>
    <p:extLst>
      <p:ext uri="{BB962C8B-B14F-4D97-AF65-F5344CB8AC3E}">
        <p14:creationId xmlns:p14="http://schemas.microsoft.com/office/powerpoint/2010/main" val="1252509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软件设计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生成工程代码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 rot="5400000">
            <a:off x="7524327" y="3908585"/>
            <a:ext cx="986940" cy="986938"/>
            <a:chOff x="4804687" y="2294038"/>
            <a:chExt cx="1354015" cy="1354012"/>
          </a:xfrm>
        </p:grpSpPr>
        <p:sp>
          <p:nvSpPr>
            <p:cNvPr id="12" name="ïṧḷïḓê-任意多边形: 形状 4">
              <a:extLst>
                <a:ext uri="{FF2B5EF4-FFF2-40B4-BE49-F238E27FC236}">
                  <a16:creationId xmlns:a16="http://schemas.microsoft.com/office/drawing/2014/main" id="{86A49E6A-6B1A-47FB-9631-DCE52C050E4F}"/>
                </a:ext>
              </a:extLst>
            </p:cNvPr>
            <p:cNvSpPr/>
            <p:nvPr/>
          </p:nvSpPr>
          <p:spPr>
            <a:xfrm>
              <a:off x="4804687" y="2294038"/>
              <a:ext cx="1354015" cy="1354012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3" name="ïṧḷïḓê-Oval 5">
              <a:extLst>
                <a:ext uri="{FF2B5EF4-FFF2-40B4-BE49-F238E27FC236}">
                  <a16:creationId xmlns:a16="http://schemas.microsoft.com/office/drawing/2014/main" id="{6908010F-8E5D-45DA-8274-EB48CB6B3B2E}"/>
                </a:ext>
              </a:extLst>
            </p:cNvPr>
            <p:cNvSpPr/>
            <p:nvPr/>
          </p:nvSpPr>
          <p:spPr>
            <a:xfrm>
              <a:off x="5061660" y="2551010"/>
              <a:ext cx="840068" cy="840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 anchorCtr="1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KSO_Shape"/>
          <p:cNvSpPr>
            <a:spLocks/>
          </p:cNvSpPr>
          <p:nvPr/>
        </p:nvSpPr>
        <p:spPr bwMode="auto">
          <a:xfrm>
            <a:off x="7868224" y="4275198"/>
            <a:ext cx="299146" cy="253712"/>
          </a:xfrm>
          <a:custGeom>
            <a:avLst/>
            <a:gdLst>
              <a:gd name="T0" fmla="*/ 151004 w 5185"/>
              <a:gd name="T1" fmla="*/ 1065477 h 3880"/>
              <a:gd name="T2" fmla="*/ 1873403 w 5185"/>
              <a:gd name="T3" fmla="*/ 1297678 h 3880"/>
              <a:gd name="T4" fmla="*/ 751713 w 5185"/>
              <a:gd name="T5" fmla="*/ 1241832 h 3880"/>
              <a:gd name="T6" fmla="*/ 1108464 w 5185"/>
              <a:gd name="T7" fmla="*/ 1148144 h 3880"/>
              <a:gd name="T8" fmla="*/ 751713 w 5185"/>
              <a:gd name="T9" fmla="*/ 1241832 h 3880"/>
              <a:gd name="T10" fmla="*/ 1726808 w 5185"/>
              <a:gd name="T11" fmla="*/ 1012203 h 3880"/>
              <a:gd name="T12" fmla="*/ 1726073 w 5185"/>
              <a:gd name="T13" fmla="*/ 1007794 h 3880"/>
              <a:gd name="T14" fmla="*/ 1726808 w 5185"/>
              <a:gd name="T15" fmla="*/ 44089 h 3880"/>
              <a:gd name="T16" fmla="*/ 1726441 w 5185"/>
              <a:gd name="T17" fmla="*/ 39680 h 3880"/>
              <a:gd name="T18" fmla="*/ 1724604 w 5185"/>
              <a:gd name="T19" fmla="*/ 30862 h 3880"/>
              <a:gd name="T20" fmla="*/ 1721297 w 5185"/>
              <a:gd name="T21" fmla="*/ 23147 h 3880"/>
              <a:gd name="T22" fmla="*/ 1716888 w 5185"/>
              <a:gd name="T23" fmla="*/ 15798 h 3880"/>
              <a:gd name="T24" fmla="*/ 1711010 w 5185"/>
              <a:gd name="T25" fmla="*/ 9920 h 3880"/>
              <a:gd name="T26" fmla="*/ 1703662 w 5185"/>
              <a:gd name="T27" fmla="*/ 5144 h 3880"/>
              <a:gd name="T28" fmla="*/ 1695946 w 5185"/>
              <a:gd name="T29" fmla="*/ 1837 h 3880"/>
              <a:gd name="T30" fmla="*/ 1687128 w 5185"/>
              <a:gd name="T31" fmla="*/ 367 h 3880"/>
              <a:gd name="T32" fmla="*/ 222281 w 5185"/>
              <a:gd name="T33" fmla="*/ 0 h 3880"/>
              <a:gd name="T34" fmla="*/ 217872 w 5185"/>
              <a:gd name="T35" fmla="*/ 367 h 3880"/>
              <a:gd name="T36" fmla="*/ 209054 w 5185"/>
              <a:gd name="T37" fmla="*/ 1837 h 3880"/>
              <a:gd name="T38" fmla="*/ 201338 w 5185"/>
              <a:gd name="T39" fmla="*/ 5144 h 3880"/>
              <a:gd name="T40" fmla="*/ 194358 w 5185"/>
              <a:gd name="T41" fmla="*/ 9920 h 3880"/>
              <a:gd name="T42" fmla="*/ 188112 w 5185"/>
              <a:gd name="T43" fmla="*/ 15798 h 3880"/>
              <a:gd name="T44" fmla="*/ 183336 w 5185"/>
              <a:gd name="T45" fmla="*/ 23147 h 3880"/>
              <a:gd name="T46" fmla="*/ 180029 w 5185"/>
              <a:gd name="T47" fmla="*/ 30862 h 3880"/>
              <a:gd name="T48" fmla="*/ 178559 w 5185"/>
              <a:gd name="T49" fmla="*/ 39680 h 3880"/>
              <a:gd name="T50" fmla="*/ 178192 w 5185"/>
              <a:gd name="T51" fmla="*/ 1003386 h 3880"/>
              <a:gd name="T52" fmla="*/ 178559 w 5185"/>
              <a:gd name="T53" fmla="*/ 1007794 h 3880"/>
              <a:gd name="T54" fmla="*/ 178192 w 5185"/>
              <a:gd name="T55" fmla="*/ 1012203 h 3880"/>
              <a:gd name="T56" fmla="*/ 1727176 w 5185"/>
              <a:gd name="T57" fmla="*/ 1012571 h 3880"/>
              <a:gd name="T58" fmla="*/ 1616954 w 5185"/>
              <a:gd name="T59" fmla="*/ 937620 h 3880"/>
              <a:gd name="T60" fmla="*/ 288046 w 5185"/>
              <a:gd name="T61" fmla="*/ 109854 h 3880"/>
              <a:gd name="T62" fmla="*/ 1616954 w 5185"/>
              <a:gd name="T63" fmla="*/ 937620 h 3880"/>
              <a:gd name="T64" fmla="*/ 4409 w 5185"/>
              <a:gd name="T65" fmla="*/ 1350584 h 3880"/>
              <a:gd name="T66" fmla="*/ 0 w 5185"/>
              <a:gd name="T67" fmla="*/ 1359402 h 3880"/>
              <a:gd name="T68" fmla="*/ 735 w 5185"/>
              <a:gd name="T69" fmla="*/ 1369322 h 3880"/>
              <a:gd name="T70" fmla="*/ 3307 w 5185"/>
              <a:gd name="T71" fmla="*/ 1379977 h 3880"/>
              <a:gd name="T72" fmla="*/ 7348 w 5185"/>
              <a:gd name="T73" fmla="*/ 1390999 h 3880"/>
              <a:gd name="T74" fmla="*/ 13227 w 5185"/>
              <a:gd name="T75" fmla="*/ 1401654 h 3880"/>
              <a:gd name="T76" fmla="*/ 19473 w 5185"/>
              <a:gd name="T77" fmla="*/ 1411206 h 3880"/>
              <a:gd name="T78" fmla="*/ 26821 w 5185"/>
              <a:gd name="T79" fmla="*/ 1418554 h 3880"/>
              <a:gd name="T80" fmla="*/ 35271 w 5185"/>
              <a:gd name="T81" fmla="*/ 1423698 h 3880"/>
              <a:gd name="T82" fmla="*/ 41884 w 5185"/>
              <a:gd name="T83" fmla="*/ 1425168 h 3880"/>
              <a:gd name="T84" fmla="*/ 1860911 w 5185"/>
              <a:gd name="T85" fmla="*/ 1425535 h 3880"/>
              <a:gd name="T86" fmla="*/ 1863116 w 5185"/>
              <a:gd name="T87" fmla="*/ 1425168 h 3880"/>
              <a:gd name="T88" fmla="*/ 1869729 w 5185"/>
              <a:gd name="T89" fmla="*/ 1423698 h 3880"/>
              <a:gd name="T90" fmla="*/ 1878179 w 5185"/>
              <a:gd name="T91" fmla="*/ 1418554 h 3880"/>
              <a:gd name="T92" fmla="*/ 1885527 w 5185"/>
              <a:gd name="T93" fmla="*/ 1411206 h 3880"/>
              <a:gd name="T94" fmla="*/ 1892141 w 5185"/>
              <a:gd name="T95" fmla="*/ 1401654 h 3880"/>
              <a:gd name="T96" fmla="*/ 1897652 w 5185"/>
              <a:gd name="T97" fmla="*/ 1390999 h 3880"/>
              <a:gd name="T98" fmla="*/ 1901693 w 5185"/>
              <a:gd name="T99" fmla="*/ 1379977 h 3880"/>
              <a:gd name="T100" fmla="*/ 1903898 w 5185"/>
              <a:gd name="T101" fmla="*/ 1369322 h 3880"/>
              <a:gd name="T102" fmla="*/ 1905000 w 5185"/>
              <a:gd name="T103" fmla="*/ 1359402 h 388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185" h="3880">
                <a:moveTo>
                  <a:pt x="4775" y="2900"/>
                </a:moveTo>
                <a:lnTo>
                  <a:pt x="411" y="2900"/>
                </a:lnTo>
                <a:lnTo>
                  <a:pt x="87" y="3532"/>
                </a:lnTo>
                <a:lnTo>
                  <a:pt x="5099" y="3532"/>
                </a:lnTo>
                <a:lnTo>
                  <a:pt x="4775" y="2900"/>
                </a:lnTo>
                <a:close/>
                <a:moveTo>
                  <a:pt x="2046" y="3380"/>
                </a:moveTo>
                <a:lnTo>
                  <a:pt x="2181" y="3125"/>
                </a:lnTo>
                <a:lnTo>
                  <a:pt x="3017" y="3125"/>
                </a:lnTo>
                <a:lnTo>
                  <a:pt x="3139" y="3380"/>
                </a:lnTo>
                <a:lnTo>
                  <a:pt x="2046" y="3380"/>
                </a:lnTo>
                <a:close/>
                <a:moveTo>
                  <a:pt x="4700" y="2755"/>
                </a:moveTo>
                <a:lnTo>
                  <a:pt x="4700" y="2755"/>
                </a:lnTo>
                <a:lnTo>
                  <a:pt x="4698" y="2743"/>
                </a:lnTo>
                <a:lnTo>
                  <a:pt x="4700" y="2731"/>
                </a:lnTo>
                <a:lnTo>
                  <a:pt x="4700" y="120"/>
                </a:lnTo>
                <a:lnTo>
                  <a:pt x="4699" y="108"/>
                </a:lnTo>
                <a:lnTo>
                  <a:pt x="4697" y="95"/>
                </a:lnTo>
                <a:lnTo>
                  <a:pt x="4694" y="84"/>
                </a:lnTo>
                <a:lnTo>
                  <a:pt x="4690" y="73"/>
                </a:lnTo>
                <a:lnTo>
                  <a:pt x="4685" y="63"/>
                </a:lnTo>
                <a:lnTo>
                  <a:pt x="4680" y="53"/>
                </a:lnTo>
                <a:lnTo>
                  <a:pt x="4673" y="43"/>
                </a:lnTo>
                <a:lnTo>
                  <a:pt x="4665" y="34"/>
                </a:lnTo>
                <a:lnTo>
                  <a:pt x="4657" y="27"/>
                </a:lnTo>
                <a:lnTo>
                  <a:pt x="4647" y="20"/>
                </a:lnTo>
                <a:lnTo>
                  <a:pt x="4637" y="14"/>
                </a:lnTo>
                <a:lnTo>
                  <a:pt x="4627" y="9"/>
                </a:lnTo>
                <a:lnTo>
                  <a:pt x="4616" y="5"/>
                </a:lnTo>
                <a:lnTo>
                  <a:pt x="4605" y="2"/>
                </a:lnTo>
                <a:lnTo>
                  <a:pt x="4592" y="1"/>
                </a:lnTo>
                <a:lnTo>
                  <a:pt x="4580" y="0"/>
                </a:lnTo>
                <a:lnTo>
                  <a:pt x="605" y="0"/>
                </a:lnTo>
                <a:lnTo>
                  <a:pt x="593" y="1"/>
                </a:lnTo>
                <a:lnTo>
                  <a:pt x="581" y="2"/>
                </a:lnTo>
                <a:lnTo>
                  <a:pt x="569" y="5"/>
                </a:lnTo>
                <a:lnTo>
                  <a:pt x="558" y="9"/>
                </a:lnTo>
                <a:lnTo>
                  <a:pt x="548" y="14"/>
                </a:lnTo>
                <a:lnTo>
                  <a:pt x="538" y="20"/>
                </a:lnTo>
                <a:lnTo>
                  <a:pt x="529" y="27"/>
                </a:lnTo>
                <a:lnTo>
                  <a:pt x="521" y="34"/>
                </a:lnTo>
                <a:lnTo>
                  <a:pt x="512" y="43"/>
                </a:lnTo>
                <a:lnTo>
                  <a:pt x="505" y="53"/>
                </a:lnTo>
                <a:lnTo>
                  <a:pt x="499" y="63"/>
                </a:lnTo>
                <a:lnTo>
                  <a:pt x="494" y="73"/>
                </a:lnTo>
                <a:lnTo>
                  <a:pt x="490" y="84"/>
                </a:lnTo>
                <a:lnTo>
                  <a:pt x="488" y="95"/>
                </a:lnTo>
                <a:lnTo>
                  <a:pt x="486" y="108"/>
                </a:lnTo>
                <a:lnTo>
                  <a:pt x="485" y="120"/>
                </a:lnTo>
                <a:lnTo>
                  <a:pt x="485" y="2731"/>
                </a:lnTo>
                <a:lnTo>
                  <a:pt x="486" y="2743"/>
                </a:lnTo>
                <a:lnTo>
                  <a:pt x="485" y="2755"/>
                </a:lnTo>
                <a:lnTo>
                  <a:pt x="484" y="2756"/>
                </a:lnTo>
                <a:lnTo>
                  <a:pt x="4701" y="2756"/>
                </a:lnTo>
                <a:lnTo>
                  <a:pt x="4700" y="2755"/>
                </a:lnTo>
                <a:close/>
                <a:moveTo>
                  <a:pt x="4401" y="2552"/>
                </a:moveTo>
                <a:lnTo>
                  <a:pt x="784" y="2552"/>
                </a:lnTo>
                <a:lnTo>
                  <a:pt x="784" y="299"/>
                </a:lnTo>
                <a:lnTo>
                  <a:pt x="4401" y="299"/>
                </a:lnTo>
                <a:lnTo>
                  <a:pt x="4401" y="2552"/>
                </a:lnTo>
                <a:close/>
                <a:moveTo>
                  <a:pt x="5172" y="3676"/>
                </a:moveTo>
                <a:lnTo>
                  <a:pt x="12" y="3676"/>
                </a:lnTo>
                <a:lnTo>
                  <a:pt x="0" y="3700"/>
                </a:lnTo>
                <a:lnTo>
                  <a:pt x="1" y="3713"/>
                </a:lnTo>
                <a:lnTo>
                  <a:pt x="2" y="3727"/>
                </a:lnTo>
                <a:lnTo>
                  <a:pt x="5" y="3741"/>
                </a:lnTo>
                <a:lnTo>
                  <a:pt x="9" y="3756"/>
                </a:lnTo>
                <a:lnTo>
                  <a:pt x="14" y="3771"/>
                </a:lnTo>
                <a:lnTo>
                  <a:pt x="20" y="3786"/>
                </a:lnTo>
                <a:lnTo>
                  <a:pt x="28" y="3801"/>
                </a:lnTo>
                <a:lnTo>
                  <a:pt x="36" y="3815"/>
                </a:lnTo>
                <a:lnTo>
                  <a:pt x="44" y="3828"/>
                </a:lnTo>
                <a:lnTo>
                  <a:pt x="53" y="3841"/>
                </a:lnTo>
                <a:lnTo>
                  <a:pt x="63" y="3852"/>
                </a:lnTo>
                <a:lnTo>
                  <a:pt x="73" y="3861"/>
                </a:lnTo>
                <a:lnTo>
                  <a:pt x="85" y="3869"/>
                </a:lnTo>
                <a:lnTo>
                  <a:pt x="96" y="3875"/>
                </a:lnTo>
                <a:lnTo>
                  <a:pt x="108" y="3878"/>
                </a:lnTo>
                <a:lnTo>
                  <a:pt x="114" y="3879"/>
                </a:lnTo>
                <a:lnTo>
                  <a:pt x="120" y="3880"/>
                </a:lnTo>
                <a:lnTo>
                  <a:pt x="5065" y="3880"/>
                </a:lnTo>
                <a:lnTo>
                  <a:pt x="5071" y="3879"/>
                </a:lnTo>
                <a:lnTo>
                  <a:pt x="5077" y="3878"/>
                </a:lnTo>
                <a:lnTo>
                  <a:pt x="5089" y="3875"/>
                </a:lnTo>
                <a:lnTo>
                  <a:pt x="5101" y="3869"/>
                </a:lnTo>
                <a:lnTo>
                  <a:pt x="5112" y="3861"/>
                </a:lnTo>
                <a:lnTo>
                  <a:pt x="5122" y="3852"/>
                </a:lnTo>
                <a:lnTo>
                  <a:pt x="5132" y="3841"/>
                </a:lnTo>
                <a:lnTo>
                  <a:pt x="5141" y="3828"/>
                </a:lnTo>
                <a:lnTo>
                  <a:pt x="5150" y="3815"/>
                </a:lnTo>
                <a:lnTo>
                  <a:pt x="5158" y="3801"/>
                </a:lnTo>
                <a:lnTo>
                  <a:pt x="5165" y="3786"/>
                </a:lnTo>
                <a:lnTo>
                  <a:pt x="5171" y="3771"/>
                </a:lnTo>
                <a:lnTo>
                  <a:pt x="5176" y="3756"/>
                </a:lnTo>
                <a:lnTo>
                  <a:pt x="5180" y="3741"/>
                </a:lnTo>
                <a:lnTo>
                  <a:pt x="5182" y="3727"/>
                </a:lnTo>
                <a:lnTo>
                  <a:pt x="5184" y="3713"/>
                </a:lnTo>
                <a:lnTo>
                  <a:pt x="5185" y="3700"/>
                </a:lnTo>
                <a:lnTo>
                  <a:pt x="5172" y="367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bIns="36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+mn-ea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5366" y="1203598"/>
            <a:ext cx="6984776" cy="86177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>
                  <a:lumMod val="75000"/>
                </a:schemeClr>
              </a:buClr>
            </a:pPr>
            <a:r>
              <a:rPr lang="zh-CN" altLang="en-US" sz="2000" b="1" dirty="0"/>
              <a:t>     通过</a:t>
            </a:r>
            <a:r>
              <a:rPr lang="en-GB" altLang="zh-CN" sz="2000" b="1" dirty="0"/>
              <a:t>STM32CubeMX</a:t>
            </a:r>
            <a:r>
              <a:rPr lang="zh-CN" altLang="en-US" sz="2000" b="1" dirty="0"/>
              <a:t>的菜单栏中的“</a:t>
            </a:r>
            <a:r>
              <a:rPr lang="en-GB" altLang="zh-CN" sz="2000" b="1" dirty="0"/>
              <a:t>Generate Code”</a:t>
            </a:r>
            <a:r>
              <a:rPr lang="zh-CN" altLang="en-US" sz="2000" b="1" dirty="0"/>
              <a:t>生成工程代码，生成代码后，会提示是否打开该工程窗口</a:t>
            </a:r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376329"/>
            <a:ext cx="5708667" cy="1659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448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软件设计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编写应用程序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21906" y="1275606"/>
            <a:ext cx="3384376" cy="293926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/>
              <a:t>在</a:t>
            </a:r>
            <a:r>
              <a:rPr lang="en-US" altLang="zh-CN" sz="2000" b="1" dirty="0" err="1"/>
              <a:t>keil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中单击编译按钮，对生成的工程进行编译；</a:t>
            </a:r>
            <a:endParaRPr lang="en-US" altLang="zh-CN" sz="2000" b="1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/>
              <a:t>在</a:t>
            </a:r>
            <a:r>
              <a:rPr lang="en-US" altLang="zh-CN" sz="2000" b="1" dirty="0"/>
              <a:t>stm32f1xx_it.c</a:t>
            </a:r>
            <a:r>
              <a:rPr lang="zh-CN" altLang="en-US" sz="2000" b="1" dirty="0"/>
              <a:t>文件中可以找到所定义的中断函数；</a:t>
            </a:r>
            <a:endParaRPr lang="en-US" altLang="zh-CN" sz="2000" b="1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/>
              <a:t>外部的两个按键中断触发后，首先会调用</a:t>
            </a:r>
            <a:r>
              <a:rPr lang="en-US" altLang="zh-CN" sz="2000" b="1" dirty="0"/>
              <a:t>GPIO</a:t>
            </a:r>
            <a:r>
              <a:rPr lang="zh-CN" altLang="en-US" sz="2000" b="1" dirty="0"/>
              <a:t>相应引脚的外部中断处理函数。</a:t>
            </a:r>
          </a:p>
        </p:txBody>
      </p:sp>
      <p:pic>
        <p:nvPicPr>
          <p:cNvPr id="15" name="图片 14" descr="C:\Users\TF\Desktop\Snipaste_2019-01-07_15-02-47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39503"/>
            <a:ext cx="4536504" cy="4356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84863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\Users\TF\Desktop\Snipaste_2019-01-07_15-07-45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57516"/>
            <a:ext cx="5256584" cy="194421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软件设计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编写应用程序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364088" y="267494"/>
            <a:ext cx="3240360" cy="432426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/>
              <a:t>比如用户按键</a:t>
            </a:r>
            <a:r>
              <a:rPr lang="en-US" altLang="zh-CN" sz="2000" b="1" dirty="0"/>
              <a:t>S2</a:t>
            </a:r>
            <a:r>
              <a:rPr lang="zh-CN" altLang="en-US" sz="2000" b="1" dirty="0"/>
              <a:t>连接在</a:t>
            </a:r>
            <a:r>
              <a:rPr lang="en-US" altLang="zh-CN" sz="2000" b="1" dirty="0"/>
              <a:t>PE3</a:t>
            </a:r>
            <a:r>
              <a:rPr lang="zh-CN" altLang="en-US" sz="2000" b="1" dirty="0"/>
              <a:t>引脚上会触发外部中断</a:t>
            </a:r>
            <a:r>
              <a:rPr lang="en-US" altLang="zh-CN" sz="2000" b="1" dirty="0"/>
              <a:t>EXTI3</a:t>
            </a:r>
            <a:r>
              <a:rPr lang="zh-CN" altLang="en-US" sz="2000" b="1" dirty="0"/>
              <a:t>的中断处理程序 </a:t>
            </a:r>
            <a:r>
              <a:rPr lang="en-US" altLang="zh-CN" sz="2000" b="1" dirty="0"/>
              <a:t>EXTI3_IRQHandler(void)</a:t>
            </a:r>
            <a:r>
              <a:rPr lang="zh-CN" altLang="en-US" sz="2000" b="1" dirty="0"/>
              <a:t>，而这个函数又调用</a:t>
            </a:r>
            <a:r>
              <a:rPr lang="en-US" altLang="zh-CN" sz="2000" b="1" dirty="0" err="1"/>
              <a:t>HAL_GPIO_EXTI_IRQHandler</a:t>
            </a:r>
            <a:r>
              <a:rPr lang="en-US" altLang="zh-CN" sz="2000" b="1" dirty="0"/>
              <a:t>(GPIO_PIN_3)</a:t>
            </a:r>
            <a:r>
              <a:rPr lang="zh-CN" altLang="en-US" sz="2000" b="1" dirty="0"/>
              <a:t>函数，参数为</a:t>
            </a:r>
            <a:r>
              <a:rPr lang="en-US" altLang="zh-CN" sz="2000" b="1" dirty="0"/>
              <a:t>GPIO_PIN_3</a:t>
            </a:r>
            <a:r>
              <a:rPr lang="zh-CN" altLang="en-US" sz="2000" b="1" dirty="0"/>
              <a:t>，即</a:t>
            </a:r>
            <a:r>
              <a:rPr lang="en-US" altLang="zh-CN" sz="2000" b="1" dirty="0"/>
              <a:t>EXTI3</a:t>
            </a:r>
            <a:r>
              <a:rPr lang="zh-CN" altLang="en-US" sz="2000" b="1" dirty="0"/>
              <a:t>中断。单击右键跳转到这个函数，可以看到该函数的原型，</a:t>
            </a:r>
          </a:p>
        </p:txBody>
      </p:sp>
      <p:sp>
        <p:nvSpPr>
          <p:cNvPr id="3" name="矩形 2"/>
          <p:cNvSpPr/>
          <p:nvPr/>
        </p:nvSpPr>
        <p:spPr>
          <a:xfrm>
            <a:off x="755576" y="3651870"/>
            <a:ext cx="39959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 err="1"/>
              <a:t>HAL_GPIO_EXTI_IRQHandler</a:t>
            </a:r>
            <a:r>
              <a:rPr lang="en-GB" altLang="zh-CN" b="1" dirty="0"/>
              <a:t>()</a:t>
            </a:r>
            <a:r>
              <a:rPr lang="zh-CN" altLang="en-US" b="1" dirty="0"/>
              <a:t>函数原型</a:t>
            </a:r>
          </a:p>
        </p:txBody>
      </p:sp>
    </p:spTree>
    <p:extLst>
      <p:ext uri="{BB962C8B-B14F-4D97-AF65-F5344CB8AC3E}">
        <p14:creationId xmlns:p14="http://schemas.microsoft.com/office/powerpoint/2010/main" val="6903935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软件设计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编写应用程序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292080" y="399405"/>
            <a:ext cx="3528392" cy="447814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/>
              <a:t>当中断发生时，会调用</a:t>
            </a:r>
            <a:r>
              <a:rPr lang="en-US" altLang="zh-CN" sz="2000" b="1" dirty="0" err="1"/>
              <a:t>HAL_GPIO_EXTI_Callback</a:t>
            </a:r>
            <a:r>
              <a:rPr lang="en-US" altLang="zh-CN" sz="2000" b="1" dirty="0"/>
              <a:t>()</a:t>
            </a:r>
            <a:r>
              <a:rPr lang="zh-CN" altLang="en-US" sz="2000" b="1" dirty="0"/>
              <a:t>函数，但程序中只给出了一个虚函数，需要用户添加应用程序代码来实现相关功能。</a:t>
            </a:r>
            <a:endParaRPr lang="en-US" altLang="zh-CN" sz="2000" b="1" dirty="0"/>
          </a:p>
          <a:p>
            <a:pPr marL="342900" indent="-342900">
              <a:lnSpc>
                <a:spcPct val="125000"/>
              </a:lnSpc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/>
              <a:t>在</a:t>
            </a:r>
            <a:r>
              <a:rPr lang="en-US" altLang="zh-CN" sz="2000" b="1" dirty="0" err="1"/>
              <a:t>main.c</a:t>
            </a:r>
            <a:r>
              <a:rPr lang="zh-CN" altLang="en-US" sz="2000" b="1" dirty="0"/>
              <a:t>文件中的</a:t>
            </a:r>
            <a:r>
              <a:rPr lang="en-US" altLang="zh-CN" sz="2000" b="1" dirty="0"/>
              <a:t>/*USER CODE BEGIN 4*/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/*USER CODE END 4*/</a:t>
            </a:r>
            <a:r>
              <a:rPr lang="zh-CN" altLang="en-US" sz="2000" b="1" dirty="0"/>
              <a:t>之间添加中断回调函数相应的程序代码。</a:t>
            </a:r>
          </a:p>
        </p:txBody>
      </p:sp>
      <p:sp>
        <p:nvSpPr>
          <p:cNvPr id="3" name="矩形 2"/>
          <p:cNvSpPr/>
          <p:nvPr/>
        </p:nvSpPr>
        <p:spPr>
          <a:xfrm>
            <a:off x="323528" y="1203598"/>
            <a:ext cx="4799584" cy="3293209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  <a:prstDash val="sysDot"/>
          </a:ln>
        </p:spPr>
        <p:txBody>
          <a:bodyPr wrap="none">
            <a:spAutoFit/>
          </a:bodyPr>
          <a:lstStyle/>
          <a:p>
            <a:r>
              <a:rPr lang="en-GB" altLang="zh-CN" sz="1600" b="1" dirty="0"/>
              <a:t>/* USER CODE BEGIN 4 */</a:t>
            </a:r>
          </a:p>
          <a:p>
            <a:r>
              <a:rPr lang="en-GB" altLang="zh-CN" sz="1600" b="1" dirty="0"/>
              <a:t>void </a:t>
            </a:r>
            <a:r>
              <a:rPr lang="en-GB" altLang="zh-CN" sz="1600" b="1" dirty="0" err="1"/>
              <a:t>HAL_GPIO_EXTI_Callback</a:t>
            </a:r>
            <a:r>
              <a:rPr lang="en-GB" altLang="zh-CN" sz="1600" b="1" dirty="0"/>
              <a:t>(uint16_t </a:t>
            </a:r>
            <a:r>
              <a:rPr lang="en-GB" altLang="zh-CN" sz="1600" b="1" dirty="0" err="1"/>
              <a:t>GPIO_Pin</a:t>
            </a:r>
            <a:r>
              <a:rPr lang="en-GB" altLang="zh-CN" sz="1600" b="1" dirty="0"/>
              <a:t>)</a:t>
            </a:r>
          </a:p>
          <a:p>
            <a:r>
              <a:rPr lang="en-GB" altLang="zh-CN" sz="1600" b="1" dirty="0"/>
              <a:t>{</a:t>
            </a:r>
          </a:p>
          <a:p>
            <a:r>
              <a:rPr lang="en-GB" altLang="zh-CN" sz="1600" b="1" dirty="0"/>
              <a:t>    if(</a:t>
            </a:r>
            <a:r>
              <a:rPr lang="en-GB" altLang="zh-CN" sz="1600" b="1" dirty="0" err="1"/>
              <a:t>GPIO_Pin</a:t>
            </a:r>
            <a:r>
              <a:rPr lang="en-GB" altLang="zh-CN" sz="1600" b="1" dirty="0"/>
              <a:t> == GPIO_PIN_3)</a:t>
            </a:r>
          </a:p>
          <a:p>
            <a:r>
              <a:rPr lang="en-GB" altLang="zh-CN" sz="1600" b="1" dirty="0"/>
              <a:t>    {</a:t>
            </a:r>
          </a:p>
          <a:p>
            <a:r>
              <a:rPr lang="en-GB" altLang="zh-CN" sz="1600" b="1" dirty="0"/>
              <a:t>       </a:t>
            </a:r>
            <a:r>
              <a:rPr lang="en-GB" altLang="zh-CN" sz="1600" b="1" dirty="0" err="1"/>
              <a:t>HAL_GPIO_TogglePin</a:t>
            </a:r>
            <a:r>
              <a:rPr lang="en-GB" altLang="zh-CN" sz="1600" b="1" dirty="0"/>
              <a:t>(GPIOE,GPIO_PIN_5);</a:t>
            </a:r>
          </a:p>
          <a:p>
            <a:r>
              <a:rPr lang="en-GB" altLang="zh-CN" sz="1600" b="1" dirty="0"/>
              <a:t>    }</a:t>
            </a:r>
          </a:p>
          <a:p>
            <a:r>
              <a:rPr lang="en-GB" altLang="zh-CN" sz="1600" b="1" dirty="0"/>
              <a:t>   if(</a:t>
            </a:r>
            <a:r>
              <a:rPr lang="en-GB" altLang="zh-CN" sz="1600" b="1" dirty="0" err="1"/>
              <a:t>GPIO_Pin</a:t>
            </a:r>
            <a:r>
              <a:rPr lang="en-GB" altLang="zh-CN" sz="1600" b="1" dirty="0"/>
              <a:t> == GPIO_PIN_0)</a:t>
            </a:r>
          </a:p>
          <a:p>
            <a:r>
              <a:rPr lang="en-GB" altLang="zh-CN" sz="1600" b="1" dirty="0"/>
              <a:t>   {</a:t>
            </a:r>
          </a:p>
          <a:p>
            <a:r>
              <a:rPr lang="en-GB" altLang="zh-CN" sz="1600" b="1" dirty="0"/>
              <a:t>        </a:t>
            </a:r>
            <a:r>
              <a:rPr lang="en-GB" altLang="zh-CN" sz="1600" b="1" dirty="0" err="1"/>
              <a:t>HAL_GPIO_TogglePin</a:t>
            </a:r>
            <a:r>
              <a:rPr lang="en-GB" altLang="zh-CN" sz="1600" b="1" dirty="0"/>
              <a:t>(LED3_GPIO_Port,LED3_Pin);</a:t>
            </a:r>
          </a:p>
          <a:p>
            <a:r>
              <a:rPr lang="en-GB" altLang="zh-CN" sz="1600" b="1" dirty="0"/>
              <a:t>   }</a:t>
            </a:r>
          </a:p>
          <a:p>
            <a:r>
              <a:rPr lang="en-GB" altLang="zh-CN" sz="1600" b="1" dirty="0"/>
              <a:t>}</a:t>
            </a:r>
          </a:p>
          <a:p>
            <a:r>
              <a:rPr lang="en-GB" altLang="zh-CN" sz="1600" b="1" dirty="0"/>
              <a:t>/* USER CODE END 4 */</a:t>
            </a:r>
          </a:p>
        </p:txBody>
      </p:sp>
    </p:spTree>
    <p:extLst>
      <p:ext uri="{BB962C8B-B14F-4D97-AF65-F5344CB8AC3E}">
        <p14:creationId xmlns:p14="http://schemas.microsoft.com/office/powerpoint/2010/main" val="21944197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软件设计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下载调试验证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3121546600"/>
              </p:ext>
            </p:extLst>
          </p:nvPr>
        </p:nvGraphicFramePr>
        <p:xfrm>
          <a:off x="467544" y="1491630"/>
          <a:ext cx="6192688" cy="23671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矩形 3"/>
          <p:cNvSpPr/>
          <p:nvPr/>
        </p:nvSpPr>
        <p:spPr>
          <a:xfrm>
            <a:off x="6660232" y="1779662"/>
            <a:ext cx="1925960" cy="20159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buClr>
                <a:srgbClr val="4BACC6">
                  <a:lumMod val="75000"/>
                </a:srgbClr>
              </a:buClr>
            </a:pPr>
            <a:r>
              <a:rPr lang="zh-CN" altLang="en-US" sz="2000" b="1" dirty="0">
                <a:solidFill>
                  <a:prstClr val="black"/>
                </a:solidFill>
              </a:rPr>
              <a:t>可以看到，按下相应的按键，其对应的</a:t>
            </a:r>
            <a:r>
              <a:rPr lang="en-US" altLang="zh-CN" sz="2000" b="1" dirty="0">
                <a:solidFill>
                  <a:prstClr val="black"/>
                </a:solidFill>
              </a:rPr>
              <a:t>LED</a:t>
            </a:r>
            <a:r>
              <a:rPr lang="zh-CN" altLang="en-US" sz="2000" b="1" dirty="0">
                <a:solidFill>
                  <a:prstClr val="black"/>
                </a:solidFill>
              </a:rPr>
              <a:t>灯的状态会发生改变。</a:t>
            </a:r>
          </a:p>
        </p:txBody>
      </p:sp>
    </p:spTree>
    <p:extLst>
      <p:ext uri="{BB962C8B-B14F-4D97-AF65-F5344CB8AC3E}">
        <p14:creationId xmlns:p14="http://schemas.microsoft.com/office/powerpoint/2010/main" val="7539381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161967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8" y="339503"/>
            <a:ext cx="15105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本章小结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8" name="右箭头 47"/>
          <p:cNvSpPr/>
          <p:nvPr/>
        </p:nvSpPr>
        <p:spPr>
          <a:xfrm>
            <a:off x="395537" y="2332067"/>
            <a:ext cx="8496944" cy="414479"/>
          </a:xfrm>
          <a:prstGeom prst="rightArrow">
            <a:avLst/>
          </a:prstGeom>
          <a:solidFill>
            <a:schemeClr val="accent3">
              <a:lumMod val="75000"/>
              <a:alpha val="40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126000" rtlCol="0" anchor="ctr"/>
          <a:lstStyle/>
          <a:p>
            <a:pPr algn="ctr"/>
            <a:endParaRPr lang="zh-CN" altLang="en-US" sz="1200">
              <a:solidFill>
                <a:srgbClr val="3F7EE5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093234" y="2137014"/>
            <a:ext cx="812147" cy="812147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6.1</a:t>
            </a:r>
            <a:endParaRPr lang="zh-CN" altLang="en-US" sz="280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2610928" y="2137014"/>
            <a:ext cx="812147" cy="812147"/>
          </a:xfrm>
          <a:prstGeom prst="ellipse">
            <a:avLst/>
          </a:prstGeom>
          <a:solidFill>
            <a:schemeClr val="bg2">
              <a:lumMod val="50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6.2</a:t>
            </a:r>
            <a:endParaRPr lang="zh-CN" altLang="en-US" sz="280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4128622" y="2137014"/>
            <a:ext cx="812147" cy="812147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6.3</a:t>
            </a:r>
            <a:endParaRPr lang="zh-CN" altLang="en-US" sz="280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5646316" y="2137014"/>
            <a:ext cx="812147" cy="812147"/>
          </a:xfrm>
          <a:prstGeom prst="ellipse">
            <a:avLst/>
          </a:prstGeom>
          <a:solidFill>
            <a:schemeClr val="bg2">
              <a:lumMod val="50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6.4</a:t>
            </a:r>
            <a:endParaRPr lang="zh-CN" altLang="en-US" sz="280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7164010" y="2137014"/>
            <a:ext cx="812147" cy="812147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6.5</a:t>
            </a:r>
            <a:endParaRPr lang="zh-CN" altLang="en-US" sz="280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cxnSp>
        <p:nvCxnSpPr>
          <p:cNvPr id="61" name="肘形连接符 60"/>
          <p:cNvCxnSpPr>
            <a:endCxn id="76" idx="0"/>
          </p:cNvCxnSpPr>
          <p:nvPr/>
        </p:nvCxnSpPr>
        <p:spPr>
          <a:xfrm rot="16200000" flipH="1">
            <a:off x="1365151" y="3083315"/>
            <a:ext cx="268311" cy="1"/>
          </a:xfrm>
          <a:prstGeom prst="bentConnector3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464941" y="3217472"/>
            <a:ext cx="2068731" cy="132343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/>
              <a:t>中断的相关概念</a:t>
            </a:r>
            <a:endParaRPr lang="en-US" altLang="zh-CN" sz="1600" b="1" dirty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zh-CN" sz="1600" b="1" dirty="0"/>
              <a:t>什么是中断？</a:t>
            </a:r>
            <a:endParaRPr lang="en-US" altLang="zh-CN" sz="1600" b="1" dirty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/>
              <a:t>为什么使用中断？</a:t>
            </a:r>
            <a:endParaRPr lang="en-US" altLang="zh-CN" sz="1600" b="1" dirty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/>
              <a:t>中断处理流程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/>
              <a:ea typeface="微软雅黑 Light"/>
            </a:endParaRPr>
          </a:p>
        </p:txBody>
      </p:sp>
      <p:cxnSp>
        <p:nvCxnSpPr>
          <p:cNvPr id="78" name="肘形连接符 77"/>
          <p:cNvCxnSpPr/>
          <p:nvPr/>
        </p:nvCxnSpPr>
        <p:spPr>
          <a:xfrm rot="5400000" flipH="1" flipV="1">
            <a:off x="2847364" y="1947690"/>
            <a:ext cx="333427" cy="1"/>
          </a:xfrm>
          <a:prstGeom prst="bentConnector3">
            <a:avLst>
              <a:gd name="adj1" fmla="val 32588"/>
            </a:avLst>
          </a:prstGeom>
          <a:ln w="12700">
            <a:solidFill>
              <a:schemeClr val="bg1">
                <a:lumMod val="65000"/>
              </a:schemeClr>
            </a:solidFill>
            <a:prstDash val="dash"/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1979712" y="457538"/>
            <a:ext cx="2068731" cy="132343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STM32</a:t>
            </a:r>
            <a:r>
              <a:rPr lang="zh-CN" altLang="en-US" sz="1600" b="1" dirty="0"/>
              <a:t>中断和异常</a:t>
            </a:r>
            <a:endParaRPr lang="en-US" altLang="zh-CN" sz="1600" b="1" dirty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/>
              <a:t>中断和异常向量表</a:t>
            </a:r>
            <a:endParaRPr lang="en-US" altLang="zh-CN" sz="1600" b="1" dirty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zh-CN" sz="1600" b="1" dirty="0"/>
              <a:t>中断优先级</a:t>
            </a:r>
            <a:endParaRPr lang="en-US" altLang="zh-CN" sz="1600" b="1" dirty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/>
              <a:t>中断服务程序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/>
              <a:ea typeface="微软雅黑 Light"/>
            </a:endParaRPr>
          </a:p>
        </p:txBody>
      </p:sp>
      <p:cxnSp>
        <p:nvCxnSpPr>
          <p:cNvPr id="83" name="肘形连接符 82"/>
          <p:cNvCxnSpPr/>
          <p:nvPr/>
        </p:nvCxnSpPr>
        <p:spPr>
          <a:xfrm rot="16200000" flipH="1">
            <a:off x="4365837" y="3101559"/>
            <a:ext cx="268312" cy="1"/>
          </a:xfrm>
          <a:prstGeom prst="bentConnector3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3887643" y="3235716"/>
            <a:ext cx="1224136" cy="58477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zh-CN" sz="1600" b="1" dirty="0"/>
              <a:t>STM32</a:t>
            </a:r>
            <a:r>
              <a:rPr lang="zh-CN" altLang="en-US" sz="1600" b="1" dirty="0"/>
              <a:t>外部中断</a:t>
            </a:r>
            <a:r>
              <a:rPr lang="en-GB" altLang="zh-CN" sz="1600" b="1" dirty="0"/>
              <a:t>EXTI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/>
              <a:ea typeface="微软雅黑 Light"/>
            </a:endParaRPr>
          </a:p>
        </p:txBody>
      </p:sp>
      <p:cxnSp>
        <p:nvCxnSpPr>
          <p:cNvPr id="85" name="肘形连接符 84"/>
          <p:cNvCxnSpPr/>
          <p:nvPr/>
        </p:nvCxnSpPr>
        <p:spPr>
          <a:xfrm rot="5400000" flipH="1" flipV="1">
            <a:off x="5891201" y="1948028"/>
            <a:ext cx="333427" cy="1"/>
          </a:xfrm>
          <a:prstGeom prst="bentConnector3">
            <a:avLst>
              <a:gd name="adj1" fmla="val 32588"/>
            </a:avLst>
          </a:prstGeom>
          <a:ln w="12700">
            <a:solidFill>
              <a:schemeClr val="bg1">
                <a:lumMod val="65000"/>
              </a:schemeClr>
            </a:solidFill>
            <a:prstDash val="dash"/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/>
          <p:cNvSpPr/>
          <p:nvPr/>
        </p:nvSpPr>
        <p:spPr>
          <a:xfrm>
            <a:off x="5023549" y="457876"/>
            <a:ext cx="2068731" cy="132343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EXTI</a:t>
            </a:r>
            <a:r>
              <a:rPr lang="zh-CN" altLang="en-US" sz="1600" b="1" dirty="0"/>
              <a:t>模块的标准外设库接口函数及应用</a:t>
            </a:r>
            <a:endParaRPr lang="en-US" altLang="zh-CN" sz="1600" b="1" dirty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/>
              <a:t>接口函数</a:t>
            </a:r>
            <a:endParaRPr lang="en-US" altLang="zh-CN" sz="1600" b="1" dirty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/>
              <a:t>中断配置步骤</a:t>
            </a:r>
            <a:endParaRPr lang="en-US" altLang="zh-CN" sz="1600" b="1" dirty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/>
              <a:t>应用实例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/>
              <a:ea typeface="微软雅黑 Light"/>
            </a:endParaRPr>
          </a:p>
        </p:txBody>
      </p:sp>
      <p:cxnSp>
        <p:nvCxnSpPr>
          <p:cNvPr id="87" name="肘形连接符 86"/>
          <p:cNvCxnSpPr>
            <a:endCxn id="88" idx="0"/>
          </p:cNvCxnSpPr>
          <p:nvPr/>
        </p:nvCxnSpPr>
        <p:spPr>
          <a:xfrm rot="16200000" flipH="1">
            <a:off x="7435926" y="3101559"/>
            <a:ext cx="268312" cy="2"/>
          </a:xfrm>
          <a:prstGeom prst="bentConnector3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6535717" y="3235716"/>
            <a:ext cx="2068731" cy="107721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EXTI</a:t>
            </a:r>
            <a:r>
              <a:rPr lang="zh-CN" altLang="en-US" sz="1600" b="1" dirty="0"/>
              <a:t>模块的</a:t>
            </a:r>
            <a:r>
              <a:rPr lang="en-US" altLang="zh-CN" sz="1600" b="1" dirty="0"/>
              <a:t>HAL</a:t>
            </a:r>
            <a:r>
              <a:rPr lang="zh-CN" altLang="en-US" sz="1600" b="1" dirty="0"/>
              <a:t>库接口函数及应用</a:t>
            </a:r>
            <a:endParaRPr lang="en-US" altLang="zh-CN" sz="1600" b="1" dirty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/>
              <a:t>接口函数</a:t>
            </a:r>
            <a:endParaRPr lang="en-US" altLang="zh-CN" sz="1600" b="1" dirty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/>
              <a:t>应用实例</a:t>
            </a:r>
          </a:p>
        </p:txBody>
      </p:sp>
    </p:spTree>
    <p:extLst>
      <p:ext uri="{BB962C8B-B14F-4D97-AF65-F5344CB8AC3E}">
        <p14:creationId xmlns:p14="http://schemas.microsoft.com/office/powerpoint/2010/main" val="10088883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79662"/>
            <a:ext cx="284380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15816" y="123478"/>
            <a:ext cx="514806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880320" y="1923678"/>
            <a:ext cx="5148064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T</a:t>
            </a:r>
            <a:r>
              <a:rPr lang="en-GB" altLang="zh-CN" sz="6000" b="1" dirty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he     End!</a:t>
            </a:r>
            <a:endParaRPr lang="zh-CN" altLang="zh-CN" sz="6000" b="1" dirty="0">
              <a:solidFill>
                <a:schemeClr val="accent1">
                  <a:lumMod val="75000"/>
                </a:schemeClr>
              </a:solidFill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91872" y="1779662"/>
            <a:ext cx="115212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7812360" y="4155926"/>
            <a:ext cx="936104" cy="581892"/>
          </a:xfrm>
          <a:prstGeom prst="diamond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>
            <a:off x="7344308" y="4136372"/>
            <a:ext cx="936104" cy="58189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新月形 5"/>
          <p:cNvSpPr/>
          <p:nvPr/>
        </p:nvSpPr>
        <p:spPr>
          <a:xfrm rot="5400000">
            <a:off x="3908409" y="1003093"/>
            <a:ext cx="576063" cy="2129201"/>
          </a:xfrm>
          <a:prstGeom prst="moon">
            <a:avLst>
              <a:gd name="adj" fmla="val 1436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新月形 11"/>
          <p:cNvSpPr/>
          <p:nvPr/>
        </p:nvSpPr>
        <p:spPr>
          <a:xfrm rot="16200000">
            <a:off x="6081017" y="1669836"/>
            <a:ext cx="613404" cy="2129201"/>
          </a:xfrm>
          <a:prstGeom prst="moon">
            <a:avLst>
              <a:gd name="adj" fmla="val 1436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十字箭头标注 14"/>
          <p:cNvSpPr/>
          <p:nvPr/>
        </p:nvSpPr>
        <p:spPr>
          <a:xfrm>
            <a:off x="395536" y="339502"/>
            <a:ext cx="1296144" cy="720080"/>
          </a:xfrm>
          <a:prstGeom prst="quadArrowCallou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200" b="1" dirty="0"/>
              <a:t>STM32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247507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>
          <a:defRPr sz="1600" b="1" dirty="0" smtClean="0"/>
        </a:defPPr>
      </a:lstStyle>
      <a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4833</TotalTime>
  <Words>4932</Words>
  <Application>Microsoft Office PowerPoint</Application>
  <PresentationFormat>全屏显示(16:9)</PresentationFormat>
  <Paragraphs>589</Paragraphs>
  <Slides>60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4" baseType="lpstr">
      <vt:lpstr>方正宋黑繁体</vt:lpstr>
      <vt:lpstr>黑体</vt:lpstr>
      <vt:lpstr>华文楷体</vt:lpstr>
      <vt:lpstr>华文隶书</vt:lpstr>
      <vt:lpstr>思源黑体旧字形 ExtraLight</vt:lpstr>
      <vt:lpstr>微软雅黑</vt:lpstr>
      <vt:lpstr>Arial</vt:lpstr>
      <vt:lpstr>Calibri</vt:lpstr>
      <vt:lpstr>Calibri Light</vt:lpstr>
      <vt:lpstr>Franklin Gothic Book</vt:lpstr>
      <vt:lpstr>Times New Roman</vt:lpstr>
      <vt:lpstr>Wingdings</vt:lpstr>
      <vt:lpstr>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马锋</dc:creator>
  <cp:lastModifiedBy>辰星 赵</cp:lastModifiedBy>
  <cp:revision>420</cp:revision>
  <dcterms:created xsi:type="dcterms:W3CDTF">2019-08-08T08:45:05Z</dcterms:created>
  <dcterms:modified xsi:type="dcterms:W3CDTF">2024-12-24T09:11:35Z</dcterms:modified>
</cp:coreProperties>
</file>